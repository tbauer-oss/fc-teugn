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9aa4c7bafb04e0e" /><Relationship Type="http://schemas.openxmlformats.org/officeDocument/2006/relationships/extended-properties" Target="/docProps/app.xml" Id="Ra9bb74a9a57b4828" /><Relationship Type="http://schemas.openxmlformats.org/officeDocument/2006/relationships/officeDocument" Target="/ppt/presentation.xml" Id="Re02d074776e24de2" /></Relationships>
</file>

<file path=ppt/presentation.xml><?xml version="1.0" encoding="utf-8"?>
<p:presentation xmlns:p="http://schemas.openxmlformats.org/presentationml/2006/main">
  <p:sldMasterIdLst>
    <p:sldMasterId xmlns:r="http://schemas.openxmlformats.org/officeDocument/2006/relationships" id="2147483648" r:id="Ra9db1203b10f4847"/>
  </p:sldMasterIdLst>
  <p:notesMasterIdLst>
    <p:notesMasterId xmlns:r="http://schemas.openxmlformats.org/officeDocument/2006/relationships" r:id="Rac4774f045e54e12"/>
  </p:notesMasterIdLst>
  <p:sldIdLst>
    <p:sldId xmlns:r="http://schemas.openxmlformats.org/officeDocument/2006/relationships" id="256" r:id="R45fc0d73c8e44b9d"/>
    <p:sldId xmlns:r="http://schemas.openxmlformats.org/officeDocument/2006/relationships" id="257" r:id="Rae89abab40f74766"/>
    <p:sldId xmlns:r="http://schemas.openxmlformats.org/officeDocument/2006/relationships" id="258" r:id="R9b517b0ccfb14477"/>
    <p:sldId xmlns:r="http://schemas.openxmlformats.org/officeDocument/2006/relationships" id="259" r:id="R0550c8035ec34e7e"/>
    <p:sldId xmlns:r="http://schemas.openxmlformats.org/officeDocument/2006/relationships" id="260" r:id="Rf5cd8a590c0547a0"/>
    <p:sldId xmlns:r="http://schemas.openxmlformats.org/officeDocument/2006/relationships" id="261" r:id="R89d7a195a3184ca0"/>
    <p:sldId xmlns:r="http://schemas.openxmlformats.org/officeDocument/2006/relationships" id="262" r:id="R20c35772e6e847af"/>
    <p:sldId xmlns:r="http://schemas.openxmlformats.org/officeDocument/2006/relationships" id="263" r:id="Ree1a693c47424c13"/>
    <p:sldId xmlns:r="http://schemas.openxmlformats.org/officeDocument/2006/relationships" id="264" r:id="R7e44ec247acc4e6f"/>
    <p:sldId xmlns:r="http://schemas.openxmlformats.org/officeDocument/2006/relationships" id="265" r:id="R4e3aadbb88f24835"/>
    <p:sldId xmlns:r="http://schemas.openxmlformats.org/officeDocument/2006/relationships" id="266" r:id="R6feb333b17d14444"/>
    <p:sldId xmlns:r="http://schemas.openxmlformats.org/officeDocument/2006/relationships" id="267" r:id="R7265f8bcc51e40ee"/>
    <p:sldId xmlns:r="http://schemas.openxmlformats.org/officeDocument/2006/relationships" id="268" r:id="Rd82e59a33bcd455d"/>
    <p:sldId xmlns:r="http://schemas.openxmlformats.org/officeDocument/2006/relationships" id="269" r:id="Rf2f39fa7ad9d4ff8"/>
    <p:sldId xmlns:r="http://schemas.openxmlformats.org/officeDocument/2006/relationships" id="270" r:id="Rcf33f0ed2dd4467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b9772ebed3d4ee6" /><Relationship Type="http://schemas.openxmlformats.org/officeDocument/2006/relationships/slideMaster" Target="/ppt/slideMasters/slideMaster1.xml" Id="Ra9db1203b10f4847" /><Relationship Type="http://schemas.openxmlformats.org/officeDocument/2006/relationships/notesMaster" Target="/ppt/notesMasters/notesMaster1.xml" Id="Rac4774f045e54e12" /><Relationship Type="http://schemas.openxmlformats.org/officeDocument/2006/relationships/presProps" Target="/ppt/presProps.xml" Id="Rd42c4829a6c2404b" /><Relationship Type="http://schemas.openxmlformats.org/officeDocument/2006/relationships/tableStyles" Target="/ppt/tableStyles.xml" Id="R3a609c5ec9604595" /><Relationship Type="http://schemas.openxmlformats.org/officeDocument/2006/relationships/slide" Target="/ppt/slides/slide1.xml" Id="R45fc0d73c8e44b9d" /><Relationship Type="http://schemas.openxmlformats.org/officeDocument/2006/relationships/slide" Target="/ppt/slides/slide2.xml" Id="Rae89abab40f74766" /><Relationship Type="http://schemas.openxmlformats.org/officeDocument/2006/relationships/slide" Target="/ppt/slides/slide3.xml" Id="R9b517b0ccfb14477" /><Relationship Type="http://schemas.openxmlformats.org/officeDocument/2006/relationships/slide" Target="/ppt/slides/slide4.xml" Id="R0550c8035ec34e7e" /><Relationship Type="http://schemas.openxmlformats.org/officeDocument/2006/relationships/slide" Target="/ppt/slides/slide5.xml" Id="Rf5cd8a590c0547a0" /><Relationship Type="http://schemas.openxmlformats.org/officeDocument/2006/relationships/slide" Target="/ppt/slides/slide6.xml" Id="R89d7a195a3184ca0" /><Relationship Type="http://schemas.openxmlformats.org/officeDocument/2006/relationships/slide" Target="/ppt/slides/slide7.xml" Id="R20c35772e6e847af" /><Relationship Type="http://schemas.openxmlformats.org/officeDocument/2006/relationships/slide" Target="/ppt/slides/slide8.xml" Id="Ree1a693c47424c13" /><Relationship Type="http://schemas.openxmlformats.org/officeDocument/2006/relationships/slide" Target="/ppt/slides/slide9.xml" Id="R7e44ec247acc4e6f" /><Relationship Type="http://schemas.openxmlformats.org/officeDocument/2006/relationships/slide" Target="/ppt/slides/slide10.xml" Id="R4e3aadbb88f24835" /><Relationship Type="http://schemas.openxmlformats.org/officeDocument/2006/relationships/slide" Target="/ppt/slides/slide11.xml" Id="R6feb333b17d14444" /><Relationship Type="http://schemas.openxmlformats.org/officeDocument/2006/relationships/slide" Target="/ppt/slides/slide12.xml" Id="R7265f8bcc51e40ee" /><Relationship Type="http://schemas.openxmlformats.org/officeDocument/2006/relationships/slide" Target="/ppt/slides/slide13.xml" Id="Rd82e59a33bcd455d" /><Relationship Type="http://schemas.openxmlformats.org/officeDocument/2006/relationships/slide" Target="/ppt/slides/slide14.xml" Id="Rf2f39fa7ad9d4ff8" /><Relationship Type="http://schemas.openxmlformats.org/officeDocument/2006/relationships/slide" Target="/ppt/slides/slide15.xml" Id="Rcf33f0ed2dd4467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b736f7463f2438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b0b8d820cd4427b" /><Relationship Type="http://schemas.openxmlformats.org/officeDocument/2006/relationships/notesMaster" Target="/ppt/notesMasters/notesMaster1.xml" Id="R1295038ecfcd491c" /></Relationships>
</file>

<file path=ppt/notesSlides/_rels/notesSlide2.xml.rels>&#65279;<?xml version="1.0" encoding="utf-8"?><Relationships xmlns="http://schemas.openxmlformats.org/package/2006/relationships"><Relationship Type="http://schemas.openxmlformats.org/officeDocument/2006/relationships/slide" Target="/ppt/slides/slide2.xml" Id="R1e29b0919426403d" /><Relationship Type="http://schemas.openxmlformats.org/officeDocument/2006/relationships/notesMaster" Target="/ppt/notesMasters/notesMaster1.xml" Id="R2ee01c6e73ff41c4" /></Relationships>
</file>

<file path=ppt/notesSlides/_rels/notesSlide3.xml.rels>&#65279;<?xml version="1.0" encoding="utf-8"?><Relationships xmlns="http://schemas.openxmlformats.org/package/2006/relationships"><Relationship Type="http://schemas.openxmlformats.org/officeDocument/2006/relationships/slide" Target="/ppt/slides/slide3.xml" Id="R281ca240ad6e434e" /><Relationship Type="http://schemas.openxmlformats.org/officeDocument/2006/relationships/notesMaster" Target="/ppt/notesMasters/notesMaster1.xml" Id="R9a54008ef59e4681" /></Relationships>
</file>

<file path=ppt/notesSlides/_rels/notesSlide4.xml.rels>&#65279;<?xml version="1.0" encoding="utf-8"?><Relationships xmlns="http://schemas.openxmlformats.org/package/2006/relationships"><Relationship Type="http://schemas.openxmlformats.org/officeDocument/2006/relationships/slide" Target="/ppt/slides/slide4.xml" Id="R49be9eccf8c74ff0" /><Relationship Type="http://schemas.openxmlformats.org/officeDocument/2006/relationships/notesMaster" Target="/ppt/notesMasters/notesMaster1.xml" Id="Re332c22ffc074659" /></Relationships>
</file>

<file path=ppt/notesSlides/_rels/notesSlide5.xml.rels>&#65279;<?xml version="1.0" encoding="utf-8"?><Relationships xmlns="http://schemas.openxmlformats.org/package/2006/relationships"><Relationship Type="http://schemas.openxmlformats.org/officeDocument/2006/relationships/slide" Target="/ppt/slides/slide5.xml" Id="Ra00fc534d72d4c14" /><Relationship Type="http://schemas.openxmlformats.org/officeDocument/2006/relationships/notesMaster" Target="/ppt/notesMasters/notesMaster1.xml" Id="Rc26dd8fea2ba4e13" /></Relationships>
</file>

<file path=ppt/notesSlides/_rels/notesSlide6.xml.rels>&#65279;<?xml version="1.0" encoding="utf-8"?><Relationships xmlns="http://schemas.openxmlformats.org/package/2006/relationships"><Relationship Type="http://schemas.openxmlformats.org/officeDocument/2006/relationships/slide" Target="/ppt/slides/slide6.xml" Id="R75bc91ba2c744883" /><Relationship Type="http://schemas.openxmlformats.org/officeDocument/2006/relationships/notesMaster" Target="/ppt/notesMasters/notesMaster1.xml" Id="R17b9917852324bc0" /></Relationships>
</file>

<file path=ppt/notesSlides/_rels/notesSlide7.xml.rels>&#65279;<?xml version="1.0" encoding="utf-8"?><Relationships xmlns="http://schemas.openxmlformats.org/package/2006/relationships"><Relationship Type="http://schemas.openxmlformats.org/officeDocument/2006/relationships/slide" Target="/ppt/slides/slide7.xml" Id="R00c068bd40124954" /><Relationship Type="http://schemas.openxmlformats.org/officeDocument/2006/relationships/notesMaster" Target="/ppt/notesMasters/notesMaster1.xml" Id="R73d60ad042d7402a" /></Relationships>
</file>

<file path=ppt/notesSlides/_rels/notesSlide8.xml.rels>&#65279;<?xml version="1.0" encoding="utf-8"?><Relationships xmlns="http://schemas.openxmlformats.org/package/2006/relationships"><Relationship Type="http://schemas.openxmlformats.org/officeDocument/2006/relationships/slide" Target="/ppt/slides/slide8.xml" Id="Rd598c105d7444c82" /><Relationship Type="http://schemas.openxmlformats.org/officeDocument/2006/relationships/notesMaster" Target="/ppt/notesMasters/notesMaster1.xml" Id="R110fa6b55dcf4971" /></Relationships>
</file>

<file path=ppt/notesSlides/_rels/notesSlide9.xml.rels>&#65279;<?xml version="1.0" encoding="utf-8"?><Relationships xmlns="http://schemas.openxmlformats.org/package/2006/relationships"><Relationship Type="http://schemas.openxmlformats.org/officeDocument/2006/relationships/slide" Target="/ppt/slides/slide9.xml" Id="R1b960e6ee2c64656" /><Relationship Type="http://schemas.openxmlformats.org/officeDocument/2006/relationships/notesMaster" Target="/ppt/notesMasters/notesMaster1.xml" Id="Rc651f51ca3364bf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26c0a0c73ac449a" /><Relationship Type="http://schemas.openxmlformats.org/officeDocument/2006/relationships/notesMaster" Target="/ppt/notesMasters/notesMaster1.xml" Id="Rd61e02b9095842d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af1b635a1b544fb" /><Relationship Type="http://schemas.openxmlformats.org/officeDocument/2006/relationships/notesMaster" Target="/ppt/notesMasters/notesMaster1.xml" Id="R7ab119e1524c459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91822fa0b894fcd" /><Relationship Type="http://schemas.openxmlformats.org/officeDocument/2006/relationships/notesMaster" Target="/ppt/notesMasters/notesMaster1.xml" Id="R6e560d9f1a6c4a8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78e6143398d4247" /><Relationship Type="http://schemas.openxmlformats.org/officeDocument/2006/relationships/notesMaster" Target="/ppt/notesMasters/notesMaster1.xml" Id="Rd04172f7d50c48d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0687de127e74c85" /><Relationship Type="http://schemas.openxmlformats.org/officeDocument/2006/relationships/notesMaster" Target="/ppt/notesMasters/notesMaster1.xml" Id="R1a98161f5680413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5984710ec3f46f6" /><Relationship Type="http://schemas.openxmlformats.org/officeDocument/2006/relationships/notesMaster" Target="/ppt/notesMasters/notesMaster1.xml" Id="Rf42984e3b35f4c6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Sprechertext · ca. 18 Sekunden</a:t>
            </a:r>
          </a:p>
          <a:p xmlns:a="http://schemas.openxmlformats.org/drawingml/2006/main">
            <a:r>
              <a:t>Willkommen bei FC Teugn Talents. Diese kurze Hilfe zeigt Familien genau die Funktionen, die im Alltag wichtig sind – ohne technische Begriffe und ohne lange Einweisung.</a:t>
            </a:r>
          </a:p>
          <a:p xmlns:a="http://schemas.openxmlformats.org/drawingml/2006/main">
            <a:r>
              <a:t/>
            </a:r>
          </a:p>
          <a:p xmlns:a="http://schemas.openxmlformats.org/drawingml/2006/main">
            <a:r>
              <a:t>[Sources]</a:t>
            </a:r>
          </a:p>
          <a:p xmlns:a="http://schemas.openxmlformats.org/drawingml/2006/main">
            <a:r>
              <a:t>- Talents-Logo: C:/Users/tobias.bauer/Downloads/FCTT.png</a:t>
            </a:r>
          </a:p>
          <a:p xmlns:a="http://schemas.openxmlformats.org/drawingml/2006/main">
            <a:r>
              <a:t>- Vereinswappen: C:\Users\tobias.bauer\Documents\Codex\2026-07-28\wie\FC-Teugn\fc_teugn_app\assets\branding\fc_teugn_logo_hires.png</a:t>
            </a:r>
          </a:p>
          <a:p xmlns:a="http://schemas.openxmlformats.org/drawingml/2006/main">
            <a:r>
              <a:t>- FC Teugn Talents App und In-App-Hilfe, Stand 12.08.2026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Sprechertext · ca. 17 Sekunden</a:t>
            </a:r>
          </a:p>
          <a:p xmlns:a="http://schemas.openxmlformats.org/drawingml/2006/main">
            <a:r>
              <a:t>FC Teugn Talents fasst Termine, Rückmeldungen und Spielinformationen zusammen. Familien sehen dabei ausschließlich die eigenen zugeordneten Kinder und die dafür freigegebenen Inhalte.</a:t>
            </a:r>
          </a:p>
          <a:p xmlns:a="http://schemas.openxmlformats.org/drawingml/2006/main">
            <a:r>
              <a:t/>
            </a:r>
          </a:p>
          <a:p xmlns:a="http://schemas.openxmlformats.org/drawingml/2006/main">
            <a:r>
              <a:t>[Sources]</a:t>
            </a:r>
          </a:p>
          <a:p xmlns:a="http://schemas.openxmlformats.org/drawingml/2006/main">
            <a:r>
              <a:t>- FC Teugn Talents App und In-App-Hilfe, Stand 12.08.2026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Sprechertext · ca. 18 Sekunden</a:t>
            </a:r>
          </a:p>
          <a:p xmlns:a="http://schemas.openxmlformats.org/drawingml/2006/main">
            <a:r>
              <a:t>Beim ersten Einstieg öffnest du die App, meldest dich an, prüfst kurz dein Konto und entscheidest über Push-Mitteilungen. Falls das Passwort fehlt, kann es direkt auf der Anmeldeseite zurückgesetzt werden.</a:t>
            </a:r>
          </a:p>
          <a:p xmlns:a="http://schemas.openxmlformats.org/drawingml/2006/main">
            <a:r>
              <a:t/>
            </a:r>
          </a:p>
          <a:p xmlns:a="http://schemas.openxmlformats.org/drawingml/2006/main">
            <a:r>
              <a:t>[Sources]</a:t>
            </a:r>
          </a:p>
          <a:p xmlns:a="http://schemas.openxmlformats.org/drawingml/2006/main">
            <a:r>
              <a:t>- FC Teugn Talents App und In-App-Hilfe, Stand 12.08.2026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Sprechertext · ca. 17 Sekunden</a:t>
            </a:r>
          </a:p>
          <a:p xmlns:a="http://schemas.openxmlformats.org/drawingml/2006/main">
            <a:r>
              <a:t>Die Startseite ist dein täglicher Überblick. Offene Rückmeldungen stehen oben, darunter folgt der nächste Termin. Neue Hinweise führen direkt zu der Stelle, an der du handeln kannst.</a:t>
            </a:r>
          </a:p>
          <a:p xmlns:a="http://schemas.openxmlformats.org/drawingml/2006/main">
            <a:r>
              <a:t/>
            </a:r>
          </a:p>
          <a:p xmlns:a="http://schemas.openxmlformats.org/drawingml/2006/main">
            <a:r>
              <a:t>[Sources]</a:t>
            </a:r>
          </a:p>
          <a:p xmlns:a="http://schemas.openxmlformats.org/drawingml/2006/main">
            <a:r>
              <a:t>- FC Teugn Talents App und In-App-Hilfe, Stand 12.08.2026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Sprechertext · ca. 18 Sekunden</a:t>
            </a:r>
          </a:p>
          <a:p xmlns:a="http://schemas.openxmlformats.org/drawingml/2006/main">
            <a:r>
              <a:t>Unter Meine Kinder findest du alle verknüpften Spielerprofile. Geschwister bleiben getrennt, auch wenn sie in unterschiedlichen Jugenden spielen. Interne Notizen des Trainerteams sind für Familien nicht sichtbar.</a:t>
            </a:r>
          </a:p>
          <a:p xmlns:a="http://schemas.openxmlformats.org/drawingml/2006/main">
            <a:r>
              <a:t/>
            </a:r>
          </a:p>
          <a:p xmlns:a="http://schemas.openxmlformats.org/drawingml/2006/main">
            <a:r>
              <a:t>[Sources]</a:t>
            </a:r>
          </a:p>
          <a:p xmlns:a="http://schemas.openxmlformats.org/drawingml/2006/main">
            <a:r>
              <a:t>- FC Teugn Talents App und In-App-Hilfe, Stand 12.08.2026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Sprechertext · ca. 20 Sekunden</a:t>
            </a:r>
          </a:p>
          <a:p xmlns:a="http://schemas.openxmlformats.org/drawingml/2006/main">
            <a:r>
              <a:t>Für jeden Termin kannst du zusagen, vielleicht wählen oder absagen. Vielleicht zählt als eigene Antwort. Bei mehreren Kindern prüfst du bitte jedes Kind einzeln. Solange Rückmeldungen möglich sind, lässt sich die Auswahl später ändern.</a:t>
            </a:r>
          </a:p>
          <a:p xmlns:a="http://schemas.openxmlformats.org/drawingml/2006/main">
            <a:r>
              <a:t/>
            </a:r>
          </a:p>
          <a:p xmlns:a="http://schemas.openxmlformats.org/drawingml/2006/main">
            <a:r>
              <a:t>[Sources]</a:t>
            </a:r>
          </a:p>
          <a:p xmlns:a="http://schemas.openxmlformats.org/drawingml/2006/main">
            <a:r>
              <a:t>- FC Teugn Talents App und In-App-Hilfe, Stand 12.08.2026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Sprechertext · ca. 18 Sekunden</a:t>
            </a:r>
          </a:p>
          <a:p xmlns:a="http://schemas.openxmlformats.org/drawingml/2006/main">
            <a:r>
              <a:t>Im Termin findest du Datum, Uhrzeit, Treffpunkt, Ort und Hinweise. Bei einem Turnier steht ein hinterlegter Link zu meinturnierplan.de zusätzlich direkt in der Spieleübersicht bereit.</a:t>
            </a:r>
          </a:p>
          <a:p xmlns:a="http://schemas.openxmlformats.org/drawingml/2006/main">
            <a:r>
              <a:t/>
            </a:r>
          </a:p>
          <a:p xmlns:a="http://schemas.openxmlformats.org/drawingml/2006/main">
            <a:r>
              <a:t>[Sources]</a:t>
            </a:r>
          </a:p>
          <a:p xmlns:a="http://schemas.openxmlformats.org/drawingml/2006/main">
            <a:r>
              <a:t>- FC Teugn Talents App und In-App-Hilfe, Stand 12.08.2026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Sprechertext · ca. 18 Sekunden</a:t>
            </a:r>
          </a:p>
          <a:p xmlns:a="http://schemas.openxmlformats.org/drawingml/2006/main">
            <a:r>
              <a:t>Auf der Spieltagseite sehen Familien den nominierten Kader, eine veröffentlichte Aufstellung und den freigegebenen Liveticker. Bewertungen und interne Trainerentscheidungen bleiben immer im Trainerteam.</a:t>
            </a:r>
          </a:p>
          <a:p xmlns:a="http://schemas.openxmlformats.org/drawingml/2006/main">
            <a:r>
              <a:t/>
            </a:r>
          </a:p>
          <a:p xmlns:a="http://schemas.openxmlformats.org/drawingml/2006/main">
            <a:r>
              <a:t>[Sources]</a:t>
            </a:r>
          </a:p>
          <a:p xmlns:a="http://schemas.openxmlformats.org/drawingml/2006/main">
            <a:r>
              <a:t>- FC Teugn Talents App und In-App-Hilfe, Stand 12.08.2026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Sprechertext · ca. 19 Sekunden</a:t>
            </a:r>
          </a:p>
          <a:p xmlns:a="http://schemas.openxmlformats.org/drawingml/2006/main">
            <a:r>
              <a:t>Bei einem Turnier sehen Familien den Turniertermin, den Live-Turnierplan und alle einzeln freigegebenen Partien. Jede Partie kann geöffnet werden und besitzt ihren eigenen Spielstand und Liveticker.</a:t>
            </a:r>
          </a:p>
          <a:p xmlns:a="http://schemas.openxmlformats.org/drawingml/2006/main">
            <a:r>
              <a:t/>
            </a:r>
          </a:p>
          <a:p xmlns:a="http://schemas.openxmlformats.org/drawingml/2006/main">
            <a:r>
              <a:t>[Sources]</a:t>
            </a:r>
          </a:p>
          <a:p xmlns:a="http://schemas.openxmlformats.org/drawingml/2006/main">
            <a:r>
              <a:t>- FC Teugn Talents App und In-App-Hilfe, Stand 12.08.2026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Sprechertext · ca. 18 Sekunden</a:t>
            </a:r>
          </a:p>
          <a:p xmlns:a="http://schemas.openxmlformats.org/drawingml/2006/main">
            <a:r>
              <a:t>Im Liveticker steht die Spielzeit immer im Vordergrund. Nach der Familienfreigabe können Eltern Uhr, Spielstand und Torverlauf live verfolgen. Die Bedienung bleibt beim dafür freigegebenen Spieltagsteam.</a:t>
            </a:r>
          </a:p>
          <a:p xmlns:a="http://schemas.openxmlformats.org/drawingml/2006/main">
            <a:r>
              <a:t/>
            </a:r>
          </a:p>
          <a:p xmlns:a="http://schemas.openxmlformats.org/drawingml/2006/main">
            <a:r>
              <a:t>[Sources]</a:t>
            </a:r>
          </a:p>
          <a:p xmlns:a="http://schemas.openxmlformats.org/drawingml/2006/main">
            <a:r>
              <a:t>- FC Teugn Talents App und In-App-Hilfe, Stand 12.08.2026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Sprechertext · ca. 18 Sekunden</a:t>
            </a:r>
          </a:p>
          <a:p xmlns:a="http://schemas.openxmlformats.org/drawingml/2006/main">
            <a:r>
              <a:t>Bei Terminänderungen, Spieltagen und Teamnachrichten kann die App direkt benachrichtigen. Push bleibt freiwillig. Die Einstellungen können jederzeit je Kategorie geändert oder vollständig deaktiviert werden.</a:t>
            </a:r>
          </a:p>
          <a:p xmlns:a="http://schemas.openxmlformats.org/drawingml/2006/main">
            <a:r>
              <a:t/>
            </a:r>
          </a:p>
          <a:p xmlns:a="http://schemas.openxmlformats.org/drawingml/2006/main">
            <a:r>
              <a:t>[Sources]</a:t>
            </a:r>
          </a:p>
          <a:p xmlns:a="http://schemas.openxmlformats.org/drawingml/2006/main">
            <a:r>
              <a:t>- FC Teugn Talents App und In-App-Hilfe, Stand 12.08.2026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Sprechertext · ca. 20 Sekunden</a:t>
            </a:r>
          </a:p>
          <a:p xmlns:a="http://schemas.openxmlformats.org/drawingml/2006/main">
            <a:r>
              <a:t>Unter Mein Konto kannst du persönliche Daten und das Passwort ändern. Datenschutz- und Fotoeinwilligungen lassen sich getrennt prüfen. Das Mannschaftsfoto bleibt als Teamdarstellung sichtbar; personenbezogene Freigaben werden separat behandelt.</a:t>
            </a:r>
          </a:p>
          <a:p xmlns:a="http://schemas.openxmlformats.org/drawingml/2006/main">
            <a:r>
              <a:t/>
            </a:r>
          </a:p>
          <a:p xmlns:a="http://schemas.openxmlformats.org/drawingml/2006/main">
            <a:r>
              <a:t>[Sources]</a:t>
            </a:r>
          </a:p>
          <a:p xmlns:a="http://schemas.openxmlformats.org/drawingml/2006/main">
            <a:r>
              <a:t>- FC Teugn Talents App und In-App-Hilfe, Stand 12.08.2026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Sprechertext · ca. 19 Sekunden</a:t>
            </a:r>
          </a:p>
          <a:p xmlns:a="http://schemas.openxmlformats.org/drawingml/2006/main">
            <a:r>
              <a:t>Wenn etwas nicht sofort erscheint, prüfst du zuerst die Verbindung, aktualisierst einmal und öffnest noch einmal das richtige Kind und den passenden Termin. Bleibt das Problem, hilft das Fragezeichen oder der technische Support.</a:t>
            </a:r>
          </a:p>
          <a:p xmlns:a="http://schemas.openxmlformats.org/drawingml/2006/main">
            <a:r>
              <a:t/>
            </a:r>
          </a:p>
          <a:p xmlns:a="http://schemas.openxmlformats.org/drawingml/2006/main">
            <a:r>
              <a:t>[Sources]</a:t>
            </a:r>
          </a:p>
          <a:p xmlns:a="http://schemas.openxmlformats.org/drawingml/2006/main">
            <a:r>
              <a:t>- FC Teugn Talents App und In-App-Hilfe, Stand 12.08.2026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Sprechertext · ca. 17 Sekunden</a:t>
            </a:r>
          </a:p>
          <a:p xmlns:a="http://schemas.openxmlformats.org/drawingml/2006/main">
            <a:r>
              <a:t>Für den Alltag reichen fünf Bereiche: Start für offene Dinge, Kinder für Spielerprofile, Kalender für Termine, Spiele für Kader und Liveticker sowie Mehr für Konto, Datenschutz und Hilfe.</a:t>
            </a:r>
          </a:p>
          <a:p xmlns:a="http://schemas.openxmlformats.org/drawingml/2006/main">
            <a:r>
              <a:t/>
            </a:r>
          </a:p>
          <a:p xmlns:a="http://schemas.openxmlformats.org/drawingml/2006/main">
            <a:r>
              <a:t>[Sources]</a:t>
            </a:r>
          </a:p>
          <a:p xmlns:a="http://schemas.openxmlformats.org/drawingml/2006/main">
            <a:r>
              <a:t>- FC Teugn Talents App und In-App-Hilfe, Stand 12.08.2026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Sprechertext · ca. 17 Sekunden</a:t>
            </a:r>
          </a:p>
          <a:p xmlns:a="http://schemas.openxmlformats.org/drawingml/2006/main">
            <a:r>
              <a:t>FC Teugn Talents hält unsere Familien informiert und nah am Team. Wenn etwas unklar ist, führt das Fragezeichen zur passenden Hilfe oder der Support übernimmt. Viel Freude beim Mitfiebern.</a:t>
            </a:r>
          </a:p>
          <a:p xmlns:a="http://schemas.openxmlformats.org/drawingml/2006/main">
            <a:r>
              <a:t/>
            </a:r>
          </a:p>
          <a:p xmlns:a="http://schemas.openxmlformats.org/drawingml/2006/main">
            <a:r>
              <a:t>[Sources]</a:t>
            </a:r>
          </a:p>
          <a:p xmlns:a="http://schemas.openxmlformats.org/drawingml/2006/main">
            <a:r>
              <a:t>- Talents-Logo: C:/Users/tobias.bauer/Downloads/FCTT.png</a:t>
            </a:r>
          </a:p>
          <a:p xmlns:a="http://schemas.openxmlformats.org/drawingml/2006/main">
            <a:r>
              <a:t>- Vereinswappen: C:\Users\tobias.bauer\Documents\Codex\2026-07-28\wie\FC-Teugn\fc_teugn_app\assets\branding\fc_teugn_logo_hires.png</a:t>
            </a:r>
          </a:p>
          <a:p xmlns:a="http://schemas.openxmlformats.org/drawingml/2006/main">
            <a:r>
              <a:t>- FC Teugn Talents App und In-App-Hilfe, Stand 12.08.2026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d50670489a3478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7f363d57f9f4b5e" /><Relationship Type="http://schemas.openxmlformats.org/officeDocument/2006/relationships/slideLayout" Target="/ppt/slideLayouts/slideLayout1.xml" Id="R6e2970b6ffef42a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e2970b6ffef42a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c98d777720c42e6" /><Relationship Type="http://schemas.openxmlformats.org/officeDocument/2006/relationships/image" Target="/ppt/media/image.png" Id="R24cf8b0093bb439d" /><Relationship Type="http://schemas.openxmlformats.org/officeDocument/2006/relationships/image" Target="/ppt/media/image2.png" Id="Rc236dd20dc194b35" /><Relationship Type="http://schemas.openxmlformats.org/officeDocument/2006/relationships/notesSlide" Target="/ppt/notesSlides/notesSlide1.xml" Id="Rf2486814190a444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1836d117c4d46c0" /><Relationship Type="http://schemas.openxmlformats.org/officeDocument/2006/relationships/notesSlide" Target="/ppt/notesSlides/notesSlide2.xml" Id="Re193ec3c4fdf496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5c98c1ceef54297" /><Relationship Type="http://schemas.openxmlformats.org/officeDocument/2006/relationships/notesSlide" Target="/ppt/notesSlides/notesSlide3.xml" Id="R7b75b1e13cc74fc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558033aad16486b" /><Relationship Type="http://schemas.openxmlformats.org/officeDocument/2006/relationships/notesSlide" Target="/ppt/notesSlides/notesSlide4.xml" Id="Rd77b8a5ce473432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f26917f6802486f" /><Relationship Type="http://schemas.openxmlformats.org/officeDocument/2006/relationships/notesSlide" Target="/ppt/notesSlides/notesSlide5.xml" Id="Ra4f3475a75fd416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82658075bff4b25" /><Relationship Type="http://schemas.openxmlformats.org/officeDocument/2006/relationships/notesSlide" Target="/ppt/notesSlides/notesSlide6.xml" Id="Rd4aac709808e458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56a52845b934c05" /><Relationship Type="http://schemas.openxmlformats.org/officeDocument/2006/relationships/notesSlide" Target="/ppt/notesSlides/notesSlide7.xml" Id="Ra5bfee5cd93e405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400ce9b950446ee" /><Relationship Type="http://schemas.openxmlformats.org/officeDocument/2006/relationships/notesSlide" Target="/ppt/notesSlides/notesSlide8.xml" Id="R218f130d8c3d4df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7de1fe9ddc6419a" /><Relationship Type="http://schemas.openxmlformats.org/officeDocument/2006/relationships/notesSlide" Target="/ppt/notesSlides/notesSlide9.xml" Id="R3b79fcd9fd0c46f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f421899a0644eca" /><Relationship Type="http://schemas.openxmlformats.org/officeDocument/2006/relationships/notesSlide" Target="/ppt/notesSlides/notesSlide10.xml" Id="R55ba08ac65ab4bf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b08fcb44f1341a2" /><Relationship Type="http://schemas.openxmlformats.org/officeDocument/2006/relationships/notesSlide" Target="/ppt/notesSlides/notesSlide11.xml" Id="Rfffca8a374a4445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55e70265a284a2d" /><Relationship Type="http://schemas.openxmlformats.org/officeDocument/2006/relationships/notesSlide" Target="/ppt/notesSlides/notesSlide12.xml" Id="R6000d5a3cc22461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a15534f7df84199" /><Relationship Type="http://schemas.openxmlformats.org/officeDocument/2006/relationships/notesSlide" Target="/ppt/notesSlides/notesSlide13.xml" Id="R08f841950b854b4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07980154557428f" /><Relationship Type="http://schemas.openxmlformats.org/officeDocument/2006/relationships/notesSlide" Target="/ppt/notesSlides/notesSlide14.xml" Id="Re36602bca07c4f4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7916faec6614a20" /><Relationship Type="http://schemas.openxmlformats.org/officeDocument/2006/relationships/image" Target="/ppt/media/image3.png" Id="Reb3be8ecbbce42ac" /><Relationship Type="http://schemas.openxmlformats.org/officeDocument/2006/relationships/image" Target="/ppt/media/image4.png" Id="R151ffdc326114af4" /><Relationship Type="http://schemas.openxmlformats.org/officeDocument/2006/relationships/notesSlide" Target="/ppt/notesSlides/notesSlide15.xml" Id="R092681b9336c4b1e" /></Relationships>
</file>

<file path=ppt/slides/slide1.xml><?xml version="1.0" encoding="utf-8"?>
<p:sld xmlns:p="http://schemas.openxmlformats.org/presentationml/2006/main">
  <p:cSld>
    <p:bg>
      <p:bgPr>
        <a:solidFill xmlns:a="http://schemas.openxmlformats.org/drawingml/2006/main">
          <a:srgbClr val="121512"/>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D71063F-9B02-420B-9857-8F21BBCC994F}"/>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FFE50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8345C71-A5CD-4189-BC12-C42B68503EB8}"/>
              </a:ext>
            </a:extLst>
          </p:cNvPr>
          <p:cNvSpPr>
            <a:spLocks xmlns:a="http://schemas.openxmlformats.org/drawingml/2006/main" noGrp="1"/>
          </p:cNvSpPr>
          <p:nvPr/>
        </p:nvSpPr>
        <p:spPr>
          <a:xfrm xmlns:a="http://schemas.openxmlformats.org/drawingml/2006/main">
            <a:off x="609600" y="4762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a:solidFill>
                  <a:srgbClr val="FFE500"/>
                </a:solidFill>
                <a:latin typeface="Aptos Display"/>
                <a:ea typeface="Aptos Display"/>
                <a:cs typeface="Aptos Display"/>
              </a:defRPr>
            </a:pPr>
            <a:r>
              <a:rPr sz="1050" b="1">
                <a:solidFill>
                  <a:srgbClr val="FFE500"/>
                </a:solidFill>
                <a:latin typeface="Aptos Display"/>
                <a:ea typeface="Aptos Display"/>
                <a:cs typeface="Aptos Display"/>
              </a:rPr>
              <a:t>FC TEUGN TALENTS</a:t>
            </a:r>
          </a:p>
        </p:txBody>
      </p:sp>
      <p:sp>
        <p:nvSpPr>
          <p:cNvPr id="3" name="">
            <a:extLst xmlns:a="http://schemas.openxmlformats.org/drawingml/2006/main">
              <a:ext uri="{FF2B5EF4-FFF2-40B4-BE49-F238E27FC236}">
                <a16:creationId xmlns:a16="http://schemas.microsoft.com/office/drawing/2014/main" id="{8AFE7AD0-8A41-4EA0-9428-FFFBF061E340}"/>
              </a:ext>
            </a:extLst>
          </p:cNvPr>
          <p:cNvSpPr>
            <a:spLocks xmlns:a="http://schemas.openxmlformats.org/drawingml/2006/main" noGrp="1"/>
          </p:cNvSpPr>
          <p:nvPr/>
        </p:nvSpPr>
        <p:spPr>
          <a:xfrm xmlns:a="http://schemas.openxmlformats.org/drawingml/2006/main">
            <a:off x="609600" y="1219200"/>
            <a:ext cx="56197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3450" b="1">
                <a:solidFill>
                  <a:srgbClr val="FFFFFF"/>
                </a:solidFill>
                <a:latin typeface="Aptos Display"/>
                <a:ea typeface="Aptos Display"/>
                <a:cs typeface="Aptos Display"/>
              </a:defRPr>
            </a:pPr>
            <a:r>
              <a:rPr sz="3450" b="1">
                <a:solidFill>
                  <a:srgbClr val="FFFFFF"/>
                </a:solidFill>
                <a:latin typeface="Aptos Display"/>
                <a:ea typeface="Aptos Display"/>
                <a:cs typeface="Aptos Display"/>
              </a:rPr>
              <a:t>Die App-Hilfe</a:t>
            </a:r>
          </a:p>
          <a:p xmlns:a="http://schemas.openxmlformats.org/drawingml/2006/main">
            <a:pPr algn="l">
              <a:defRPr sz="3450" b="1">
                <a:solidFill>
                  <a:srgbClr val="FFFFFF"/>
                </a:solidFill>
                <a:latin typeface="Aptos Display"/>
                <a:ea typeface="Aptos Display"/>
                <a:cs typeface="Aptos Display"/>
              </a:defRPr>
            </a:pPr>
            <a:r>
              <a:rPr sz="3450" b="1">
                <a:solidFill>
                  <a:srgbClr val="FFFFFF"/>
                </a:solidFill>
                <a:latin typeface="Aptos Display"/>
                <a:ea typeface="Aptos Display"/>
                <a:cs typeface="Aptos Display"/>
              </a:rPr>
              <a:t>für unsere Familien</a:t>
            </a:r>
          </a:p>
        </p:txBody>
      </p:sp>
      <p:sp>
        <p:nvSpPr>
          <p:cNvPr id="4" name="">
            <a:extLst xmlns:a="http://schemas.openxmlformats.org/drawingml/2006/main">
              <a:ext uri="{FF2B5EF4-FFF2-40B4-BE49-F238E27FC236}">
                <a16:creationId xmlns:a16="http://schemas.microsoft.com/office/drawing/2014/main" id="{A6D725E6-BC07-468F-AD78-3256519CC651}"/>
              </a:ext>
            </a:extLst>
          </p:cNvPr>
          <p:cNvSpPr>
            <a:spLocks xmlns:a="http://schemas.openxmlformats.org/drawingml/2006/main" noGrp="1"/>
          </p:cNvSpPr>
          <p:nvPr/>
        </p:nvSpPr>
        <p:spPr>
          <a:xfrm xmlns:a="http://schemas.openxmlformats.org/drawingml/2006/main">
            <a:off x="609600" y="2752725"/>
            <a:ext cx="1104900" cy="76200"/>
          </a:xfrm>
          <a:prstGeom xmlns:a="http://schemas.openxmlformats.org/drawingml/2006/main" prst="roundRect">
            <a:avLst>
              <a:gd name="adj" fmla="val 50000"/>
            </a:avLst>
          </a:prstGeom>
          <a:solidFill xmlns:a="http://schemas.openxmlformats.org/drawingml/2006/main">
            <a:srgbClr val="FFE50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1EDEFD09-C6AE-41EB-995F-B7F07E573406}"/>
              </a:ext>
            </a:extLst>
          </p:cNvPr>
          <p:cNvSpPr>
            <a:spLocks xmlns:a="http://schemas.openxmlformats.org/drawingml/2006/main" noGrp="1"/>
          </p:cNvSpPr>
          <p:nvPr/>
        </p:nvSpPr>
        <p:spPr>
          <a:xfrm xmlns:a="http://schemas.openxmlformats.org/drawingml/2006/main">
            <a:off x="609600" y="3181350"/>
            <a:ext cx="50482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950" b="1">
                <a:solidFill>
                  <a:srgbClr val="FFF5A8"/>
                </a:solidFill>
                <a:latin typeface="Aptos Display"/>
                <a:ea typeface="Aptos Display"/>
                <a:cs typeface="Aptos Display"/>
              </a:defRPr>
            </a:pPr>
            <a:r>
              <a:rPr sz="1950" b="1">
                <a:solidFill>
                  <a:srgbClr val="FFF5A8"/>
                </a:solidFill>
                <a:latin typeface="Aptos Display"/>
                <a:ea typeface="Aptos Display"/>
                <a:cs typeface="Aptos Display"/>
              </a:rPr>
              <a:t>Termine sehen. Rückmelden.</a:t>
            </a:r>
          </a:p>
          <a:p xmlns:a="http://schemas.openxmlformats.org/drawingml/2006/main">
            <a:pPr algn="l">
              <a:defRPr sz="1950" b="1">
                <a:solidFill>
                  <a:srgbClr val="FFF5A8"/>
                </a:solidFill>
                <a:latin typeface="Aptos Display"/>
                <a:ea typeface="Aptos Display"/>
                <a:cs typeface="Aptos Display"/>
              </a:defRPr>
            </a:pPr>
            <a:r>
              <a:rPr sz="1950" b="1">
                <a:solidFill>
                  <a:srgbClr val="FFF5A8"/>
                </a:solidFill>
                <a:latin typeface="Aptos Display"/>
                <a:ea typeface="Aptos Display"/>
                <a:cs typeface="Aptos Display"/>
              </a:rPr>
              <a:t>Beim Spiel live dabei sein.</a:t>
            </a:r>
          </a:p>
        </p:txBody>
      </p:sp>
      <p:sp>
        <p:nvSpPr>
          <p:cNvPr id="6" name="">
            <a:extLst xmlns:a="http://schemas.openxmlformats.org/drawingml/2006/main">
              <a:ext uri="{FF2B5EF4-FFF2-40B4-BE49-F238E27FC236}">
                <a16:creationId xmlns:a16="http://schemas.microsoft.com/office/drawing/2014/main" id="{7A6FCF81-061C-433F-B970-8A9A0E2BD946}"/>
              </a:ext>
            </a:extLst>
          </p:cNvPr>
          <p:cNvSpPr>
            <a:spLocks xmlns:a="http://schemas.openxmlformats.org/drawingml/2006/main" noGrp="1"/>
          </p:cNvSpPr>
          <p:nvPr/>
        </p:nvSpPr>
        <p:spPr>
          <a:xfrm xmlns:a="http://schemas.openxmlformats.org/drawingml/2006/main">
            <a:off x="609600" y="4533900"/>
            <a:ext cx="523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0">
                <a:solidFill>
                  <a:srgbClr val="D7D9D2"/>
                </a:solidFill>
                <a:latin typeface="Aptos"/>
                <a:ea typeface="Aptos"/>
                <a:cs typeface="Aptos"/>
              </a:defRPr>
            </a:pPr>
            <a:r>
              <a:rPr sz="1350" b="0">
                <a:solidFill>
                  <a:srgbClr val="D7D9D2"/>
                </a:solidFill>
                <a:latin typeface="Aptos"/>
                <a:ea typeface="Aptos"/>
                <a:cs typeface="Aptos"/>
              </a:rPr>
              <a:t>Einfach erklärt · ruhig gestaltet · direkt verständlich</a:t>
            </a:r>
          </a:p>
        </p:txBody>
      </p:sp>
      <p:sp>
        <p:nvSpPr>
          <p:cNvPr id="7" name="">
            <a:extLst xmlns:a="http://schemas.openxmlformats.org/drawingml/2006/main">
              <a:ext uri="{FF2B5EF4-FFF2-40B4-BE49-F238E27FC236}">
                <a16:creationId xmlns:a16="http://schemas.microsoft.com/office/drawing/2014/main" id="{8ED06EE4-F076-482A-9290-A093209E83FB}"/>
              </a:ext>
            </a:extLst>
          </p:cNvPr>
          <p:cNvSpPr>
            <a:spLocks xmlns:a="http://schemas.openxmlformats.org/drawingml/2006/main" noGrp="1"/>
          </p:cNvSpPr>
          <p:nvPr/>
        </p:nvSpPr>
        <p:spPr>
          <a:xfrm xmlns:a="http://schemas.openxmlformats.org/drawingml/2006/main">
            <a:off x="609600" y="5562600"/>
            <a:ext cx="2724150" cy="381000"/>
          </a:xfrm>
          <a:prstGeom xmlns:a="http://schemas.openxmlformats.org/drawingml/2006/main" prst="roundRect">
            <a:avLst>
              <a:gd name="adj" fmla="val 50000"/>
            </a:avLst>
          </a:prstGeom>
          <a:solidFill xmlns:a="http://schemas.openxmlformats.org/drawingml/2006/main">
            <a:srgbClr val="FFE50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D54C7D5-43F6-4EB7-863B-2D9C1EFEDE7E}"/>
              </a:ext>
            </a:extLst>
          </p:cNvPr>
          <p:cNvSpPr>
            <a:spLocks xmlns:a="http://schemas.openxmlformats.org/drawingml/2006/main" noGrp="1"/>
          </p:cNvSpPr>
          <p:nvPr/>
        </p:nvSpPr>
        <p:spPr>
          <a:xfrm xmlns:a="http://schemas.openxmlformats.org/drawingml/2006/main">
            <a:off x="742950" y="5572125"/>
            <a:ext cx="2457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21512"/>
                </a:solidFill>
                <a:latin typeface="Aptos Display"/>
                <a:ea typeface="Aptos Display"/>
                <a:cs typeface="Aptos Display"/>
              </a:defRPr>
            </a:pPr>
            <a:r>
              <a:rPr sz="1200" b="1">
                <a:solidFill>
                  <a:srgbClr val="121512"/>
                </a:solidFill>
                <a:latin typeface="Aptos Display"/>
                <a:ea typeface="Aptos Display"/>
                <a:cs typeface="Aptos Display"/>
              </a:rPr>
              <a:t>HILFE, KEINE SCHULUNG</a:t>
            </a:r>
          </a:p>
        </p:txBody>
      </p:sp>
      <p:sp>
        <p:nvSpPr>
          <p:cNvPr id="9" name="">
            <a:extLst xmlns:a="http://schemas.openxmlformats.org/drawingml/2006/main">
              <a:ext uri="{FF2B5EF4-FFF2-40B4-BE49-F238E27FC236}">
                <a16:creationId xmlns:a16="http://schemas.microsoft.com/office/drawing/2014/main" id="{EA102BC1-D30C-4927-8BB3-E9EC2D89E5C6}"/>
              </a:ext>
            </a:extLst>
          </p:cNvPr>
          <p:cNvSpPr>
            <a:spLocks xmlns:a="http://schemas.openxmlformats.org/drawingml/2006/main" noGrp="1"/>
          </p:cNvSpPr>
          <p:nvPr/>
        </p:nvSpPr>
        <p:spPr>
          <a:xfrm xmlns:a="http://schemas.openxmlformats.org/drawingml/2006/main">
            <a:off x="609600" y="61341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FFFFFF"/>
                </a:solidFill>
                <a:latin typeface="Aptos Display"/>
                <a:ea typeface="Aptos Display"/>
                <a:cs typeface="Aptos Display"/>
              </a:defRPr>
            </a:pPr>
            <a:r>
              <a:rPr sz="975" b="1">
                <a:solidFill>
                  <a:srgbClr val="FFFFFF"/>
                </a:solidFill>
                <a:latin typeface="Aptos Display"/>
                <a:ea typeface="Aptos Display"/>
                <a:cs typeface="Aptos Display"/>
              </a:rPr>
              <a:t>Stand 12.08.2026</a:t>
            </a:r>
          </a:p>
        </p:txBody>
      </p:sp>
      <p:sp>
        <p:nvSpPr>
          <p:cNvPr id="10" name="">
            <a:extLst xmlns:a="http://schemas.openxmlformats.org/drawingml/2006/main">
              <a:ext uri="{FF2B5EF4-FFF2-40B4-BE49-F238E27FC236}">
                <a16:creationId xmlns:a16="http://schemas.microsoft.com/office/drawing/2014/main" id="{880BF94E-BB87-4CF3-A9BF-DE9DB39698B4}"/>
              </a:ext>
            </a:extLst>
          </p:cNvPr>
          <p:cNvSpPr>
            <a:spLocks xmlns:a="http://schemas.openxmlformats.org/drawingml/2006/main" noGrp="1"/>
          </p:cNvSpPr>
          <p:nvPr/>
        </p:nvSpPr>
        <p:spPr>
          <a:xfrm xmlns:a="http://schemas.openxmlformats.org/drawingml/2006/main">
            <a:off x="6667500" y="552450"/>
            <a:ext cx="4800600" cy="4800600"/>
          </a:xfrm>
          <a:prstGeom xmlns:a="http://schemas.openxmlformats.org/drawingml/2006/main" prst="roundRect">
            <a:avLst>
              <a:gd name="adj" fmla="val 7143"/>
            </a:avLst>
          </a:prstGeom>
          <a:solidFill xmlns:a="http://schemas.openxmlformats.org/drawingml/2006/main">
            <a:srgbClr val="242821"/>
          </a:solidFill>
          <a:ln xmlns:a="http://schemas.openxmlformats.org/drawingml/2006/main" w="9525">
            <a:solidFill>
              <a:srgbClr val="3D4239"/>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24cf8b0093bb439d"/>
          <a:stretch xmlns:a="http://schemas.openxmlformats.org/drawingml/2006/main"/>
        </p:blipFill>
        <p:spPr>
          <a:xfrm xmlns:a="http://schemas.openxmlformats.org/drawingml/2006/main">
            <a:off x="7067550" y="819150"/>
            <a:ext cx="4000500" cy="400050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87923AE9-B1E3-43F9-97A1-5C2A78AC9338}"/>
              </a:ext>
            </a:extLst>
          </p:cNvPr>
          <p:cNvSpPr>
            <a:spLocks xmlns:a="http://schemas.openxmlformats.org/drawingml/2006/main" noGrp="1"/>
          </p:cNvSpPr>
          <p:nvPr/>
        </p:nvSpPr>
        <p:spPr>
          <a:xfrm xmlns:a="http://schemas.openxmlformats.org/drawingml/2006/main">
            <a:off x="8667750" y="5029200"/>
            <a:ext cx="1733550" cy="1162050"/>
          </a:xfrm>
          <a:prstGeom xmlns:a="http://schemas.openxmlformats.org/drawingml/2006/main" prst="roundRect">
            <a:avLst>
              <a:gd name="adj" fmla="val 18033"/>
            </a:avLst>
          </a:prstGeom>
          <a:solidFill xmlns:a="http://schemas.openxmlformats.org/drawingml/2006/main">
            <a:srgbClr val="FFFFFF"/>
          </a:solidFill>
          <a:ln xmlns:a="http://schemas.openxmlformats.org/drawingml/2006/main" w="0">
            <a:noFill/>
            <a:prstDash val="solid"/>
          </a:ln>
        </p:spPr>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c236dd20dc194b35"/>
          <a:stretch xmlns:a="http://schemas.openxmlformats.org/drawingml/2006/main"/>
        </p:blipFill>
        <p:spPr>
          <a:xfrm xmlns:a="http://schemas.openxmlformats.org/drawingml/2006/main">
            <a:off x="9174326" y="5172075"/>
            <a:ext cx="720398" cy="866775"/>
          </a:xfrm>
          <a:prstGeom xmlns:a="http://schemas.openxmlformats.org/drawingml/2006/main" prst="rect">
            <a:avLst/>
          </a:prstGeom>
        </p:spPr>
      </p:pic>
    </p:spTree>
    <p:extLst>
      <p:ext uri="{BB962C8B-B14F-4D97-AF65-F5344CB8AC3E}">
        <p14:creationId xmlns:p14="http://schemas.microsoft.com/office/powerpoint/2010/main" val="1267845771"/>
      </p:ext>
    </p:extLst>
  </p:cSld>
</p:sld>
</file>

<file path=ppt/slides/slide2.xml><?xml version="1.0" encoding="utf-8"?>
<p:sld xmlns:p="http://schemas.openxmlformats.org/presentationml/2006/main">
  <p:cSld>
    <p:bg>
      <p:bgPr>
        <a:solidFill xmlns:a="http://schemas.openxmlformats.org/drawingml/2006/main">
          <a:srgbClr val="FCFBF6"/>
        </a:solidFill>
      </p:bgPr>
    </p:bg>
    <p:spTree>
      <p:nvGrpSpPr>
        <p:cNvPr id="1" name=""/>
        <p:cNvGrpSpPr/>
        <p:nvPr/>
      </p:nvGrpSpPr>
      <p:grpSpPr>
        <a:xfrm xmlns:a="http://schemas.openxmlformats.org/drawingml/2006/main"/>
      </p:grpSpPr>
      <p:sp>
        <p:nvSpPr>
          <p:cNvPr id="43" name="">
            <a:extLst xmlns:a="http://schemas.openxmlformats.org/drawingml/2006/main">
              <a:ext uri="{FF2B5EF4-FFF2-40B4-BE49-F238E27FC236}">
                <a16:creationId xmlns:a16="http://schemas.microsoft.com/office/drawing/2014/main" id="{1F43AE80-AD12-45AD-899A-1A771FA43687}"/>
              </a:ext>
            </a:extLst>
          </p:cNvPr>
          <p:cNvSpPr>
            <a:spLocks xmlns:a="http://schemas.openxmlformats.org/drawingml/2006/main" noGrp="1"/>
          </p:cNvSpPr>
          <p:nvPr/>
        </p:nvSpPr>
        <p:spPr>
          <a:xfrm xmlns:a="http://schemas.openxmlformats.org/drawingml/2006/main">
            <a:off x="533400" y="2667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7B6900"/>
                </a:solidFill>
                <a:latin typeface="Aptos Display"/>
                <a:ea typeface="Aptos Display"/>
                <a:cs typeface="Aptos Display"/>
              </a:defRPr>
            </a:pPr>
            <a:r>
              <a:rPr sz="975" b="1">
                <a:solidFill>
                  <a:srgbClr val="7B6900"/>
                </a:solidFill>
                <a:latin typeface="Aptos Display"/>
                <a:ea typeface="Aptos Display"/>
                <a:cs typeface="Aptos Display"/>
              </a:rPr>
              <a:t>DAS WICHTIGSTE</a:t>
            </a:r>
          </a:p>
        </p:txBody>
      </p:sp>
      <p:sp>
        <p:nvSpPr>
          <p:cNvPr id="2" name="">
            <a:extLst xmlns:a="http://schemas.openxmlformats.org/drawingml/2006/main">
              <a:ext uri="{FF2B5EF4-FFF2-40B4-BE49-F238E27FC236}">
                <a16:creationId xmlns:a16="http://schemas.microsoft.com/office/drawing/2014/main" id="{2E7141C4-75F7-4419-879E-6E1A302225BB}"/>
              </a:ext>
            </a:extLst>
          </p:cNvPr>
          <p:cNvSpPr>
            <a:spLocks xmlns:a="http://schemas.openxmlformats.org/drawingml/2006/main" noGrp="1"/>
          </p:cNvSpPr>
          <p:nvPr/>
        </p:nvSpPr>
        <p:spPr>
          <a:xfrm xmlns:a="http://schemas.openxmlformats.org/drawingml/2006/main">
            <a:off x="533400" y="552450"/>
            <a:ext cx="1028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625" b="1">
                <a:solidFill>
                  <a:srgbClr val="121512"/>
                </a:solidFill>
                <a:latin typeface="Aptos Display"/>
                <a:ea typeface="Aptos Display"/>
                <a:cs typeface="Aptos Display"/>
              </a:defRPr>
            </a:pPr>
            <a:r>
              <a:rPr sz="2625" b="1">
                <a:solidFill>
                  <a:srgbClr val="121512"/>
                </a:solidFill>
                <a:latin typeface="Aptos Display"/>
                <a:ea typeface="Aptos Display"/>
                <a:cs typeface="Aptos Display"/>
              </a:rPr>
              <a:t>Alles Wichtige für dein Kind an einem Ort</a:t>
            </a:r>
          </a:p>
        </p:txBody>
      </p:sp>
      <p:sp>
        <p:nvSpPr>
          <p:cNvPr id="3" name="">
            <a:extLst xmlns:a="http://schemas.openxmlformats.org/drawingml/2006/main">
              <a:ext uri="{FF2B5EF4-FFF2-40B4-BE49-F238E27FC236}">
                <a16:creationId xmlns:a16="http://schemas.microsoft.com/office/drawing/2014/main" id="{E3A61077-7151-4C87-80E2-1724F81D3E81}"/>
              </a:ext>
            </a:extLst>
          </p:cNvPr>
          <p:cNvSpPr>
            <a:spLocks xmlns:a="http://schemas.openxmlformats.org/drawingml/2006/main" noGrp="1"/>
          </p:cNvSpPr>
          <p:nvPr/>
        </p:nvSpPr>
        <p:spPr>
          <a:xfrm xmlns:a="http://schemas.openxmlformats.org/drawingml/2006/main">
            <a:off x="533400" y="1143000"/>
            <a:ext cx="990600" cy="57150"/>
          </a:xfrm>
          <a:prstGeom xmlns:a="http://schemas.openxmlformats.org/drawingml/2006/main" prst="roundRect">
            <a:avLst>
              <a:gd name="adj" fmla="val 50000"/>
            </a:avLst>
          </a:prstGeom>
          <a:solidFill xmlns:a="http://schemas.openxmlformats.org/drawingml/2006/main">
            <a:srgbClr val="FFE50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59FD0E0-5ECA-4B99-BE56-E656DA3157AF}"/>
              </a:ext>
            </a:extLst>
          </p:cNvPr>
          <p:cNvSpPr>
            <a:spLocks xmlns:a="http://schemas.openxmlformats.org/drawingml/2006/main" noGrp="1"/>
          </p:cNvSpPr>
          <p:nvPr/>
        </p:nvSpPr>
        <p:spPr>
          <a:xfrm xmlns:a="http://schemas.openxmlformats.org/drawingml/2006/main">
            <a:off x="10896600" y="266700"/>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1">
                <a:solidFill>
                  <a:srgbClr val="656961"/>
                </a:solidFill>
                <a:latin typeface="Aptos Display"/>
                <a:ea typeface="Aptos Display"/>
                <a:cs typeface="Aptos Display"/>
              </a:defRPr>
            </a:pPr>
            <a:r>
              <a:rPr sz="900" b="1">
                <a:solidFill>
                  <a:srgbClr val="656961"/>
                </a:solidFill>
                <a:latin typeface="Aptos Display"/>
                <a:ea typeface="Aptos Display"/>
                <a:cs typeface="Aptos Display"/>
              </a:rPr>
              <a:t>2</a:t>
            </a:r>
          </a:p>
        </p:txBody>
      </p:sp>
      <p:sp>
        <p:nvSpPr>
          <p:cNvPr id="5" name="">
            <a:extLst xmlns:a="http://schemas.openxmlformats.org/drawingml/2006/main">
              <a:ext uri="{FF2B5EF4-FFF2-40B4-BE49-F238E27FC236}">
                <a16:creationId xmlns:a16="http://schemas.microsoft.com/office/drawing/2014/main" id="{5BF98A32-A2B7-4854-A6BD-F23565508138}"/>
              </a:ext>
            </a:extLst>
          </p:cNvPr>
          <p:cNvSpPr>
            <a:spLocks xmlns:a="http://schemas.openxmlformats.org/drawingml/2006/main" noGrp="1"/>
          </p:cNvSpPr>
          <p:nvPr/>
        </p:nvSpPr>
        <p:spPr>
          <a:xfrm xmlns:a="http://schemas.openxmlformats.org/drawingml/2006/main">
            <a:off x="533400" y="1352550"/>
            <a:ext cx="106680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75" b="0">
                <a:solidFill>
                  <a:srgbClr val="656961"/>
                </a:solidFill>
                <a:latin typeface="Aptos"/>
                <a:ea typeface="Aptos"/>
                <a:cs typeface="Aptos"/>
              </a:defRPr>
            </a:pPr>
            <a:r>
              <a:rPr sz="1275" b="0">
                <a:solidFill>
                  <a:srgbClr val="656961"/>
                </a:solidFill>
                <a:latin typeface="Aptos"/>
                <a:ea typeface="Aptos"/>
                <a:cs typeface="Aptos"/>
              </a:rPr>
              <a:t>Die App bündelt Informationen, die sonst über viele Kanäle verteilt wären.</a:t>
            </a:r>
          </a:p>
        </p:txBody>
      </p:sp>
      <p:sp>
        <p:nvSpPr>
          <p:cNvPr id="6" name="">
            <a:extLst xmlns:a="http://schemas.openxmlformats.org/drawingml/2006/main">
              <a:ext uri="{FF2B5EF4-FFF2-40B4-BE49-F238E27FC236}">
                <a16:creationId xmlns:a16="http://schemas.microsoft.com/office/drawing/2014/main" id="{4E6B72A5-9B1F-4C1F-AA91-919167C631B9}"/>
              </a:ext>
            </a:extLst>
          </p:cNvPr>
          <p:cNvSpPr>
            <a:spLocks xmlns:a="http://schemas.openxmlformats.org/drawingml/2006/main" noGrp="1"/>
          </p:cNvSpPr>
          <p:nvPr/>
        </p:nvSpPr>
        <p:spPr>
          <a:xfrm xmlns:a="http://schemas.openxmlformats.org/drawingml/2006/main">
            <a:off x="533400" y="1952625"/>
            <a:ext cx="3429000" cy="1066800"/>
          </a:xfrm>
          <a:prstGeom xmlns:a="http://schemas.openxmlformats.org/drawingml/2006/main" prst="roundRect">
            <a:avLst>
              <a:gd name="adj" fmla="val 16071"/>
            </a:avLst>
          </a:prstGeom>
          <a:solidFill xmlns:a="http://schemas.openxmlformats.org/drawingml/2006/main">
            <a:srgbClr val="FFF5A8"/>
          </a:solidFill>
          <a:ln xmlns:a="http://schemas.openxmlformats.org/drawingml/2006/main" w="9525">
            <a:solidFill>
              <a:srgbClr val="E5E7DF"/>
            </a:solidFill>
            <a:prstDash val="solid"/>
          </a:ln>
        </p:spPr>
      </p:sp>
      <p:sp>
        <p:nvSpPr>
          <p:cNvPr id="7" name="">
            <a:extLst xmlns:a="http://schemas.openxmlformats.org/drawingml/2006/main">
              <a:ext uri="{FF2B5EF4-FFF2-40B4-BE49-F238E27FC236}">
                <a16:creationId xmlns:a16="http://schemas.microsoft.com/office/drawing/2014/main" id="{C544FF2A-CE9D-400F-9BCF-D28C843414C1}"/>
              </a:ext>
            </a:extLst>
          </p:cNvPr>
          <p:cNvSpPr>
            <a:spLocks xmlns:a="http://schemas.openxmlformats.org/drawingml/2006/main" noGrp="1"/>
          </p:cNvSpPr>
          <p:nvPr/>
        </p:nvSpPr>
        <p:spPr>
          <a:xfrm xmlns:a="http://schemas.openxmlformats.org/drawingml/2006/main">
            <a:off x="533400" y="1952625"/>
            <a:ext cx="76200" cy="1066800"/>
          </a:xfrm>
          <a:prstGeom xmlns:a="http://schemas.openxmlformats.org/drawingml/2006/main" prst="roundRect">
            <a:avLst>
              <a:gd name="adj" fmla="val 50000"/>
            </a:avLst>
          </a:prstGeom>
          <a:solidFill xmlns:a="http://schemas.openxmlformats.org/drawingml/2006/main">
            <a:srgbClr val="FFE50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27A8F0C-CC24-43CF-9A95-915E55E16BB4}"/>
              </a:ext>
            </a:extLst>
          </p:cNvPr>
          <p:cNvSpPr>
            <a:spLocks xmlns:a="http://schemas.openxmlformats.org/drawingml/2006/main" noGrp="1"/>
          </p:cNvSpPr>
          <p:nvPr/>
        </p:nvSpPr>
        <p:spPr>
          <a:xfrm xmlns:a="http://schemas.openxmlformats.org/drawingml/2006/main">
            <a:off x="762000" y="2124075"/>
            <a:ext cx="30099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a:solidFill>
                  <a:srgbClr val="121512"/>
                </a:solidFill>
                <a:latin typeface="Aptos Display"/>
                <a:ea typeface="Aptos Display"/>
                <a:cs typeface="Aptos Display"/>
              </a:defRPr>
            </a:pPr>
            <a:r>
              <a:rPr sz="1500" b="1">
                <a:solidFill>
                  <a:srgbClr val="121512"/>
                </a:solidFill>
                <a:latin typeface="Aptos Display"/>
                <a:ea typeface="Aptos Display"/>
                <a:cs typeface="Aptos Display"/>
              </a:rPr>
              <a:t>Wissen</a:t>
            </a:r>
          </a:p>
        </p:txBody>
      </p:sp>
      <p:sp>
        <p:nvSpPr>
          <p:cNvPr id="9" name="">
            <a:extLst xmlns:a="http://schemas.openxmlformats.org/drawingml/2006/main">
              <a:ext uri="{FF2B5EF4-FFF2-40B4-BE49-F238E27FC236}">
                <a16:creationId xmlns:a16="http://schemas.microsoft.com/office/drawing/2014/main" id="{78EC053F-6B75-47B2-85B8-9F0213A2250C}"/>
              </a:ext>
            </a:extLst>
          </p:cNvPr>
          <p:cNvSpPr>
            <a:spLocks xmlns:a="http://schemas.openxmlformats.org/drawingml/2006/main" noGrp="1"/>
          </p:cNvSpPr>
          <p:nvPr/>
        </p:nvSpPr>
        <p:spPr>
          <a:xfrm xmlns:a="http://schemas.openxmlformats.org/drawingml/2006/main">
            <a:off x="762000" y="2495550"/>
            <a:ext cx="30099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63" b="0">
                <a:solidFill>
                  <a:srgbClr val="656961"/>
                </a:solidFill>
                <a:latin typeface="Aptos"/>
                <a:ea typeface="Aptos"/>
                <a:cs typeface="Aptos"/>
              </a:defRPr>
            </a:pPr>
            <a:r>
              <a:rPr sz="1163" b="0">
                <a:solidFill>
                  <a:srgbClr val="656961"/>
                </a:solidFill>
                <a:latin typeface="Aptos"/>
                <a:ea typeface="Aptos"/>
                <a:cs typeface="Aptos"/>
              </a:rPr>
              <a:t>Termine, Treffpunkte und Änderungen sofort finden.</a:t>
            </a:r>
          </a:p>
        </p:txBody>
      </p:sp>
      <p:sp>
        <p:nvSpPr>
          <p:cNvPr id="10" name="">
            <a:extLst xmlns:a="http://schemas.openxmlformats.org/drawingml/2006/main">
              <a:ext uri="{FF2B5EF4-FFF2-40B4-BE49-F238E27FC236}">
                <a16:creationId xmlns:a16="http://schemas.microsoft.com/office/drawing/2014/main" id="{A4DD5059-ED4C-4140-94B9-BDA0349130AB}"/>
              </a:ext>
            </a:extLst>
          </p:cNvPr>
          <p:cNvSpPr>
            <a:spLocks xmlns:a="http://schemas.openxmlformats.org/drawingml/2006/main" noGrp="1"/>
          </p:cNvSpPr>
          <p:nvPr/>
        </p:nvSpPr>
        <p:spPr>
          <a:xfrm xmlns:a="http://schemas.openxmlformats.org/drawingml/2006/main">
            <a:off x="533400" y="3209925"/>
            <a:ext cx="3429000" cy="1066800"/>
          </a:xfrm>
          <a:prstGeom xmlns:a="http://schemas.openxmlformats.org/drawingml/2006/main" prst="roundRect">
            <a:avLst>
              <a:gd name="adj" fmla="val 16071"/>
            </a:avLst>
          </a:prstGeom>
          <a:solidFill xmlns:a="http://schemas.openxmlformats.org/drawingml/2006/main">
            <a:srgbClr val="FFFFFF"/>
          </a:solidFill>
          <a:ln xmlns:a="http://schemas.openxmlformats.org/drawingml/2006/main" w="9525">
            <a:solidFill>
              <a:srgbClr val="E5E7DF"/>
            </a:solidFill>
            <a:prstDash val="solid"/>
          </a:ln>
        </p:spPr>
      </p:sp>
      <p:sp>
        <p:nvSpPr>
          <p:cNvPr id="11" name="">
            <a:extLst xmlns:a="http://schemas.openxmlformats.org/drawingml/2006/main">
              <a:ext uri="{FF2B5EF4-FFF2-40B4-BE49-F238E27FC236}">
                <a16:creationId xmlns:a16="http://schemas.microsoft.com/office/drawing/2014/main" id="{6AE25E1C-4BA8-4C85-8235-9F04AC12D689}"/>
              </a:ext>
            </a:extLst>
          </p:cNvPr>
          <p:cNvSpPr>
            <a:spLocks xmlns:a="http://schemas.openxmlformats.org/drawingml/2006/main" noGrp="1"/>
          </p:cNvSpPr>
          <p:nvPr/>
        </p:nvSpPr>
        <p:spPr>
          <a:xfrm xmlns:a="http://schemas.openxmlformats.org/drawingml/2006/main">
            <a:off x="533400" y="3209925"/>
            <a:ext cx="76200" cy="1066800"/>
          </a:xfrm>
          <a:prstGeom xmlns:a="http://schemas.openxmlformats.org/drawingml/2006/main" prst="roundRect">
            <a:avLst>
              <a:gd name="adj" fmla="val 50000"/>
            </a:avLst>
          </a:prstGeom>
          <a:solidFill xmlns:a="http://schemas.openxmlformats.org/drawingml/2006/main">
            <a:srgbClr val="11875F"/>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CB78E4B-491A-4703-A213-0FE92E004FCF}"/>
              </a:ext>
            </a:extLst>
          </p:cNvPr>
          <p:cNvSpPr>
            <a:spLocks xmlns:a="http://schemas.openxmlformats.org/drawingml/2006/main" noGrp="1"/>
          </p:cNvSpPr>
          <p:nvPr/>
        </p:nvSpPr>
        <p:spPr>
          <a:xfrm xmlns:a="http://schemas.openxmlformats.org/drawingml/2006/main">
            <a:off x="762000" y="3381375"/>
            <a:ext cx="30099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a:solidFill>
                  <a:srgbClr val="121512"/>
                </a:solidFill>
                <a:latin typeface="Aptos Display"/>
                <a:ea typeface="Aptos Display"/>
                <a:cs typeface="Aptos Display"/>
              </a:defRPr>
            </a:pPr>
            <a:r>
              <a:rPr sz="1500" b="1">
                <a:solidFill>
                  <a:srgbClr val="121512"/>
                </a:solidFill>
                <a:latin typeface="Aptos Display"/>
                <a:ea typeface="Aptos Display"/>
                <a:cs typeface="Aptos Display"/>
              </a:rPr>
              <a:t>Antworten</a:t>
            </a:r>
          </a:p>
        </p:txBody>
      </p:sp>
      <p:sp>
        <p:nvSpPr>
          <p:cNvPr id="13" name="">
            <a:extLst xmlns:a="http://schemas.openxmlformats.org/drawingml/2006/main">
              <a:ext uri="{FF2B5EF4-FFF2-40B4-BE49-F238E27FC236}">
                <a16:creationId xmlns:a16="http://schemas.microsoft.com/office/drawing/2014/main" id="{E537A0DE-CED5-47E1-A2CC-79FCC23556E2}"/>
              </a:ext>
            </a:extLst>
          </p:cNvPr>
          <p:cNvSpPr>
            <a:spLocks xmlns:a="http://schemas.openxmlformats.org/drawingml/2006/main" noGrp="1"/>
          </p:cNvSpPr>
          <p:nvPr/>
        </p:nvSpPr>
        <p:spPr>
          <a:xfrm xmlns:a="http://schemas.openxmlformats.org/drawingml/2006/main">
            <a:off x="762000" y="3752850"/>
            <a:ext cx="30099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63" b="0">
                <a:solidFill>
                  <a:srgbClr val="656961"/>
                </a:solidFill>
                <a:latin typeface="Aptos"/>
                <a:ea typeface="Aptos"/>
                <a:cs typeface="Aptos"/>
              </a:defRPr>
            </a:pPr>
            <a:r>
              <a:rPr sz="1163" b="0">
                <a:solidFill>
                  <a:srgbClr val="656961"/>
                </a:solidFill>
                <a:latin typeface="Aptos"/>
                <a:ea typeface="Aptos"/>
                <a:cs typeface="Aptos"/>
              </a:rPr>
              <a:t>Mit Zusage, Vielleicht oder Absage schnell rückmelden.</a:t>
            </a:r>
          </a:p>
        </p:txBody>
      </p:sp>
      <p:sp>
        <p:nvSpPr>
          <p:cNvPr id="14" name="">
            <a:extLst xmlns:a="http://schemas.openxmlformats.org/drawingml/2006/main">
              <a:ext uri="{FF2B5EF4-FFF2-40B4-BE49-F238E27FC236}">
                <a16:creationId xmlns:a16="http://schemas.microsoft.com/office/drawing/2014/main" id="{05676733-00FC-41A2-96E3-783701F4E40E}"/>
              </a:ext>
            </a:extLst>
          </p:cNvPr>
          <p:cNvSpPr>
            <a:spLocks xmlns:a="http://schemas.openxmlformats.org/drawingml/2006/main" noGrp="1"/>
          </p:cNvSpPr>
          <p:nvPr/>
        </p:nvSpPr>
        <p:spPr>
          <a:xfrm xmlns:a="http://schemas.openxmlformats.org/drawingml/2006/main">
            <a:off x="533400" y="4467225"/>
            <a:ext cx="3429000" cy="1066800"/>
          </a:xfrm>
          <a:prstGeom xmlns:a="http://schemas.openxmlformats.org/drawingml/2006/main" prst="roundRect">
            <a:avLst>
              <a:gd name="adj" fmla="val 16071"/>
            </a:avLst>
          </a:prstGeom>
          <a:solidFill xmlns:a="http://schemas.openxmlformats.org/drawingml/2006/main">
            <a:srgbClr val="FFFFFF"/>
          </a:solidFill>
          <a:ln xmlns:a="http://schemas.openxmlformats.org/drawingml/2006/main" w="9525">
            <a:solidFill>
              <a:srgbClr val="E5E7DF"/>
            </a:solidFill>
            <a:prstDash val="solid"/>
          </a:ln>
        </p:spPr>
      </p:sp>
      <p:sp>
        <p:nvSpPr>
          <p:cNvPr id="15" name="">
            <a:extLst xmlns:a="http://schemas.openxmlformats.org/drawingml/2006/main">
              <a:ext uri="{FF2B5EF4-FFF2-40B4-BE49-F238E27FC236}">
                <a16:creationId xmlns:a16="http://schemas.microsoft.com/office/drawing/2014/main" id="{4EA1E5BE-7E53-484C-A8E2-2659F8355F15}"/>
              </a:ext>
            </a:extLst>
          </p:cNvPr>
          <p:cNvSpPr>
            <a:spLocks xmlns:a="http://schemas.openxmlformats.org/drawingml/2006/main" noGrp="1"/>
          </p:cNvSpPr>
          <p:nvPr/>
        </p:nvSpPr>
        <p:spPr>
          <a:xfrm xmlns:a="http://schemas.openxmlformats.org/drawingml/2006/main">
            <a:off x="533400" y="4467225"/>
            <a:ext cx="76200" cy="1066800"/>
          </a:xfrm>
          <a:prstGeom xmlns:a="http://schemas.openxmlformats.org/drawingml/2006/main" prst="roundRect">
            <a:avLst>
              <a:gd name="adj" fmla="val 50000"/>
            </a:avLst>
          </a:prstGeom>
          <a:solidFill xmlns:a="http://schemas.openxmlformats.org/drawingml/2006/main">
            <a:srgbClr val="315C79"/>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2952FC6B-AA8E-424C-8663-EFC38A7C5D3D}"/>
              </a:ext>
            </a:extLst>
          </p:cNvPr>
          <p:cNvSpPr>
            <a:spLocks xmlns:a="http://schemas.openxmlformats.org/drawingml/2006/main" noGrp="1"/>
          </p:cNvSpPr>
          <p:nvPr/>
        </p:nvSpPr>
        <p:spPr>
          <a:xfrm xmlns:a="http://schemas.openxmlformats.org/drawingml/2006/main">
            <a:off x="762000" y="4638675"/>
            <a:ext cx="30099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a:solidFill>
                  <a:srgbClr val="121512"/>
                </a:solidFill>
                <a:latin typeface="Aptos Display"/>
                <a:ea typeface="Aptos Display"/>
                <a:cs typeface="Aptos Display"/>
              </a:defRPr>
            </a:pPr>
            <a:r>
              <a:rPr sz="1500" b="1">
                <a:solidFill>
                  <a:srgbClr val="121512"/>
                </a:solidFill>
                <a:latin typeface="Aptos Display"/>
                <a:ea typeface="Aptos Display"/>
                <a:cs typeface="Aptos Display"/>
              </a:rPr>
              <a:t>Mitfiebern</a:t>
            </a:r>
          </a:p>
        </p:txBody>
      </p:sp>
      <p:sp>
        <p:nvSpPr>
          <p:cNvPr id="17" name="">
            <a:extLst xmlns:a="http://schemas.openxmlformats.org/drawingml/2006/main">
              <a:ext uri="{FF2B5EF4-FFF2-40B4-BE49-F238E27FC236}">
                <a16:creationId xmlns:a16="http://schemas.microsoft.com/office/drawing/2014/main" id="{6067766D-594C-4715-878A-B0A27ECE7228}"/>
              </a:ext>
            </a:extLst>
          </p:cNvPr>
          <p:cNvSpPr>
            <a:spLocks xmlns:a="http://schemas.openxmlformats.org/drawingml/2006/main" noGrp="1"/>
          </p:cNvSpPr>
          <p:nvPr/>
        </p:nvSpPr>
        <p:spPr>
          <a:xfrm xmlns:a="http://schemas.openxmlformats.org/drawingml/2006/main">
            <a:off x="762000" y="5010150"/>
            <a:ext cx="30099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63" b="0">
                <a:solidFill>
                  <a:srgbClr val="656961"/>
                </a:solidFill>
                <a:latin typeface="Aptos"/>
                <a:ea typeface="Aptos"/>
                <a:cs typeface="Aptos"/>
              </a:defRPr>
            </a:pPr>
            <a:r>
              <a:rPr sz="1163" b="0">
                <a:solidFill>
                  <a:srgbClr val="656961"/>
                </a:solidFill>
                <a:latin typeface="Aptos"/>
                <a:ea typeface="Aptos"/>
                <a:cs typeface="Aptos"/>
              </a:rPr>
              <a:t>Kader, Aufstellung, Ergebnis und Liveticker sehen.</a:t>
            </a:r>
          </a:p>
        </p:txBody>
      </p:sp>
      <p:sp>
        <p:nvSpPr>
          <p:cNvPr id="18" name="">
            <a:extLst xmlns:a="http://schemas.openxmlformats.org/drawingml/2006/main">
              <a:ext uri="{FF2B5EF4-FFF2-40B4-BE49-F238E27FC236}">
                <a16:creationId xmlns:a16="http://schemas.microsoft.com/office/drawing/2014/main" id="{E0A8FA1E-511D-4AA5-AAEA-6B752FBDE148}"/>
              </a:ext>
            </a:extLst>
          </p:cNvPr>
          <p:cNvSpPr>
            <a:spLocks xmlns:a="http://schemas.openxmlformats.org/drawingml/2006/main" noGrp="1"/>
          </p:cNvSpPr>
          <p:nvPr/>
        </p:nvSpPr>
        <p:spPr>
          <a:xfrm xmlns:a="http://schemas.openxmlformats.org/drawingml/2006/main">
            <a:off x="7239000" y="1762125"/>
            <a:ext cx="3257550" cy="4343400"/>
          </a:xfrm>
          <a:prstGeom xmlns:a="http://schemas.openxmlformats.org/drawingml/2006/main" prst="roundRect">
            <a:avLst>
              <a:gd name="adj" fmla="val 9942"/>
            </a:avLst>
          </a:prstGeom>
          <a:solidFill xmlns:a="http://schemas.openxmlformats.org/drawingml/2006/main">
            <a:srgbClr val="FFFFFF"/>
          </a:solidFill>
          <a:ln xmlns:a="http://schemas.openxmlformats.org/drawingml/2006/main" w="19050">
            <a:solidFill>
              <a:srgbClr val="E5E7DF"/>
            </a:solidFill>
            <a:prstDash val="solid"/>
          </a:ln>
        </p:spPr>
      </p:sp>
      <p:sp>
        <p:nvSpPr>
          <p:cNvPr id="19" name="">
            <a:extLst xmlns:a="http://schemas.openxmlformats.org/drawingml/2006/main">
              <a:ext uri="{FF2B5EF4-FFF2-40B4-BE49-F238E27FC236}">
                <a16:creationId xmlns:a16="http://schemas.microsoft.com/office/drawing/2014/main" id="{ECDFAC2F-E442-4DB6-A804-10CDC56443B7}"/>
              </a:ext>
            </a:extLst>
          </p:cNvPr>
          <p:cNvSpPr>
            <a:spLocks xmlns:a="http://schemas.openxmlformats.org/drawingml/2006/main" noGrp="1"/>
          </p:cNvSpPr>
          <p:nvPr/>
        </p:nvSpPr>
        <p:spPr>
          <a:xfrm xmlns:a="http://schemas.openxmlformats.org/drawingml/2006/main">
            <a:off x="8346567" y="1876425"/>
            <a:ext cx="1042416" cy="95250"/>
          </a:xfrm>
          <a:prstGeom xmlns:a="http://schemas.openxmlformats.org/drawingml/2006/main" prst="roundRect">
            <a:avLst>
              <a:gd name="adj" fmla="val 50000"/>
            </a:avLst>
          </a:prstGeom>
          <a:solidFill xmlns:a="http://schemas.openxmlformats.org/drawingml/2006/main">
            <a:srgbClr val="E5E7DF"/>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81DE2D0-6182-4535-811D-AA891A9E3809}"/>
              </a:ext>
            </a:extLst>
          </p:cNvPr>
          <p:cNvSpPr>
            <a:spLocks xmlns:a="http://schemas.openxmlformats.org/drawingml/2006/main" noGrp="1"/>
          </p:cNvSpPr>
          <p:nvPr/>
        </p:nvSpPr>
        <p:spPr>
          <a:xfrm xmlns:a="http://schemas.openxmlformats.org/drawingml/2006/main">
            <a:off x="8509445" y="5962650"/>
            <a:ext cx="716661" cy="47625"/>
          </a:xfrm>
          <a:prstGeom xmlns:a="http://schemas.openxmlformats.org/drawingml/2006/main" prst="roundRect">
            <a:avLst>
              <a:gd name="adj" fmla="val 50000"/>
            </a:avLst>
          </a:prstGeom>
          <a:solidFill xmlns:a="http://schemas.openxmlformats.org/drawingml/2006/main">
            <a:srgbClr val="BFC2B9"/>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17C198D-538C-42C6-A81C-0B070FC9D086}"/>
              </a:ext>
            </a:extLst>
          </p:cNvPr>
          <p:cNvSpPr>
            <a:spLocks xmlns:a="http://schemas.openxmlformats.org/drawingml/2006/main" noGrp="1"/>
          </p:cNvSpPr>
          <p:nvPr/>
        </p:nvSpPr>
        <p:spPr>
          <a:xfrm xmlns:a="http://schemas.openxmlformats.org/drawingml/2006/main">
            <a:off x="7391400" y="2066925"/>
            <a:ext cx="2952750" cy="66675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9525">
            <a:solidFill>
              <a:srgbClr val="E5E7DF"/>
            </a:solidFill>
            <a:prstDash val="solid"/>
          </a:ln>
        </p:spPr>
      </p:sp>
      <p:sp>
        <p:nvSpPr>
          <p:cNvPr id="22" name="">
            <a:extLst xmlns:a="http://schemas.openxmlformats.org/drawingml/2006/main">
              <a:ext uri="{FF2B5EF4-FFF2-40B4-BE49-F238E27FC236}">
                <a16:creationId xmlns:a16="http://schemas.microsoft.com/office/drawing/2014/main" id="{426E821E-0044-4BD5-A12D-41949E2C4A9C}"/>
              </a:ext>
            </a:extLst>
          </p:cNvPr>
          <p:cNvSpPr>
            <a:spLocks xmlns:a="http://schemas.openxmlformats.org/drawingml/2006/main" noGrp="1"/>
          </p:cNvSpPr>
          <p:nvPr/>
        </p:nvSpPr>
        <p:spPr>
          <a:xfrm xmlns:a="http://schemas.openxmlformats.org/drawingml/2006/main">
            <a:off x="7505700" y="2181225"/>
            <a:ext cx="438150" cy="438150"/>
          </a:xfrm>
          <a:prstGeom xmlns:a="http://schemas.openxmlformats.org/drawingml/2006/main" prst="ellipse">
            <a:avLst/>
          </a:prstGeom>
          <a:solidFill xmlns:a="http://schemas.openxmlformats.org/drawingml/2006/main">
            <a:srgbClr val="FFF5A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2ACFFE42-192E-4FCF-AE7F-7C7F8AE9A3FC}"/>
              </a:ext>
            </a:extLst>
          </p:cNvPr>
          <p:cNvSpPr>
            <a:spLocks xmlns:a="http://schemas.openxmlformats.org/drawingml/2006/main" noGrp="1"/>
          </p:cNvSpPr>
          <p:nvPr/>
        </p:nvSpPr>
        <p:spPr>
          <a:xfrm xmlns:a="http://schemas.openxmlformats.org/drawingml/2006/main">
            <a:off x="7505700" y="2190750"/>
            <a:ext cx="438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7B6900"/>
                </a:solidFill>
                <a:latin typeface="Aptos Display"/>
                <a:ea typeface="Aptos Display"/>
                <a:cs typeface="Aptos Display"/>
              </a:defRPr>
            </a:pPr>
            <a:r>
              <a:rPr sz="975" b="1">
                <a:solidFill>
                  <a:srgbClr val="7B6900"/>
                </a:solidFill>
                <a:latin typeface="Aptos Display"/>
                <a:ea typeface="Aptos Display"/>
                <a:cs typeface="Aptos Display"/>
              </a:rPr>
              <a:t>FC</a:t>
            </a:r>
          </a:p>
        </p:txBody>
      </p:sp>
      <p:sp>
        <p:nvSpPr>
          <p:cNvPr id="24" name="">
            <a:extLst xmlns:a="http://schemas.openxmlformats.org/drawingml/2006/main">
              <a:ext uri="{FF2B5EF4-FFF2-40B4-BE49-F238E27FC236}">
                <a16:creationId xmlns:a16="http://schemas.microsoft.com/office/drawing/2014/main" id="{7A645484-8523-4962-8612-1D2A610058B1}"/>
              </a:ext>
            </a:extLst>
          </p:cNvPr>
          <p:cNvSpPr>
            <a:spLocks xmlns:a="http://schemas.openxmlformats.org/drawingml/2006/main" noGrp="1"/>
          </p:cNvSpPr>
          <p:nvPr/>
        </p:nvSpPr>
        <p:spPr>
          <a:xfrm xmlns:a="http://schemas.openxmlformats.org/drawingml/2006/main">
            <a:off x="8058150" y="2181225"/>
            <a:ext cx="2152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21512"/>
                </a:solidFill>
                <a:latin typeface="Aptos Display"/>
                <a:ea typeface="Aptos Display"/>
                <a:cs typeface="Aptos Display"/>
              </a:defRPr>
            </a:pPr>
            <a:r>
              <a:rPr sz="1350" b="1">
                <a:solidFill>
                  <a:srgbClr val="121512"/>
                </a:solidFill>
                <a:latin typeface="Aptos Display"/>
                <a:ea typeface="Aptos Display"/>
                <a:cs typeface="Aptos Display"/>
              </a:rPr>
              <a:t>Hallo Fußballfamilie!</a:t>
            </a:r>
          </a:p>
        </p:txBody>
      </p:sp>
      <p:sp>
        <p:nvSpPr>
          <p:cNvPr id="25" name="">
            <a:extLst xmlns:a="http://schemas.openxmlformats.org/drawingml/2006/main">
              <a:ext uri="{FF2B5EF4-FFF2-40B4-BE49-F238E27FC236}">
                <a16:creationId xmlns:a16="http://schemas.microsoft.com/office/drawing/2014/main" id="{38DDCA7E-499C-4F9A-BA88-A934ECBC2F0B}"/>
              </a:ext>
            </a:extLst>
          </p:cNvPr>
          <p:cNvSpPr>
            <a:spLocks xmlns:a="http://schemas.openxmlformats.org/drawingml/2006/main" noGrp="1"/>
          </p:cNvSpPr>
          <p:nvPr/>
        </p:nvSpPr>
        <p:spPr>
          <a:xfrm xmlns:a="http://schemas.openxmlformats.org/drawingml/2006/main">
            <a:off x="8058150" y="2438400"/>
            <a:ext cx="21526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825" b="0">
                <a:solidFill>
                  <a:srgbClr val="656961"/>
                </a:solidFill>
                <a:latin typeface="Aptos"/>
                <a:ea typeface="Aptos"/>
                <a:cs typeface="Aptos"/>
              </a:defRPr>
            </a:pPr>
            <a:r>
              <a:rPr sz="825" b="0">
                <a:solidFill>
                  <a:srgbClr val="656961"/>
                </a:solidFill>
                <a:latin typeface="Aptos"/>
                <a:ea typeface="Aptos"/>
                <a:cs typeface="Aptos"/>
              </a:rPr>
              <a:t>Das Wichtigste auf einen Blick</a:t>
            </a:r>
          </a:p>
        </p:txBody>
      </p:sp>
      <p:sp>
        <p:nvSpPr>
          <p:cNvPr id="26" name="">
            <a:extLst xmlns:a="http://schemas.openxmlformats.org/drawingml/2006/main">
              <a:ext uri="{FF2B5EF4-FFF2-40B4-BE49-F238E27FC236}">
                <a16:creationId xmlns:a16="http://schemas.microsoft.com/office/drawing/2014/main" id="{4AF79132-8A4B-4A66-AFC5-CE608E1A72E1}"/>
              </a:ext>
            </a:extLst>
          </p:cNvPr>
          <p:cNvSpPr>
            <a:spLocks xmlns:a="http://schemas.openxmlformats.org/drawingml/2006/main" noGrp="1"/>
          </p:cNvSpPr>
          <p:nvPr/>
        </p:nvSpPr>
        <p:spPr>
          <a:xfrm xmlns:a="http://schemas.openxmlformats.org/drawingml/2006/main">
            <a:off x="7391400" y="2886075"/>
            <a:ext cx="2952750" cy="819150"/>
          </a:xfrm>
          <a:prstGeom xmlns:a="http://schemas.openxmlformats.org/drawingml/2006/main" prst="roundRect">
            <a:avLst>
              <a:gd name="adj" fmla="val 18605"/>
            </a:avLst>
          </a:prstGeom>
          <a:solidFill xmlns:a="http://schemas.openxmlformats.org/drawingml/2006/main">
            <a:srgbClr val="FFF5A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7E3C4CF0-5605-40CD-BEAF-266DECBCE19C}"/>
              </a:ext>
            </a:extLst>
          </p:cNvPr>
          <p:cNvSpPr>
            <a:spLocks xmlns:a="http://schemas.openxmlformats.org/drawingml/2006/main" noGrp="1"/>
          </p:cNvSpPr>
          <p:nvPr/>
        </p:nvSpPr>
        <p:spPr>
          <a:xfrm xmlns:a="http://schemas.openxmlformats.org/drawingml/2006/main">
            <a:off x="7562850" y="3048000"/>
            <a:ext cx="2609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21512"/>
                </a:solidFill>
                <a:latin typeface="Aptos Display"/>
                <a:ea typeface="Aptos Display"/>
                <a:cs typeface="Aptos Display"/>
              </a:defRPr>
            </a:pPr>
            <a:r>
              <a:rPr sz="1350" b="1">
                <a:solidFill>
                  <a:srgbClr val="121512"/>
                </a:solidFill>
                <a:latin typeface="Aptos Display"/>
                <a:ea typeface="Aptos Display"/>
                <a:cs typeface="Aptos Display"/>
              </a:rPr>
              <a:t>1 Rückmeldung ist offen</a:t>
            </a:r>
          </a:p>
        </p:txBody>
      </p:sp>
      <p:sp>
        <p:nvSpPr>
          <p:cNvPr id="28" name="">
            <a:extLst xmlns:a="http://schemas.openxmlformats.org/drawingml/2006/main">
              <a:ext uri="{FF2B5EF4-FFF2-40B4-BE49-F238E27FC236}">
                <a16:creationId xmlns:a16="http://schemas.microsoft.com/office/drawing/2014/main" id="{8F78AA2C-1EF0-4386-8DD4-C3C1E372EBC6}"/>
              </a:ext>
            </a:extLst>
          </p:cNvPr>
          <p:cNvSpPr>
            <a:spLocks xmlns:a="http://schemas.openxmlformats.org/drawingml/2006/main" noGrp="1"/>
          </p:cNvSpPr>
          <p:nvPr/>
        </p:nvSpPr>
        <p:spPr>
          <a:xfrm xmlns:a="http://schemas.openxmlformats.org/drawingml/2006/main">
            <a:off x="7562850" y="3362325"/>
            <a:ext cx="26098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863" b="0">
                <a:solidFill>
                  <a:srgbClr val="656961"/>
                </a:solidFill>
                <a:latin typeface="Aptos"/>
                <a:ea typeface="Aptos"/>
                <a:cs typeface="Aptos"/>
              </a:defRPr>
            </a:pPr>
            <a:r>
              <a:rPr sz="863" b="0">
                <a:solidFill>
                  <a:srgbClr val="656961"/>
                </a:solidFill>
                <a:latin typeface="Aptos"/>
                <a:ea typeface="Aptos"/>
                <a:cs typeface="Aptos"/>
              </a:rPr>
              <a:t>Training · Donnerstag · 17:30 Uhr</a:t>
            </a:r>
          </a:p>
        </p:txBody>
      </p:sp>
      <p:sp>
        <p:nvSpPr>
          <p:cNvPr id="29" name="">
            <a:extLst xmlns:a="http://schemas.openxmlformats.org/drawingml/2006/main">
              <a:ext uri="{FF2B5EF4-FFF2-40B4-BE49-F238E27FC236}">
                <a16:creationId xmlns:a16="http://schemas.microsoft.com/office/drawing/2014/main" id="{54F0F3A9-EA90-44ED-9937-6AD7CEF514D9}"/>
              </a:ext>
            </a:extLst>
          </p:cNvPr>
          <p:cNvSpPr>
            <a:spLocks xmlns:a="http://schemas.openxmlformats.org/drawingml/2006/main" noGrp="1"/>
          </p:cNvSpPr>
          <p:nvPr/>
        </p:nvSpPr>
        <p:spPr>
          <a:xfrm xmlns:a="http://schemas.openxmlformats.org/drawingml/2006/main">
            <a:off x="7391400" y="3857625"/>
            <a:ext cx="2952750" cy="1066800"/>
          </a:xfrm>
          <a:prstGeom xmlns:a="http://schemas.openxmlformats.org/drawingml/2006/main" prst="roundRect">
            <a:avLst>
              <a:gd name="adj" fmla="val 16071"/>
            </a:avLst>
          </a:prstGeom>
          <a:solidFill xmlns:a="http://schemas.openxmlformats.org/drawingml/2006/main">
            <a:srgbClr val="121512"/>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2D28AC74-51F5-49B6-8E9A-72A477A70019}"/>
              </a:ext>
            </a:extLst>
          </p:cNvPr>
          <p:cNvSpPr>
            <a:spLocks xmlns:a="http://schemas.openxmlformats.org/drawingml/2006/main" noGrp="1"/>
          </p:cNvSpPr>
          <p:nvPr/>
        </p:nvSpPr>
        <p:spPr>
          <a:xfrm xmlns:a="http://schemas.openxmlformats.org/drawingml/2006/main">
            <a:off x="7562850" y="4038600"/>
            <a:ext cx="26098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788" b="1">
                <a:solidFill>
                  <a:srgbClr val="FFE500"/>
                </a:solidFill>
                <a:latin typeface="Aptos Display"/>
                <a:ea typeface="Aptos Display"/>
                <a:cs typeface="Aptos Display"/>
              </a:defRPr>
            </a:pPr>
            <a:r>
              <a:rPr sz="788" b="1">
                <a:solidFill>
                  <a:srgbClr val="FFE500"/>
                </a:solidFill>
                <a:latin typeface="Aptos Display"/>
                <a:ea typeface="Aptos Display"/>
                <a:cs typeface="Aptos Display"/>
              </a:rPr>
              <a:t>NÄCHSTER TERMIN</a:t>
            </a:r>
          </a:p>
        </p:txBody>
      </p:sp>
      <p:sp>
        <p:nvSpPr>
          <p:cNvPr id="31" name="">
            <a:extLst xmlns:a="http://schemas.openxmlformats.org/drawingml/2006/main">
              <a:ext uri="{FF2B5EF4-FFF2-40B4-BE49-F238E27FC236}">
                <a16:creationId xmlns:a16="http://schemas.microsoft.com/office/drawing/2014/main" id="{3F7AF4FF-EF16-4B48-B6D1-4F7C76E93683}"/>
              </a:ext>
            </a:extLst>
          </p:cNvPr>
          <p:cNvSpPr>
            <a:spLocks xmlns:a="http://schemas.openxmlformats.org/drawingml/2006/main" noGrp="1"/>
          </p:cNvSpPr>
          <p:nvPr/>
        </p:nvSpPr>
        <p:spPr>
          <a:xfrm xmlns:a="http://schemas.openxmlformats.org/drawingml/2006/main">
            <a:off x="7562850" y="4333875"/>
            <a:ext cx="26098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75" b="1">
                <a:solidFill>
                  <a:srgbClr val="FFFFFF"/>
                </a:solidFill>
                <a:latin typeface="Aptos Display"/>
                <a:ea typeface="Aptos Display"/>
                <a:cs typeface="Aptos Display"/>
              </a:defRPr>
            </a:pPr>
            <a:r>
              <a:rPr sz="1575" b="1">
                <a:solidFill>
                  <a:srgbClr val="FFFFFF"/>
                </a:solidFill>
                <a:latin typeface="Aptos Display"/>
                <a:ea typeface="Aptos Display"/>
                <a:cs typeface="Aptos Display"/>
              </a:rPr>
              <a:t>Heimspiel E1</a:t>
            </a:r>
          </a:p>
        </p:txBody>
      </p:sp>
      <p:sp>
        <p:nvSpPr>
          <p:cNvPr id="32" name="">
            <a:extLst xmlns:a="http://schemas.openxmlformats.org/drawingml/2006/main">
              <a:ext uri="{FF2B5EF4-FFF2-40B4-BE49-F238E27FC236}">
                <a16:creationId xmlns:a16="http://schemas.microsoft.com/office/drawing/2014/main" id="{59079C20-6648-412A-B143-564FDFFE1BB9}"/>
              </a:ext>
            </a:extLst>
          </p:cNvPr>
          <p:cNvSpPr>
            <a:spLocks xmlns:a="http://schemas.openxmlformats.org/drawingml/2006/main" noGrp="1"/>
          </p:cNvSpPr>
          <p:nvPr/>
        </p:nvSpPr>
        <p:spPr>
          <a:xfrm xmlns:a="http://schemas.openxmlformats.org/drawingml/2006/main">
            <a:off x="7562850" y="4667250"/>
            <a:ext cx="26098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863" b="0">
                <a:solidFill>
                  <a:srgbClr val="D8DAD4"/>
                </a:solidFill>
                <a:latin typeface="Aptos"/>
                <a:ea typeface="Aptos"/>
                <a:cs typeface="Aptos"/>
              </a:defRPr>
            </a:pPr>
            <a:r>
              <a:rPr sz="863" b="0">
                <a:solidFill>
                  <a:srgbClr val="D8DAD4"/>
                </a:solidFill>
                <a:latin typeface="Aptos"/>
                <a:ea typeface="Aptos"/>
                <a:cs typeface="Aptos"/>
              </a:rPr>
              <a:t>Sa · 10:30 Uhr · Sportplatz</a:t>
            </a:r>
          </a:p>
        </p:txBody>
      </p:sp>
      <p:sp>
        <p:nvSpPr>
          <p:cNvPr id="33" name="">
            <a:extLst xmlns:a="http://schemas.openxmlformats.org/drawingml/2006/main">
              <a:ext uri="{FF2B5EF4-FFF2-40B4-BE49-F238E27FC236}">
                <a16:creationId xmlns:a16="http://schemas.microsoft.com/office/drawing/2014/main" id="{2C080DD6-2101-4FFD-BE08-3D1A2C8629AD}"/>
              </a:ext>
            </a:extLst>
          </p:cNvPr>
          <p:cNvSpPr>
            <a:spLocks xmlns:a="http://schemas.openxmlformats.org/drawingml/2006/main" noGrp="1"/>
          </p:cNvSpPr>
          <p:nvPr/>
        </p:nvSpPr>
        <p:spPr>
          <a:xfrm xmlns:a="http://schemas.openxmlformats.org/drawingml/2006/main">
            <a:off x="7391400" y="5381625"/>
            <a:ext cx="2952750" cy="495300"/>
          </a:xfrm>
          <a:prstGeom xmlns:a="http://schemas.openxmlformats.org/drawingml/2006/main" prst="roundRect">
            <a:avLst>
              <a:gd name="adj" fmla="val 26923"/>
            </a:avLst>
          </a:prstGeom>
          <a:solidFill xmlns:a="http://schemas.openxmlformats.org/drawingml/2006/main">
            <a:srgbClr val="FFFFFF"/>
          </a:solidFill>
          <a:ln xmlns:a="http://schemas.openxmlformats.org/drawingml/2006/main" w="9525">
            <a:solidFill>
              <a:srgbClr val="E5E7DF"/>
            </a:solidFill>
            <a:prstDash val="solid"/>
          </a:ln>
        </p:spPr>
      </p:sp>
      <p:sp>
        <p:nvSpPr>
          <p:cNvPr id="34" name="">
            <a:extLst xmlns:a="http://schemas.openxmlformats.org/drawingml/2006/main">
              <a:ext uri="{FF2B5EF4-FFF2-40B4-BE49-F238E27FC236}">
                <a16:creationId xmlns:a16="http://schemas.microsoft.com/office/drawing/2014/main" id="{901DBF32-DEA0-4B67-9365-7B8BCCA579A2}"/>
              </a:ext>
            </a:extLst>
          </p:cNvPr>
          <p:cNvSpPr>
            <a:spLocks xmlns:a="http://schemas.openxmlformats.org/drawingml/2006/main" noGrp="1"/>
          </p:cNvSpPr>
          <p:nvPr/>
        </p:nvSpPr>
        <p:spPr>
          <a:xfrm xmlns:a="http://schemas.openxmlformats.org/drawingml/2006/main">
            <a:off x="7458075" y="5457825"/>
            <a:ext cx="544830" cy="219075"/>
          </a:xfrm>
          <a:prstGeom xmlns:a="http://schemas.openxmlformats.org/drawingml/2006/main" prst="roundRect">
            <a:avLst>
              <a:gd name="adj" fmla="val 50000"/>
            </a:avLst>
          </a:prstGeom>
          <a:solidFill xmlns:a="http://schemas.openxmlformats.org/drawingml/2006/main">
            <a:srgbClr val="FFF5A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5A7BADC4-6F9E-4399-A7C6-F8DA1F0979C9}"/>
              </a:ext>
            </a:extLst>
          </p:cNvPr>
          <p:cNvSpPr>
            <a:spLocks xmlns:a="http://schemas.openxmlformats.org/drawingml/2006/main" noGrp="1"/>
          </p:cNvSpPr>
          <p:nvPr/>
        </p:nvSpPr>
        <p:spPr>
          <a:xfrm xmlns:a="http://schemas.openxmlformats.org/drawingml/2006/main">
            <a:off x="7458075" y="5676900"/>
            <a:ext cx="54483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638" b="1">
                <a:solidFill>
                  <a:srgbClr val="121512"/>
                </a:solidFill>
                <a:latin typeface="Aptos Display"/>
                <a:ea typeface="Aptos Display"/>
                <a:cs typeface="Aptos Display"/>
              </a:defRPr>
            </a:pPr>
            <a:r>
              <a:rPr sz="638" b="1">
                <a:solidFill>
                  <a:srgbClr val="121512"/>
                </a:solidFill>
                <a:latin typeface="Aptos Display"/>
                <a:ea typeface="Aptos Display"/>
                <a:cs typeface="Aptos Display"/>
              </a:rPr>
              <a:t>Start</a:t>
            </a:r>
          </a:p>
        </p:txBody>
      </p:sp>
      <p:sp>
        <p:nvSpPr>
          <p:cNvPr id="36" name="">
            <a:extLst xmlns:a="http://schemas.openxmlformats.org/drawingml/2006/main">
              <a:ext uri="{FF2B5EF4-FFF2-40B4-BE49-F238E27FC236}">
                <a16:creationId xmlns:a16="http://schemas.microsoft.com/office/drawing/2014/main" id="{85E92CD4-AD1C-4AC0-A24D-EEEEE98B2E33}"/>
              </a:ext>
            </a:extLst>
          </p:cNvPr>
          <p:cNvSpPr>
            <a:spLocks xmlns:a="http://schemas.openxmlformats.org/drawingml/2006/main" noGrp="1"/>
          </p:cNvSpPr>
          <p:nvPr/>
        </p:nvSpPr>
        <p:spPr>
          <a:xfrm xmlns:a="http://schemas.openxmlformats.org/drawingml/2006/main">
            <a:off x="8021955" y="5676900"/>
            <a:ext cx="54483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638" b="0">
                <a:solidFill>
                  <a:srgbClr val="656961"/>
                </a:solidFill>
                <a:latin typeface="Aptos"/>
                <a:ea typeface="Aptos"/>
                <a:cs typeface="Aptos"/>
              </a:defRPr>
            </a:pPr>
            <a:r>
              <a:rPr sz="638" b="0">
                <a:solidFill>
                  <a:srgbClr val="656961"/>
                </a:solidFill>
                <a:latin typeface="Aptos"/>
                <a:ea typeface="Aptos"/>
                <a:cs typeface="Aptos"/>
              </a:rPr>
              <a:t>Kinder</a:t>
            </a:r>
          </a:p>
        </p:txBody>
      </p:sp>
      <p:sp>
        <p:nvSpPr>
          <p:cNvPr id="37" name="">
            <a:extLst xmlns:a="http://schemas.openxmlformats.org/drawingml/2006/main">
              <a:ext uri="{FF2B5EF4-FFF2-40B4-BE49-F238E27FC236}">
                <a16:creationId xmlns:a16="http://schemas.microsoft.com/office/drawing/2014/main" id="{FCCCBFFB-1742-4281-A7BD-AF8615AC1D44}"/>
              </a:ext>
            </a:extLst>
          </p:cNvPr>
          <p:cNvSpPr>
            <a:spLocks xmlns:a="http://schemas.openxmlformats.org/drawingml/2006/main" noGrp="1"/>
          </p:cNvSpPr>
          <p:nvPr/>
        </p:nvSpPr>
        <p:spPr>
          <a:xfrm xmlns:a="http://schemas.openxmlformats.org/drawingml/2006/main">
            <a:off x="8585835" y="5676900"/>
            <a:ext cx="54483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638" b="0">
                <a:solidFill>
                  <a:srgbClr val="656961"/>
                </a:solidFill>
                <a:latin typeface="Aptos"/>
                <a:ea typeface="Aptos"/>
                <a:cs typeface="Aptos"/>
              </a:defRPr>
            </a:pPr>
            <a:r>
              <a:rPr sz="638" b="0">
                <a:solidFill>
                  <a:srgbClr val="656961"/>
                </a:solidFill>
                <a:latin typeface="Aptos"/>
                <a:ea typeface="Aptos"/>
                <a:cs typeface="Aptos"/>
              </a:rPr>
              <a:t>Kalender</a:t>
            </a:r>
          </a:p>
        </p:txBody>
      </p:sp>
      <p:sp>
        <p:nvSpPr>
          <p:cNvPr id="38" name="">
            <a:extLst xmlns:a="http://schemas.openxmlformats.org/drawingml/2006/main">
              <a:ext uri="{FF2B5EF4-FFF2-40B4-BE49-F238E27FC236}">
                <a16:creationId xmlns:a16="http://schemas.microsoft.com/office/drawing/2014/main" id="{964CA19A-EFEC-4563-959E-0C2B1E820029}"/>
              </a:ext>
            </a:extLst>
          </p:cNvPr>
          <p:cNvSpPr>
            <a:spLocks xmlns:a="http://schemas.openxmlformats.org/drawingml/2006/main" noGrp="1"/>
          </p:cNvSpPr>
          <p:nvPr/>
        </p:nvSpPr>
        <p:spPr>
          <a:xfrm xmlns:a="http://schemas.openxmlformats.org/drawingml/2006/main">
            <a:off x="9149715" y="5676900"/>
            <a:ext cx="54483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638" b="0">
                <a:solidFill>
                  <a:srgbClr val="656961"/>
                </a:solidFill>
                <a:latin typeface="Aptos"/>
                <a:ea typeface="Aptos"/>
                <a:cs typeface="Aptos"/>
              </a:defRPr>
            </a:pPr>
            <a:r>
              <a:rPr sz="638" b="0">
                <a:solidFill>
                  <a:srgbClr val="656961"/>
                </a:solidFill>
                <a:latin typeface="Aptos"/>
                <a:ea typeface="Aptos"/>
                <a:cs typeface="Aptos"/>
              </a:rPr>
              <a:t>Spiele</a:t>
            </a:r>
          </a:p>
        </p:txBody>
      </p:sp>
      <p:sp>
        <p:nvSpPr>
          <p:cNvPr id="39" name="">
            <a:extLst xmlns:a="http://schemas.openxmlformats.org/drawingml/2006/main">
              <a:ext uri="{FF2B5EF4-FFF2-40B4-BE49-F238E27FC236}">
                <a16:creationId xmlns:a16="http://schemas.microsoft.com/office/drawing/2014/main" id="{C02162B2-E61A-4A9D-B25F-4785CF74C52D}"/>
              </a:ext>
            </a:extLst>
          </p:cNvPr>
          <p:cNvSpPr>
            <a:spLocks xmlns:a="http://schemas.openxmlformats.org/drawingml/2006/main" noGrp="1"/>
          </p:cNvSpPr>
          <p:nvPr/>
        </p:nvSpPr>
        <p:spPr>
          <a:xfrm xmlns:a="http://schemas.openxmlformats.org/drawingml/2006/main">
            <a:off x="9713595" y="5676900"/>
            <a:ext cx="54483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638" b="0">
                <a:solidFill>
                  <a:srgbClr val="656961"/>
                </a:solidFill>
                <a:latin typeface="Aptos"/>
                <a:ea typeface="Aptos"/>
                <a:cs typeface="Aptos"/>
              </a:defRPr>
            </a:pPr>
            <a:r>
              <a:rPr sz="638" b="0">
                <a:solidFill>
                  <a:srgbClr val="656961"/>
                </a:solidFill>
                <a:latin typeface="Aptos"/>
                <a:ea typeface="Aptos"/>
                <a:cs typeface="Aptos"/>
              </a:rPr>
              <a:t>Mehr</a:t>
            </a:r>
          </a:p>
        </p:txBody>
      </p:sp>
      <p:sp>
        <p:nvSpPr>
          <p:cNvPr id="40" name="">
            <a:extLst xmlns:a="http://schemas.openxmlformats.org/drawingml/2006/main">
              <a:ext uri="{FF2B5EF4-FFF2-40B4-BE49-F238E27FC236}">
                <a16:creationId xmlns:a16="http://schemas.microsoft.com/office/drawing/2014/main" id="{4C372E4E-588F-4F43-9EE8-46C6F37D0316}"/>
              </a:ext>
            </a:extLst>
          </p:cNvPr>
          <p:cNvSpPr>
            <a:spLocks xmlns:a="http://schemas.openxmlformats.org/drawingml/2006/main" noGrp="1"/>
          </p:cNvSpPr>
          <p:nvPr/>
        </p:nvSpPr>
        <p:spPr>
          <a:xfrm xmlns:a="http://schemas.openxmlformats.org/drawingml/2006/main">
            <a:off x="4762500" y="5810250"/>
            <a:ext cx="6286500" cy="514350"/>
          </a:xfrm>
          <a:prstGeom xmlns:a="http://schemas.openxmlformats.org/drawingml/2006/main" prst="roundRect">
            <a:avLst>
              <a:gd name="adj" fmla="val 29630"/>
            </a:avLst>
          </a:prstGeom>
          <a:solidFill xmlns:a="http://schemas.openxmlformats.org/drawingml/2006/main">
            <a:srgbClr val="121512"/>
          </a:solidFill>
          <a:ln xmlns:a="http://schemas.openxmlformats.org/drawingml/2006/main" w="0">
            <a:noFill/>
            <a:prstDash val="solid"/>
          </a:ln>
        </p:spPr>
      </p:sp>
      <p:sp>
        <p:nvSpPr>
          <p:cNvPr id="41" name="">
            <a:extLst xmlns:a="http://schemas.openxmlformats.org/drawingml/2006/main">
              <a:ext uri="{FF2B5EF4-FFF2-40B4-BE49-F238E27FC236}">
                <a16:creationId xmlns:a16="http://schemas.microsoft.com/office/drawing/2014/main" id="{C0089FF8-7A1A-44F9-856E-B4E51B847EDE}"/>
              </a:ext>
            </a:extLst>
          </p:cNvPr>
          <p:cNvSpPr>
            <a:spLocks xmlns:a="http://schemas.openxmlformats.org/drawingml/2006/main" noGrp="1"/>
          </p:cNvSpPr>
          <p:nvPr/>
        </p:nvSpPr>
        <p:spPr>
          <a:xfrm xmlns:a="http://schemas.openxmlformats.org/drawingml/2006/main">
            <a:off x="4953000" y="5924550"/>
            <a:ext cx="590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FFF"/>
                </a:solidFill>
                <a:latin typeface="Aptos Display"/>
                <a:ea typeface="Aptos Display"/>
                <a:cs typeface="Aptos Display"/>
              </a:defRPr>
            </a:pPr>
            <a:r>
              <a:rPr sz="1275" b="1">
                <a:solidFill>
                  <a:srgbClr val="FFFFFF"/>
                </a:solidFill>
                <a:latin typeface="Aptos Display"/>
                <a:ea typeface="Aptos Display"/>
                <a:cs typeface="Aptos Display"/>
              </a:rPr>
              <a:t>Du siehst nur die Kinder und Mannschaften, die deinem Konto zugeordnet sind.</a:t>
            </a:r>
          </a:p>
        </p:txBody>
      </p:sp>
      <p:sp>
        <p:nvSpPr>
          <p:cNvPr id="42" name="">
            <a:extLst xmlns:a="http://schemas.openxmlformats.org/drawingml/2006/main">
              <a:ext uri="{FF2B5EF4-FFF2-40B4-BE49-F238E27FC236}">
                <a16:creationId xmlns:a16="http://schemas.microsoft.com/office/drawing/2014/main" id="{12688AA2-240F-4953-8EAD-28BCD324CC55}"/>
              </a:ext>
            </a:extLst>
          </p:cNvPr>
          <p:cNvSpPr>
            <a:spLocks xmlns:a="http://schemas.openxmlformats.org/drawingml/2006/main" noGrp="1"/>
          </p:cNvSpPr>
          <p:nvPr/>
        </p:nvSpPr>
        <p:spPr>
          <a:xfrm xmlns:a="http://schemas.openxmlformats.org/drawingml/2006/main">
            <a:off x="533400" y="6572250"/>
            <a:ext cx="733425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713" b="0">
                <a:solidFill>
                  <a:srgbClr val="656961"/>
                </a:solidFill>
                <a:latin typeface="Aptos"/>
                <a:ea typeface="Aptos"/>
                <a:cs typeface="Aptos"/>
              </a:defRPr>
            </a:pPr>
            <a:r>
              <a:rPr sz="713" b="0">
                <a:solidFill>
                  <a:srgbClr val="656961"/>
                </a:solidFill>
                <a:latin typeface="Aptos"/>
                <a:ea typeface="Aptos"/>
                <a:cs typeface="Aptos"/>
              </a:rPr>
              <a:t>FC Teugn Talents · Hilfe für Eltern &amp; Familien</a:t>
            </a:r>
          </a:p>
        </p:txBody>
      </p:sp>
    </p:spTree>
    <p:extLst>
      <p:ext uri="{BB962C8B-B14F-4D97-AF65-F5344CB8AC3E}">
        <p14:creationId xmlns:p14="http://schemas.microsoft.com/office/powerpoint/2010/main" val="1926288355"/>
      </p:ext>
    </p:extLst>
  </p:cSld>
</p:sld>
</file>

<file path=ppt/slides/slide3.xml><?xml version="1.0" encoding="utf-8"?>
<p:sld xmlns:p="http://schemas.openxmlformats.org/presentationml/2006/main">
  <p:cSld>
    <p:bg>
      <p:bgPr>
        <a:solidFill xmlns:a="http://schemas.openxmlformats.org/drawingml/2006/main">
          <a:srgbClr val="FCFBF6"/>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8A859CB6-4EE2-4B52-85FC-15C8E962FAC6}"/>
              </a:ext>
            </a:extLst>
          </p:cNvPr>
          <p:cNvSpPr>
            <a:spLocks xmlns:a="http://schemas.openxmlformats.org/drawingml/2006/main" noGrp="1"/>
          </p:cNvSpPr>
          <p:nvPr/>
        </p:nvSpPr>
        <p:spPr>
          <a:xfrm xmlns:a="http://schemas.openxmlformats.org/drawingml/2006/main">
            <a:off x="533400" y="2667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7B6900"/>
                </a:solidFill>
                <a:latin typeface="Aptos Display"/>
                <a:ea typeface="Aptos Display"/>
                <a:cs typeface="Aptos Display"/>
              </a:defRPr>
            </a:pPr>
            <a:r>
              <a:rPr sz="975" b="1">
                <a:solidFill>
                  <a:srgbClr val="7B6900"/>
                </a:solidFill>
                <a:latin typeface="Aptos Display"/>
                <a:ea typeface="Aptos Display"/>
                <a:cs typeface="Aptos Display"/>
              </a:rPr>
              <a:t>STARTKLAR</a:t>
            </a:r>
          </a:p>
        </p:txBody>
      </p:sp>
      <p:sp>
        <p:nvSpPr>
          <p:cNvPr id="2" name="">
            <a:extLst xmlns:a="http://schemas.openxmlformats.org/drawingml/2006/main">
              <a:ext uri="{FF2B5EF4-FFF2-40B4-BE49-F238E27FC236}">
                <a16:creationId xmlns:a16="http://schemas.microsoft.com/office/drawing/2014/main" id="{3D8B9DEB-181E-49D1-96D3-B3A401D575EC}"/>
              </a:ext>
            </a:extLst>
          </p:cNvPr>
          <p:cNvSpPr>
            <a:spLocks xmlns:a="http://schemas.openxmlformats.org/drawingml/2006/main" noGrp="1"/>
          </p:cNvSpPr>
          <p:nvPr/>
        </p:nvSpPr>
        <p:spPr>
          <a:xfrm xmlns:a="http://schemas.openxmlformats.org/drawingml/2006/main">
            <a:off x="533400" y="552450"/>
            <a:ext cx="1028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625" b="1">
                <a:solidFill>
                  <a:srgbClr val="121512"/>
                </a:solidFill>
                <a:latin typeface="Aptos Display"/>
                <a:ea typeface="Aptos Display"/>
                <a:cs typeface="Aptos Display"/>
              </a:defRPr>
            </a:pPr>
            <a:r>
              <a:rPr sz="2625" b="1">
                <a:solidFill>
                  <a:srgbClr val="121512"/>
                </a:solidFill>
                <a:latin typeface="Aptos Display"/>
                <a:ea typeface="Aptos Display"/>
                <a:cs typeface="Aptos Display"/>
              </a:rPr>
              <a:t>In vier ruhigen Schritten loslegen</a:t>
            </a:r>
          </a:p>
        </p:txBody>
      </p:sp>
      <p:sp>
        <p:nvSpPr>
          <p:cNvPr id="3" name="">
            <a:extLst xmlns:a="http://schemas.openxmlformats.org/drawingml/2006/main">
              <a:ext uri="{FF2B5EF4-FFF2-40B4-BE49-F238E27FC236}">
                <a16:creationId xmlns:a16="http://schemas.microsoft.com/office/drawing/2014/main" id="{F7EEBEFA-1565-434C-ABF9-669252C33223}"/>
              </a:ext>
            </a:extLst>
          </p:cNvPr>
          <p:cNvSpPr>
            <a:spLocks xmlns:a="http://schemas.openxmlformats.org/drawingml/2006/main" noGrp="1"/>
          </p:cNvSpPr>
          <p:nvPr/>
        </p:nvSpPr>
        <p:spPr>
          <a:xfrm xmlns:a="http://schemas.openxmlformats.org/drawingml/2006/main">
            <a:off x="533400" y="1143000"/>
            <a:ext cx="990600" cy="57150"/>
          </a:xfrm>
          <a:prstGeom xmlns:a="http://schemas.openxmlformats.org/drawingml/2006/main" prst="roundRect">
            <a:avLst>
              <a:gd name="adj" fmla="val 50000"/>
            </a:avLst>
          </a:prstGeom>
          <a:solidFill xmlns:a="http://schemas.openxmlformats.org/drawingml/2006/main">
            <a:srgbClr val="FFE50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B9BDBA6-87C5-440F-8EB1-C601718BA7DE}"/>
              </a:ext>
            </a:extLst>
          </p:cNvPr>
          <p:cNvSpPr>
            <a:spLocks xmlns:a="http://schemas.openxmlformats.org/drawingml/2006/main" noGrp="1"/>
          </p:cNvSpPr>
          <p:nvPr/>
        </p:nvSpPr>
        <p:spPr>
          <a:xfrm xmlns:a="http://schemas.openxmlformats.org/drawingml/2006/main">
            <a:off x="10896600" y="266700"/>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1">
                <a:solidFill>
                  <a:srgbClr val="656961"/>
                </a:solidFill>
                <a:latin typeface="Aptos Display"/>
                <a:ea typeface="Aptos Display"/>
                <a:cs typeface="Aptos Display"/>
              </a:defRPr>
            </a:pPr>
            <a:r>
              <a:rPr sz="900" b="1">
                <a:solidFill>
                  <a:srgbClr val="656961"/>
                </a:solidFill>
                <a:latin typeface="Aptos Display"/>
                <a:ea typeface="Aptos Display"/>
                <a:cs typeface="Aptos Display"/>
              </a:rPr>
              <a:t>3</a:t>
            </a:r>
          </a:p>
        </p:txBody>
      </p:sp>
      <p:sp>
        <p:nvSpPr>
          <p:cNvPr id="5" name="">
            <a:extLst xmlns:a="http://schemas.openxmlformats.org/drawingml/2006/main">
              <a:ext uri="{FF2B5EF4-FFF2-40B4-BE49-F238E27FC236}">
                <a16:creationId xmlns:a16="http://schemas.microsoft.com/office/drawing/2014/main" id="{BA76BD3A-88D2-4EC9-8E24-1A111338CB95}"/>
              </a:ext>
            </a:extLst>
          </p:cNvPr>
          <p:cNvSpPr>
            <a:spLocks xmlns:a="http://schemas.openxmlformats.org/drawingml/2006/main" noGrp="1"/>
          </p:cNvSpPr>
          <p:nvPr/>
        </p:nvSpPr>
        <p:spPr>
          <a:xfrm xmlns:a="http://schemas.openxmlformats.org/drawingml/2006/main">
            <a:off x="533400" y="1352550"/>
            <a:ext cx="106680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75" b="0">
                <a:solidFill>
                  <a:srgbClr val="656961"/>
                </a:solidFill>
                <a:latin typeface="Aptos"/>
                <a:ea typeface="Aptos"/>
                <a:cs typeface="Aptos"/>
              </a:defRPr>
            </a:pPr>
            <a:r>
              <a:rPr sz="1275" b="0">
                <a:solidFill>
                  <a:srgbClr val="656961"/>
                </a:solidFill>
                <a:latin typeface="Aptos"/>
                <a:ea typeface="Aptos"/>
                <a:cs typeface="Aptos"/>
              </a:rPr>
              <a:t>Der erste Einstieg dauert nur wenige Minuten.</a:t>
            </a:r>
          </a:p>
        </p:txBody>
      </p:sp>
      <p:cxnSp>
        <p:nvCxnSpPr>
          <p:cNvPr id="31" name=""/>
          <p:cNvCxnSpPr/>
          <p:nvPr/>
        </p:nvCxnSpPr>
        <p:spPr>
          <a:xfrm xmlns:a="http://schemas.openxmlformats.org/drawingml/2006/main">
            <a:off x="1381125" y="2886075"/>
            <a:ext cx="9334500" cy="0"/>
          </a:xfrm>
          <a:prstGeom xmlns:a="http://schemas.openxmlformats.org/drawingml/2006/main" prst="straightConnector1">
            <a:avLst/>
          </a:prstGeom>
          <a:ln xmlns:a="http://schemas.openxmlformats.org/drawingml/2006/main" w="38100">
            <a:solidFill>
              <a:srgbClr val="A98E00"/>
            </a:solidFill>
            <a:prstDash val="solid"/>
          </a:ln>
        </p:spPr>
      </p:cxnSp>
      <p:sp>
        <p:nvSpPr>
          <p:cNvPr id="7" name="">
            <a:extLst xmlns:a="http://schemas.openxmlformats.org/drawingml/2006/main">
              <a:ext uri="{FF2B5EF4-FFF2-40B4-BE49-F238E27FC236}">
                <a16:creationId xmlns:a16="http://schemas.microsoft.com/office/drawing/2014/main" id="{27D74CD8-39B5-41BC-A933-4D5907421F9F}"/>
              </a:ext>
            </a:extLst>
          </p:cNvPr>
          <p:cNvSpPr>
            <a:spLocks xmlns:a="http://schemas.openxmlformats.org/drawingml/2006/main" noGrp="1"/>
          </p:cNvSpPr>
          <p:nvPr/>
        </p:nvSpPr>
        <p:spPr>
          <a:xfrm xmlns:a="http://schemas.openxmlformats.org/drawingml/2006/main">
            <a:off x="1419225" y="2466975"/>
            <a:ext cx="838200" cy="838200"/>
          </a:xfrm>
          <a:prstGeom xmlns:a="http://schemas.openxmlformats.org/drawingml/2006/main" prst="ellipse">
            <a:avLst/>
          </a:prstGeom>
          <a:solidFill xmlns:a="http://schemas.openxmlformats.org/drawingml/2006/main">
            <a:srgbClr val="FFE50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11F9C36-B84B-4322-944B-16DA65D1AF81}"/>
              </a:ext>
            </a:extLst>
          </p:cNvPr>
          <p:cNvSpPr>
            <a:spLocks xmlns:a="http://schemas.openxmlformats.org/drawingml/2006/main" noGrp="1"/>
          </p:cNvSpPr>
          <p:nvPr/>
        </p:nvSpPr>
        <p:spPr>
          <a:xfrm xmlns:a="http://schemas.openxmlformats.org/drawingml/2006/main">
            <a:off x="1419225" y="2476500"/>
            <a:ext cx="8382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121512"/>
                </a:solidFill>
                <a:latin typeface="Aptos Display"/>
                <a:ea typeface="Aptos Display"/>
                <a:cs typeface="Aptos Display"/>
              </a:defRPr>
            </a:pPr>
            <a:r>
              <a:rPr sz="2100" b="1">
                <a:solidFill>
                  <a:srgbClr val="121512"/>
                </a:solidFill>
                <a:latin typeface="Aptos Display"/>
                <a:ea typeface="Aptos Display"/>
                <a:cs typeface="Aptos Display"/>
              </a:rPr>
              <a:t>1</a:t>
            </a:r>
          </a:p>
        </p:txBody>
      </p:sp>
      <p:sp>
        <p:nvSpPr>
          <p:cNvPr id="9" name="">
            <a:extLst xmlns:a="http://schemas.openxmlformats.org/drawingml/2006/main">
              <a:ext uri="{FF2B5EF4-FFF2-40B4-BE49-F238E27FC236}">
                <a16:creationId xmlns:a16="http://schemas.microsoft.com/office/drawing/2014/main" id="{ECBE5A9B-502A-4E70-B210-F9CFFF419F42}"/>
              </a:ext>
            </a:extLst>
          </p:cNvPr>
          <p:cNvSpPr>
            <a:spLocks xmlns:a="http://schemas.openxmlformats.org/drawingml/2006/main" noGrp="1"/>
          </p:cNvSpPr>
          <p:nvPr/>
        </p:nvSpPr>
        <p:spPr>
          <a:xfrm xmlns:a="http://schemas.openxmlformats.org/drawingml/2006/main">
            <a:off x="628650" y="3581400"/>
            <a:ext cx="24193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650" b="1">
                <a:solidFill>
                  <a:srgbClr val="121512"/>
                </a:solidFill>
                <a:latin typeface="Aptos Display"/>
                <a:ea typeface="Aptos Display"/>
                <a:cs typeface="Aptos Display"/>
              </a:defRPr>
            </a:pPr>
            <a:r>
              <a:rPr sz="1650" b="1">
                <a:solidFill>
                  <a:srgbClr val="121512"/>
                </a:solidFill>
                <a:latin typeface="Aptos Display"/>
                <a:ea typeface="Aptos Display"/>
                <a:cs typeface="Aptos Display"/>
              </a:rPr>
              <a:t>App öffnen</a:t>
            </a:r>
          </a:p>
        </p:txBody>
      </p:sp>
      <p:sp>
        <p:nvSpPr>
          <p:cNvPr id="10" name="">
            <a:extLst xmlns:a="http://schemas.openxmlformats.org/drawingml/2006/main">
              <a:ext uri="{FF2B5EF4-FFF2-40B4-BE49-F238E27FC236}">
                <a16:creationId xmlns:a16="http://schemas.microsoft.com/office/drawing/2014/main" id="{108FDBF2-07D4-436D-9404-FD508CA0FF45}"/>
              </a:ext>
            </a:extLst>
          </p:cNvPr>
          <p:cNvSpPr>
            <a:spLocks xmlns:a="http://schemas.openxmlformats.org/drawingml/2006/main" noGrp="1"/>
          </p:cNvSpPr>
          <p:nvPr/>
        </p:nvSpPr>
        <p:spPr>
          <a:xfrm xmlns:a="http://schemas.openxmlformats.org/drawingml/2006/main">
            <a:off x="723900" y="4048125"/>
            <a:ext cx="2228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163" b="0">
                <a:solidFill>
                  <a:srgbClr val="656961"/>
                </a:solidFill>
                <a:latin typeface="Aptos"/>
                <a:ea typeface="Aptos"/>
                <a:cs typeface="Aptos"/>
              </a:defRPr>
            </a:pPr>
            <a:r>
              <a:rPr sz="1163" b="0">
                <a:solidFill>
                  <a:srgbClr val="656961"/>
                </a:solidFill>
                <a:latin typeface="Aptos"/>
                <a:ea typeface="Aptos"/>
                <a:cs typeface="Aptos"/>
              </a:rPr>
              <a:t>Android-APK oder Web-App auf dem Startbildschirm öffnen.</a:t>
            </a:r>
          </a:p>
        </p:txBody>
      </p:sp>
      <p:sp>
        <p:nvSpPr>
          <p:cNvPr id="11" name="">
            <a:extLst xmlns:a="http://schemas.openxmlformats.org/drawingml/2006/main">
              <a:ext uri="{FF2B5EF4-FFF2-40B4-BE49-F238E27FC236}">
                <a16:creationId xmlns:a16="http://schemas.microsoft.com/office/drawing/2014/main" id="{C0B19608-CBB8-4CD2-97D4-CABA40CA6C70}"/>
              </a:ext>
            </a:extLst>
          </p:cNvPr>
          <p:cNvSpPr>
            <a:spLocks xmlns:a="http://schemas.openxmlformats.org/drawingml/2006/main" noGrp="1"/>
          </p:cNvSpPr>
          <p:nvPr/>
        </p:nvSpPr>
        <p:spPr>
          <a:xfrm xmlns:a="http://schemas.openxmlformats.org/drawingml/2006/main">
            <a:off x="4276725" y="2466975"/>
            <a:ext cx="838200" cy="838200"/>
          </a:xfrm>
          <a:prstGeom xmlns:a="http://schemas.openxmlformats.org/drawingml/2006/main" prst="ellipse">
            <a:avLst/>
          </a:prstGeom>
          <a:solidFill xmlns:a="http://schemas.openxmlformats.org/drawingml/2006/main">
            <a:srgbClr val="FFE50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EEE9034-E6A6-4522-B23B-5823A4AB8F9B}"/>
              </a:ext>
            </a:extLst>
          </p:cNvPr>
          <p:cNvSpPr>
            <a:spLocks xmlns:a="http://schemas.openxmlformats.org/drawingml/2006/main" noGrp="1"/>
          </p:cNvSpPr>
          <p:nvPr/>
        </p:nvSpPr>
        <p:spPr>
          <a:xfrm xmlns:a="http://schemas.openxmlformats.org/drawingml/2006/main">
            <a:off x="4276725" y="2476500"/>
            <a:ext cx="8382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121512"/>
                </a:solidFill>
                <a:latin typeface="Aptos Display"/>
                <a:ea typeface="Aptos Display"/>
                <a:cs typeface="Aptos Display"/>
              </a:defRPr>
            </a:pPr>
            <a:r>
              <a:rPr sz="2100" b="1">
                <a:solidFill>
                  <a:srgbClr val="121512"/>
                </a:solidFill>
                <a:latin typeface="Aptos Display"/>
                <a:ea typeface="Aptos Display"/>
                <a:cs typeface="Aptos Display"/>
              </a:rPr>
              <a:t>2</a:t>
            </a:r>
          </a:p>
        </p:txBody>
      </p:sp>
      <p:sp>
        <p:nvSpPr>
          <p:cNvPr id="13" name="">
            <a:extLst xmlns:a="http://schemas.openxmlformats.org/drawingml/2006/main">
              <a:ext uri="{FF2B5EF4-FFF2-40B4-BE49-F238E27FC236}">
                <a16:creationId xmlns:a16="http://schemas.microsoft.com/office/drawing/2014/main" id="{52DC867F-1EEC-4EF0-99EF-98F7DA5BA5B3}"/>
              </a:ext>
            </a:extLst>
          </p:cNvPr>
          <p:cNvSpPr>
            <a:spLocks xmlns:a="http://schemas.openxmlformats.org/drawingml/2006/main" noGrp="1"/>
          </p:cNvSpPr>
          <p:nvPr/>
        </p:nvSpPr>
        <p:spPr>
          <a:xfrm xmlns:a="http://schemas.openxmlformats.org/drawingml/2006/main">
            <a:off x="3486150" y="3581400"/>
            <a:ext cx="24193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650" b="1">
                <a:solidFill>
                  <a:srgbClr val="121512"/>
                </a:solidFill>
                <a:latin typeface="Aptos Display"/>
                <a:ea typeface="Aptos Display"/>
                <a:cs typeface="Aptos Display"/>
              </a:defRPr>
            </a:pPr>
            <a:r>
              <a:rPr sz="1650" b="1">
                <a:solidFill>
                  <a:srgbClr val="121512"/>
                </a:solidFill>
                <a:latin typeface="Aptos Display"/>
                <a:ea typeface="Aptos Display"/>
                <a:cs typeface="Aptos Display"/>
              </a:rPr>
              <a:t>Anmelden</a:t>
            </a:r>
          </a:p>
        </p:txBody>
      </p:sp>
      <p:sp>
        <p:nvSpPr>
          <p:cNvPr id="14" name="">
            <a:extLst xmlns:a="http://schemas.openxmlformats.org/drawingml/2006/main">
              <a:ext uri="{FF2B5EF4-FFF2-40B4-BE49-F238E27FC236}">
                <a16:creationId xmlns:a16="http://schemas.microsoft.com/office/drawing/2014/main" id="{106C3B06-118A-4A40-AD3C-15C59C5B65CC}"/>
              </a:ext>
            </a:extLst>
          </p:cNvPr>
          <p:cNvSpPr>
            <a:spLocks xmlns:a="http://schemas.openxmlformats.org/drawingml/2006/main" noGrp="1"/>
          </p:cNvSpPr>
          <p:nvPr/>
        </p:nvSpPr>
        <p:spPr>
          <a:xfrm xmlns:a="http://schemas.openxmlformats.org/drawingml/2006/main">
            <a:off x="3581400" y="4048125"/>
            <a:ext cx="2228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163" b="0">
                <a:solidFill>
                  <a:srgbClr val="656961"/>
                </a:solidFill>
                <a:latin typeface="Aptos"/>
                <a:ea typeface="Aptos"/>
                <a:cs typeface="Aptos"/>
              </a:defRPr>
            </a:pPr>
            <a:r>
              <a:rPr sz="1163" b="0">
                <a:solidFill>
                  <a:srgbClr val="656961"/>
                </a:solidFill>
                <a:latin typeface="Aptos"/>
                <a:ea typeface="Aptos"/>
                <a:cs typeface="Aptos"/>
              </a:rPr>
              <a:t>Mit der registrierten E-Mail-Adresse und dem eigenen Passwort.</a:t>
            </a:r>
          </a:p>
        </p:txBody>
      </p:sp>
      <p:sp>
        <p:nvSpPr>
          <p:cNvPr id="15" name="">
            <a:extLst xmlns:a="http://schemas.openxmlformats.org/drawingml/2006/main">
              <a:ext uri="{FF2B5EF4-FFF2-40B4-BE49-F238E27FC236}">
                <a16:creationId xmlns:a16="http://schemas.microsoft.com/office/drawing/2014/main" id="{92498F04-236A-4AFA-B511-D5EBEAC980BC}"/>
              </a:ext>
            </a:extLst>
          </p:cNvPr>
          <p:cNvSpPr>
            <a:spLocks xmlns:a="http://schemas.openxmlformats.org/drawingml/2006/main" noGrp="1"/>
          </p:cNvSpPr>
          <p:nvPr/>
        </p:nvSpPr>
        <p:spPr>
          <a:xfrm xmlns:a="http://schemas.openxmlformats.org/drawingml/2006/main">
            <a:off x="7134225" y="2466975"/>
            <a:ext cx="838200" cy="838200"/>
          </a:xfrm>
          <a:prstGeom xmlns:a="http://schemas.openxmlformats.org/drawingml/2006/main" prst="ellipse">
            <a:avLst/>
          </a:prstGeom>
          <a:solidFill xmlns:a="http://schemas.openxmlformats.org/drawingml/2006/main">
            <a:srgbClr val="FFE500"/>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CE9BE4D6-1FF1-47BE-B61A-5A79B5F0232A}"/>
              </a:ext>
            </a:extLst>
          </p:cNvPr>
          <p:cNvSpPr>
            <a:spLocks xmlns:a="http://schemas.openxmlformats.org/drawingml/2006/main" noGrp="1"/>
          </p:cNvSpPr>
          <p:nvPr/>
        </p:nvSpPr>
        <p:spPr>
          <a:xfrm xmlns:a="http://schemas.openxmlformats.org/drawingml/2006/main">
            <a:off x="7134225" y="2476500"/>
            <a:ext cx="8382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121512"/>
                </a:solidFill>
                <a:latin typeface="Aptos Display"/>
                <a:ea typeface="Aptos Display"/>
                <a:cs typeface="Aptos Display"/>
              </a:defRPr>
            </a:pPr>
            <a:r>
              <a:rPr sz="2100" b="1">
                <a:solidFill>
                  <a:srgbClr val="121512"/>
                </a:solidFill>
                <a:latin typeface="Aptos Display"/>
                <a:ea typeface="Aptos Display"/>
                <a:cs typeface="Aptos Display"/>
              </a:rPr>
              <a:t>3</a:t>
            </a:r>
          </a:p>
        </p:txBody>
      </p:sp>
      <p:sp>
        <p:nvSpPr>
          <p:cNvPr id="17" name="">
            <a:extLst xmlns:a="http://schemas.openxmlformats.org/drawingml/2006/main">
              <a:ext uri="{FF2B5EF4-FFF2-40B4-BE49-F238E27FC236}">
                <a16:creationId xmlns:a16="http://schemas.microsoft.com/office/drawing/2014/main" id="{94EFA22A-F21C-456E-AEAC-664C6066B448}"/>
              </a:ext>
            </a:extLst>
          </p:cNvPr>
          <p:cNvSpPr>
            <a:spLocks xmlns:a="http://schemas.openxmlformats.org/drawingml/2006/main" noGrp="1"/>
          </p:cNvSpPr>
          <p:nvPr/>
        </p:nvSpPr>
        <p:spPr>
          <a:xfrm xmlns:a="http://schemas.openxmlformats.org/drawingml/2006/main">
            <a:off x="6343650" y="3581400"/>
            <a:ext cx="24193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650" b="1">
                <a:solidFill>
                  <a:srgbClr val="121512"/>
                </a:solidFill>
                <a:latin typeface="Aptos Display"/>
                <a:ea typeface="Aptos Display"/>
                <a:cs typeface="Aptos Display"/>
              </a:defRPr>
            </a:pPr>
            <a:r>
              <a:rPr sz="1650" b="1">
                <a:solidFill>
                  <a:srgbClr val="121512"/>
                </a:solidFill>
                <a:latin typeface="Aptos Display"/>
                <a:ea typeface="Aptos Display"/>
                <a:cs typeface="Aptos Display"/>
              </a:rPr>
              <a:t>Konto prüfen</a:t>
            </a:r>
          </a:p>
        </p:txBody>
      </p:sp>
      <p:sp>
        <p:nvSpPr>
          <p:cNvPr id="18" name="">
            <a:extLst xmlns:a="http://schemas.openxmlformats.org/drawingml/2006/main">
              <a:ext uri="{FF2B5EF4-FFF2-40B4-BE49-F238E27FC236}">
                <a16:creationId xmlns:a16="http://schemas.microsoft.com/office/drawing/2014/main" id="{1B466A40-B45E-4642-B369-AA966229DAF3}"/>
              </a:ext>
            </a:extLst>
          </p:cNvPr>
          <p:cNvSpPr>
            <a:spLocks xmlns:a="http://schemas.openxmlformats.org/drawingml/2006/main" noGrp="1"/>
          </p:cNvSpPr>
          <p:nvPr/>
        </p:nvSpPr>
        <p:spPr>
          <a:xfrm xmlns:a="http://schemas.openxmlformats.org/drawingml/2006/main">
            <a:off x="6438900" y="4048125"/>
            <a:ext cx="2228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163" b="0">
                <a:solidFill>
                  <a:srgbClr val="656961"/>
                </a:solidFill>
                <a:latin typeface="Aptos"/>
                <a:ea typeface="Aptos"/>
                <a:cs typeface="Aptos"/>
              </a:defRPr>
            </a:pPr>
            <a:r>
              <a:rPr sz="1163" b="0">
                <a:solidFill>
                  <a:srgbClr val="656961"/>
                </a:solidFill>
                <a:latin typeface="Aptos"/>
                <a:ea typeface="Aptos"/>
                <a:cs typeface="Aptos"/>
              </a:rPr>
              <a:t>Name, Kontaktdaten und zugeordnete Kinder kontrollieren.</a:t>
            </a:r>
          </a:p>
        </p:txBody>
      </p:sp>
      <p:sp>
        <p:nvSpPr>
          <p:cNvPr id="19" name="">
            <a:extLst xmlns:a="http://schemas.openxmlformats.org/drawingml/2006/main">
              <a:ext uri="{FF2B5EF4-FFF2-40B4-BE49-F238E27FC236}">
                <a16:creationId xmlns:a16="http://schemas.microsoft.com/office/drawing/2014/main" id="{B025B896-7FCB-4368-8D6D-C4E43DB7629A}"/>
              </a:ext>
            </a:extLst>
          </p:cNvPr>
          <p:cNvSpPr>
            <a:spLocks xmlns:a="http://schemas.openxmlformats.org/drawingml/2006/main" noGrp="1"/>
          </p:cNvSpPr>
          <p:nvPr/>
        </p:nvSpPr>
        <p:spPr>
          <a:xfrm xmlns:a="http://schemas.openxmlformats.org/drawingml/2006/main">
            <a:off x="9991725" y="2466975"/>
            <a:ext cx="838200" cy="838200"/>
          </a:xfrm>
          <a:prstGeom xmlns:a="http://schemas.openxmlformats.org/drawingml/2006/main" prst="ellipse">
            <a:avLst/>
          </a:prstGeom>
          <a:solidFill xmlns:a="http://schemas.openxmlformats.org/drawingml/2006/main">
            <a:srgbClr val="121512"/>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32415671-DA2E-4218-BAE8-27321D20A5BB}"/>
              </a:ext>
            </a:extLst>
          </p:cNvPr>
          <p:cNvSpPr>
            <a:spLocks xmlns:a="http://schemas.openxmlformats.org/drawingml/2006/main" noGrp="1"/>
          </p:cNvSpPr>
          <p:nvPr/>
        </p:nvSpPr>
        <p:spPr>
          <a:xfrm xmlns:a="http://schemas.openxmlformats.org/drawingml/2006/main">
            <a:off x="9991725" y="2476500"/>
            <a:ext cx="8382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FFFFFF"/>
                </a:solidFill>
                <a:latin typeface="Aptos Display"/>
                <a:ea typeface="Aptos Display"/>
                <a:cs typeface="Aptos Display"/>
              </a:defRPr>
            </a:pPr>
            <a:r>
              <a:rPr sz="2100" b="1">
                <a:solidFill>
                  <a:srgbClr val="FFFFFF"/>
                </a:solidFill>
                <a:latin typeface="Aptos Display"/>
                <a:ea typeface="Aptos Display"/>
                <a:cs typeface="Aptos Display"/>
              </a:rPr>
              <a:t>4</a:t>
            </a:r>
          </a:p>
        </p:txBody>
      </p:sp>
      <p:sp>
        <p:nvSpPr>
          <p:cNvPr id="21" name="">
            <a:extLst xmlns:a="http://schemas.openxmlformats.org/drawingml/2006/main">
              <a:ext uri="{FF2B5EF4-FFF2-40B4-BE49-F238E27FC236}">
                <a16:creationId xmlns:a16="http://schemas.microsoft.com/office/drawing/2014/main" id="{8D5687DE-BFE3-4C97-BF15-D856FEBF0710}"/>
              </a:ext>
            </a:extLst>
          </p:cNvPr>
          <p:cNvSpPr>
            <a:spLocks xmlns:a="http://schemas.openxmlformats.org/drawingml/2006/main" noGrp="1"/>
          </p:cNvSpPr>
          <p:nvPr/>
        </p:nvSpPr>
        <p:spPr>
          <a:xfrm xmlns:a="http://schemas.openxmlformats.org/drawingml/2006/main">
            <a:off x="9201150" y="3581400"/>
            <a:ext cx="24193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650" b="1">
                <a:solidFill>
                  <a:srgbClr val="121512"/>
                </a:solidFill>
                <a:latin typeface="Aptos Display"/>
                <a:ea typeface="Aptos Display"/>
                <a:cs typeface="Aptos Display"/>
              </a:defRPr>
            </a:pPr>
            <a:r>
              <a:rPr sz="1650" b="1">
                <a:solidFill>
                  <a:srgbClr val="121512"/>
                </a:solidFill>
                <a:latin typeface="Aptos Display"/>
                <a:ea typeface="Aptos Display"/>
                <a:cs typeface="Aptos Display"/>
              </a:rPr>
              <a:t>Push wählen</a:t>
            </a:r>
          </a:p>
        </p:txBody>
      </p:sp>
      <p:sp>
        <p:nvSpPr>
          <p:cNvPr id="22" name="">
            <a:extLst xmlns:a="http://schemas.openxmlformats.org/drawingml/2006/main">
              <a:ext uri="{FF2B5EF4-FFF2-40B4-BE49-F238E27FC236}">
                <a16:creationId xmlns:a16="http://schemas.microsoft.com/office/drawing/2014/main" id="{D86FBCD9-C76D-4A06-8812-B79BCAA3BF51}"/>
              </a:ext>
            </a:extLst>
          </p:cNvPr>
          <p:cNvSpPr>
            <a:spLocks xmlns:a="http://schemas.openxmlformats.org/drawingml/2006/main" noGrp="1"/>
          </p:cNvSpPr>
          <p:nvPr/>
        </p:nvSpPr>
        <p:spPr>
          <a:xfrm xmlns:a="http://schemas.openxmlformats.org/drawingml/2006/main">
            <a:off x="9296400" y="4048125"/>
            <a:ext cx="2228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163" b="0">
                <a:solidFill>
                  <a:srgbClr val="656961"/>
                </a:solidFill>
                <a:latin typeface="Aptos"/>
                <a:ea typeface="Aptos"/>
                <a:cs typeface="Aptos"/>
              </a:defRPr>
            </a:pPr>
            <a:r>
              <a:rPr sz="1163" b="0">
                <a:solidFill>
                  <a:srgbClr val="656961"/>
                </a:solidFill>
                <a:latin typeface="Aptos"/>
                <a:ea typeface="Aptos"/>
                <a:cs typeface="Aptos"/>
              </a:rPr>
              <a:t>Benachrichtigungen freiwillig aktivieren oder später entscheiden.</a:t>
            </a:r>
          </a:p>
        </p:txBody>
      </p:sp>
      <p:sp>
        <p:nvSpPr>
          <p:cNvPr id="23" name="">
            <a:extLst xmlns:a="http://schemas.openxmlformats.org/drawingml/2006/main">
              <a:ext uri="{FF2B5EF4-FFF2-40B4-BE49-F238E27FC236}">
                <a16:creationId xmlns:a16="http://schemas.microsoft.com/office/drawing/2014/main" id="{5A483F0C-46E9-4646-ABDB-BF50196BE548}"/>
              </a:ext>
            </a:extLst>
          </p:cNvPr>
          <p:cNvSpPr>
            <a:spLocks xmlns:a="http://schemas.openxmlformats.org/drawingml/2006/main" noGrp="1"/>
          </p:cNvSpPr>
          <p:nvPr/>
        </p:nvSpPr>
        <p:spPr>
          <a:xfrm xmlns:a="http://schemas.openxmlformats.org/drawingml/2006/main">
            <a:off x="1619250" y="5448300"/>
            <a:ext cx="8953500" cy="514350"/>
          </a:xfrm>
          <a:prstGeom xmlns:a="http://schemas.openxmlformats.org/drawingml/2006/main" prst="roundRect">
            <a:avLst>
              <a:gd name="adj" fmla="val 29630"/>
            </a:avLst>
          </a:prstGeom>
          <a:solidFill xmlns:a="http://schemas.openxmlformats.org/drawingml/2006/main">
            <a:srgbClr val="FFF5A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CD6DC57-5A98-4903-85C1-F757892CC14E}"/>
              </a:ext>
            </a:extLst>
          </p:cNvPr>
          <p:cNvSpPr>
            <a:spLocks xmlns:a="http://schemas.openxmlformats.org/drawingml/2006/main" noGrp="1"/>
          </p:cNvSpPr>
          <p:nvPr/>
        </p:nvSpPr>
        <p:spPr>
          <a:xfrm xmlns:a="http://schemas.openxmlformats.org/drawingml/2006/main">
            <a:off x="1809750" y="55626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21512"/>
                </a:solidFill>
                <a:latin typeface="Aptos Display"/>
                <a:ea typeface="Aptos Display"/>
                <a:cs typeface="Aptos Display"/>
              </a:defRPr>
            </a:pPr>
            <a:r>
              <a:rPr sz="1275" b="1">
                <a:solidFill>
                  <a:srgbClr val="121512"/>
                </a:solidFill>
                <a:latin typeface="Aptos Display"/>
                <a:ea typeface="Aptos Display"/>
                <a:cs typeface="Aptos Display"/>
              </a:rPr>
              <a:t>Passwort vergessen? Auf der Anmeldeseite zurücksetzen – der Link gilt 15 Minuten.</a:t>
            </a:r>
          </a:p>
        </p:txBody>
      </p:sp>
      <p:sp>
        <p:nvSpPr>
          <p:cNvPr id="25" name="">
            <a:extLst xmlns:a="http://schemas.openxmlformats.org/drawingml/2006/main">
              <a:ext uri="{FF2B5EF4-FFF2-40B4-BE49-F238E27FC236}">
                <a16:creationId xmlns:a16="http://schemas.microsoft.com/office/drawing/2014/main" id="{DAF17961-45B7-4AB0-9863-2CA82156D98A}"/>
              </a:ext>
            </a:extLst>
          </p:cNvPr>
          <p:cNvSpPr>
            <a:spLocks xmlns:a="http://schemas.openxmlformats.org/drawingml/2006/main" noGrp="1"/>
          </p:cNvSpPr>
          <p:nvPr/>
        </p:nvSpPr>
        <p:spPr>
          <a:xfrm xmlns:a="http://schemas.openxmlformats.org/drawingml/2006/main">
            <a:off x="533400" y="6572250"/>
            <a:ext cx="733425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713" b="0">
                <a:solidFill>
                  <a:srgbClr val="656961"/>
                </a:solidFill>
                <a:latin typeface="Aptos"/>
                <a:ea typeface="Aptos"/>
                <a:cs typeface="Aptos"/>
              </a:defRPr>
            </a:pPr>
            <a:r>
              <a:rPr sz="713" b="0">
                <a:solidFill>
                  <a:srgbClr val="656961"/>
                </a:solidFill>
                <a:latin typeface="Aptos"/>
                <a:ea typeface="Aptos"/>
                <a:cs typeface="Aptos"/>
              </a:rPr>
              <a:t>FC Teugn Talents · Hilfe für Eltern &amp; Familien</a:t>
            </a:r>
          </a:p>
        </p:txBody>
      </p:sp>
    </p:spTree>
    <p:extLst>
      <p:ext uri="{BB962C8B-B14F-4D97-AF65-F5344CB8AC3E}">
        <p14:creationId xmlns:p14="http://schemas.microsoft.com/office/powerpoint/2010/main" val="1119015415"/>
      </p:ext>
    </p:extLst>
  </p:cSld>
</p:sld>
</file>

<file path=ppt/slides/slide4.xml><?xml version="1.0" encoding="utf-8"?>
<p:sld xmlns:p="http://schemas.openxmlformats.org/presentationml/2006/main">
  <p:cSld>
    <p:bg>
      <p:bgPr>
        <a:solidFill xmlns:a="http://schemas.openxmlformats.org/drawingml/2006/main">
          <a:srgbClr val="FCFBF6"/>
        </a:solidFill>
      </p:bgPr>
    </p:bg>
    <p:spTree>
      <p:nvGrpSpPr>
        <p:cNvPr id="1" name=""/>
        <p:cNvGrpSpPr/>
        <p:nvPr/>
      </p:nvGrpSpPr>
      <p:grpSpPr>
        <a:xfrm xmlns:a="http://schemas.openxmlformats.org/drawingml/2006/main"/>
      </p:grpSpPr>
      <p:sp>
        <p:nvSpPr>
          <p:cNvPr id="43" name="">
            <a:extLst xmlns:a="http://schemas.openxmlformats.org/drawingml/2006/main">
              <a:ext uri="{FF2B5EF4-FFF2-40B4-BE49-F238E27FC236}">
                <a16:creationId xmlns:a16="http://schemas.microsoft.com/office/drawing/2014/main" id="{54C9A58A-C14E-4E4A-9CCB-DAE42D1FE892}"/>
              </a:ext>
            </a:extLst>
          </p:cNvPr>
          <p:cNvSpPr>
            <a:spLocks xmlns:a="http://schemas.openxmlformats.org/drawingml/2006/main" noGrp="1"/>
          </p:cNvSpPr>
          <p:nvPr/>
        </p:nvSpPr>
        <p:spPr>
          <a:xfrm xmlns:a="http://schemas.openxmlformats.org/drawingml/2006/main">
            <a:off x="533400" y="2667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7B6900"/>
                </a:solidFill>
                <a:latin typeface="Aptos Display"/>
                <a:ea typeface="Aptos Display"/>
                <a:cs typeface="Aptos Display"/>
              </a:defRPr>
            </a:pPr>
            <a:r>
              <a:rPr sz="975" b="1">
                <a:solidFill>
                  <a:srgbClr val="7B6900"/>
                </a:solidFill>
                <a:latin typeface="Aptos Display"/>
                <a:ea typeface="Aptos Display"/>
                <a:cs typeface="Aptos Display"/>
              </a:rPr>
              <a:t>STARTSEITE</a:t>
            </a:r>
          </a:p>
        </p:txBody>
      </p:sp>
      <p:sp>
        <p:nvSpPr>
          <p:cNvPr id="2" name="">
            <a:extLst xmlns:a="http://schemas.openxmlformats.org/drawingml/2006/main">
              <a:ext uri="{FF2B5EF4-FFF2-40B4-BE49-F238E27FC236}">
                <a16:creationId xmlns:a16="http://schemas.microsoft.com/office/drawing/2014/main" id="{18510FB0-D954-420B-87E2-35CB1EA09EDF}"/>
              </a:ext>
            </a:extLst>
          </p:cNvPr>
          <p:cNvSpPr>
            <a:spLocks xmlns:a="http://schemas.openxmlformats.org/drawingml/2006/main" noGrp="1"/>
          </p:cNvSpPr>
          <p:nvPr/>
        </p:nvSpPr>
        <p:spPr>
          <a:xfrm xmlns:a="http://schemas.openxmlformats.org/drawingml/2006/main">
            <a:off x="533400" y="552450"/>
            <a:ext cx="1028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625" b="1">
                <a:solidFill>
                  <a:srgbClr val="121512"/>
                </a:solidFill>
                <a:latin typeface="Aptos Display"/>
                <a:ea typeface="Aptos Display"/>
                <a:cs typeface="Aptos Display"/>
              </a:defRPr>
            </a:pPr>
            <a:r>
              <a:rPr sz="2625" b="1">
                <a:solidFill>
                  <a:srgbClr val="121512"/>
                </a:solidFill>
                <a:latin typeface="Aptos Display"/>
                <a:ea typeface="Aptos Display"/>
                <a:cs typeface="Aptos Display"/>
              </a:rPr>
              <a:t>Ein Blick – und du weißt, was heute zählt</a:t>
            </a:r>
          </a:p>
        </p:txBody>
      </p:sp>
      <p:sp>
        <p:nvSpPr>
          <p:cNvPr id="3" name="">
            <a:extLst xmlns:a="http://schemas.openxmlformats.org/drawingml/2006/main">
              <a:ext uri="{FF2B5EF4-FFF2-40B4-BE49-F238E27FC236}">
                <a16:creationId xmlns:a16="http://schemas.microsoft.com/office/drawing/2014/main" id="{B5896548-A3E3-44A1-93BE-BCFACA8AF5D5}"/>
              </a:ext>
            </a:extLst>
          </p:cNvPr>
          <p:cNvSpPr>
            <a:spLocks xmlns:a="http://schemas.openxmlformats.org/drawingml/2006/main" noGrp="1"/>
          </p:cNvSpPr>
          <p:nvPr/>
        </p:nvSpPr>
        <p:spPr>
          <a:xfrm xmlns:a="http://schemas.openxmlformats.org/drawingml/2006/main">
            <a:off x="533400" y="1143000"/>
            <a:ext cx="990600" cy="57150"/>
          </a:xfrm>
          <a:prstGeom xmlns:a="http://schemas.openxmlformats.org/drawingml/2006/main" prst="roundRect">
            <a:avLst>
              <a:gd name="adj" fmla="val 50000"/>
            </a:avLst>
          </a:prstGeom>
          <a:solidFill xmlns:a="http://schemas.openxmlformats.org/drawingml/2006/main">
            <a:srgbClr val="FFE50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D2C76E8-2D00-4765-8B9C-A614739BA735}"/>
              </a:ext>
            </a:extLst>
          </p:cNvPr>
          <p:cNvSpPr>
            <a:spLocks xmlns:a="http://schemas.openxmlformats.org/drawingml/2006/main" noGrp="1"/>
          </p:cNvSpPr>
          <p:nvPr/>
        </p:nvSpPr>
        <p:spPr>
          <a:xfrm xmlns:a="http://schemas.openxmlformats.org/drawingml/2006/main">
            <a:off x="10896600" y="266700"/>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1">
                <a:solidFill>
                  <a:srgbClr val="656961"/>
                </a:solidFill>
                <a:latin typeface="Aptos Display"/>
                <a:ea typeface="Aptos Display"/>
                <a:cs typeface="Aptos Display"/>
              </a:defRPr>
            </a:pPr>
            <a:r>
              <a:rPr sz="900" b="1">
                <a:solidFill>
                  <a:srgbClr val="656961"/>
                </a:solidFill>
                <a:latin typeface="Aptos Display"/>
                <a:ea typeface="Aptos Display"/>
                <a:cs typeface="Aptos Display"/>
              </a:rPr>
              <a:t>4</a:t>
            </a:r>
          </a:p>
        </p:txBody>
      </p:sp>
      <p:sp>
        <p:nvSpPr>
          <p:cNvPr id="5" name="">
            <a:extLst xmlns:a="http://schemas.openxmlformats.org/drawingml/2006/main">
              <a:ext uri="{FF2B5EF4-FFF2-40B4-BE49-F238E27FC236}">
                <a16:creationId xmlns:a16="http://schemas.microsoft.com/office/drawing/2014/main" id="{2EE4C544-DD1A-4093-9D68-ED52515E0298}"/>
              </a:ext>
            </a:extLst>
          </p:cNvPr>
          <p:cNvSpPr>
            <a:spLocks xmlns:a="http://schemas.openxmlformats.org/drawingml/2006/main" noGrp="1"/>
          </p:cNvSpPr>
          <p:nvPr/>
        </p:nvSpPr>
        <p:spPr>
          <a:xfrm xmlns:a="http://schemas.openxmlformats.org/drawingml/2006/main">
            <a:off x="533400" y="1352550"/>
            <a:ext cx="106680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75" b="0">
                <a:solidFill>
                  <a:srgbClr val="656961"/>
                </a:solidFill>
                <a:latin typeface="Aptos"/>
                <a:ea typeface="Aptos"/>
                <a:cs typeface="Aptos"/>
              </a:defRPr>
            </a:pPr>
            <a:r>
              <a:rPr sz="1275" b="0">
                <a:solidFill>
                  <a:srgbClr val="656961"/>
                </a:solidFill>
                <a:latin typeface="Aptos"/>
                <a:ea typeface="Aptos"/>
                <a:cs typeface="Aptos"/>
              </a:rPr>
              <a:t>Die Startseite sortiert offene Dinge automatisch nach vorne.</a:t>
            </a:r>
          </a:p>
        </p:txBody>
      </p:sp>
      <p:sp>
        <p:nvSpPr>
          <p:cNvPr id="6" name="">
            <a:extLst xmlns:a="http://schemas.openxmlformats.org/drawingml/2006/main">
              <a:ext uri="{FF2B5EF4-FFF2-40B4-BE49-F238E27FC236}">
                <a16:creationId xmlns:a16="http://schemas.microsoft.com/office/drawing/2014/main" id="{773B91A9-9888-4BDB-BCBC-04905DDF2EFA}"/>
              </a:ext>
            </a:extLst>
          </p:cNvPr>
          <p:cNvSpPr>
            <a:spLocks xmlns:a="http://schemas.openxmlformats.org/drawingml/2006/main" noGrp="1"/>
          </p:cNvSpPr>
          <p:nvPr/>
        </p:nvSpPr>
        <p:spPr>
          <a:xfrm xmlns:a="http://schemas.openxmlformats.org/drawingml/2006/main">
            <a:off x="895350" y="1781175"/>
            <a:ext cx="3371850" cy="4419600"/>
          </a:xfrm>
          <a:prstGeom xmlns:a="http://schemas.openxmlformats.org/drawingml/2006/main" prst="roundRect">
            <a:avLst>
              <a:gd name="adj" fmla="val 9605"/>
            </a:avLst>
          </a:prstGeom>
          <a:solidFill xmlns:a="http://schemas.openxmlformats.org/drawingml/2006/main">
            <a:srgbClr val="FFFFFF"/>
          </a:solidFill>
          <a:ln xmlns:a="http://schemas.openxmlformats.org/drawingml/2006/main" w="19050">
            <a:solidFill>
              <a:srgbClr val="E5E7DF"/>
            </a:solidFill>
            <a:prstDash val="solid"/>
          </a:ln>
        </p:spPr>
      </p:sp>
      <p:sp>
        <p:nvSpPr>
          <p:cNvPr id="7" name="">
            <a:extLst xmlns:a="http://schemas.openxmlformats.org/drawingml/2006/main">
              <a:ext uri="{FF2B5EF4-FFF2-40B4-BE49-F238E27FC236}">
                <a16:creationId xmlns:a16="http://schemas.microsoft.com/office/drawing/2014/main" id="{AE0A14FA-6997-41DC-94A4-451C1809DAFD}"/>
              </a:ext>
            </a:extLst>
          </p:cNvPr>
          <p:cNvSpPr>
            <a:spLocks xmlns:a="http://schemas.openxmlformats.org/drawingml/2006/main" noGrp="1"/>
          </p:cNvSpPr>
          <p:nvPr/>
        </p:nvSpPr>
        <p:spPr>
          <a:xfrm xmlns:a="http://schemas.openxmlformats.org/drawingml/2006/main">
            <a:off x="2041779" y="1895475"/>
            <a:ext cx="1078992" cy="95250"/>
          </a:xfrm>
          <a:prstGeom xmlns:a="http://schemas.openxmlformats.org/drawingml/2006/main" prst="roundRect">
            <a:avLst>
              <a:gd name="adj" fmla="val 50000"/>
            </a:avLst>
          </a:prstGeom>
          <a:solidFill xmlns:a="http://schemas.openxmlformats.org/drawingml/2006/main">
            <a:srgbClr val="E5E7D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52AB44F-A247-4195-AEF3-6F72056CE3AD}"/>
              </a:ext>
            </a:extLst>
          </p:cNvPr>
          <p:cNvSpPr>
            <a:spLocks xmlns:a="http://schemas.openxmlformats.org/drawingml/2006/main" noGrp="1"/>
          </p:cNvSpPr>
          <p:nvPr/>
        </p:nvSpPr>
        <p:spPr>
          <a:xfrm xmlns:a="http://schemas.openxmlformats.org/drawingml/2006/main">
            <a:off x="2210372" y="6057900"/>
            <a:ext cx="741807" cy="47625"/>
          </a:xfrm>
          <a:prstGeom xmlns:a="http://schemas.openxmlformats.org/drawingml/2006/main" prst="roundRect">
            <a:avLst>
              <a:gd name="adj" fmla="val 50000"/>
            </a:avLst>
          </a:prstGeom>
          <a:solidFill xmlns:a="http://schemas.openxmlformats.org/drawingml/2006/main">
            <a:srgbClr val="BFC2B9"/>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B3151905-0D12-4433-B116-452F5F0F96E6}"/>
              </a:ext>
            </a:extLst>
          </p:cNvPr>
          <p:cNvSpPr>
            <a:spLocks xmlns:a="http://schemas.openxmlformats.org/drawingml/2006/main" noGrp="1"/>
          </p:cNvSpPr>
          <p:nvPr/>
        </p:nvSpPr>
        <p:spPr>
          <a:xfrm xmlns:a="http://schemas.openxmlformats.org/drawingml/2006/main">
            <a:off x="1047750" y="2085975"/>
            <a:ext cx="3067050" cy="66675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9525">
            <a:solidFill>
              <a:srgbClr val="E5E7DF"/>
            </a:solidFill>
            <a:prstDash val="solid"/>
          </a:ln>
        </p:spPr>
      </p:sp>
      <p:sp>
        <p:nvSpPr>
          <p:cNvPr id="10" name="">
            <a:extLst xmlns:a="http://schemas.openxmlformats.org/drawingml/2006/main">
              <a:ext uri="{FF2B5EF4-FFF2-40B4-BE49-F238E27FC236}">
                <a16:creationId xmlns:a16="http://schemas.microsoft.com/office/drawing/2014/main" id="{811309A2-3703-4E6F-8A0A-EBD6E083EBFF}"/>
              </a:ext>
            </a:extLst>
          </p:cNvPr>
          <p:cNvSpPr>
            <a:spLocks xmlns:a="http://schemas.openxmlformats.org/drawingml/2006/main" noGrp="1"/>
          </p:cNvSpPr>
          <p:nvPr/>
        </p:nvSpPr>
        <p:spPr>
          <a:xfrm xmlns:a="http://schemas.openxmlformats.org/drawingml/2006/main">
            <a:off x="1162050" y="2200275"/>
            <a:ext cx="438150" cy="438150"/>
          </a:xfrm>
          <a:prstGeom xmlns:a="http://schemas.openxmlformats.org/drawingml/2006/main" prst="ellipse">
            <a:avLst/>
          </a:prstGeom>
          <a:solidFill xmlns:a="http://schemas.openxmlformats.org/drawingml/2006/main">
            <a:srgbClr val="FFF5A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8D0D0AB3-532B-480D-B946-C330D130E2DC}"/>
              </a:ext>
            </a:extLst>
          </p:cNvPr>
          <p:cNvSpPr>
            <a:spLocks xmlns:a="http://schemas.openxmlformats.org/drawingml/2006/main" noGrp="1"/>
          </p:cNvSpPr>
          <p:nvPr/>
        </p:nvSpPr>
        <p:spPr>
          <a:xfrm xmlns:a="http://schemas.openxmlformats.org/drawingml/2006/main">
            <a:off x="1162050" y="2209800"/>
            <a:ext cx="438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7B6900"/>
                </a:solidFill>
                <a:latin typeface="Aptos Display"/>
                <a:ea typeface="Aptos Display"/>
                <a:cs typeface="Aptos Display"/>
              </a:defRPr>
            </a:pPr>
            <a:r>
              <a:rPr sz="975" b="1">
                <a:solidFill>
                  <a:srgbClr val="7B6900"/>
                </a:solidFill>
                <a:latin typeface="Aptos Display"/>
                <a:ea typeface="Aptos Display"/>
                <a:cs typeface="Aptos Display"/>
              </a:rPr>
              <a:t>FC</a:t>
            </a:r>
          </a:p>
        </p:txBody>
      </p:sp>
      <p:sp>
        <p:nvSpPr>
          <p:cNvPr id="12" name="">
            <a:extLst xmlns:a="http://schemas.openxmlformats.org/drawingml/2006/main">
              <a:ext uri="{FF2B5EF4-FFF2-40B4-BE49-F238E27FC236}">
                <a16:creationId xmlns:a16="http://schemas.microsoft.com/office/drawing/2014/main" id="{EDB02E2B-4A14-44D2-BFF0-14FA5CA433FA}"/>
              </a:ext>
            </a:extLst>
          </p:cNvPr>
          <p:cNvSpPr>
            <a:spLocks xmlns:a="http://schemas.openxmlformats.org/drawingml/2006/main" noGrp="1"/>
          </p:cNvSpPr>
          <p:nvPr/>
        </p:nvSpPr>
        <p:spPr>
          <a:xfrm xmlns:a="http://schemas.openxmlformats.org/drawingml/2006/main">
            <a:off x="1714500" y="2200275"/>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21512"/>
                </a:solidFill>
                <a:latin typeface="Aptos Display"/>
                <a:ea typeface="Aptos Display"/>
                <a:cs typeface="Aptos Display"/>
              </a:defRPr>
            </a:pPr>
            <a:r>
              <a:rPr sz="1350" b="1">
                <a:solidFill>
                  <a:srgbClr val="121512"/>
                </a:solidFill>
                <a:latin typeface="Aptos Display"/>
                <a:ea typeface="Aptos Display"/>
                <a:cs typeface="Aptos Display"/>
              </a:rPr>
              <a:t>Guten Tag, Familie!</a:t>
            </a:r>
          </a:p>
        </p:txBody>
      </p:sp>
      <p:sp>
        <p:nvSpPr>
          <p:cNvPr id="13" name="">
            <a:extLst xmlns:a="http://schemas.openxmlformats.org/drawingml/2006/main">
              <a:ext uri="{FF2B5EF4-FFF2-40B4-BE49-F238E27FC236}">
                <a16:creationId xmlns:a16="http://schemas.microsoft.com/office/drawing/2014/main" id="{3E916281-8EF0-4B12-90E0-8367B0047AC5}"/>
              </a:ext>
            </a:extLst>
          </p:cNvPr>
          <p:cNvSpPr>
            <a:spLocks xmlns:a="http://schemas.openxmlformats.org/drawingml/2006/main" noGrp="1"/>
          </p:cNvSpPr>
          <p:nvPr/>
        </p:nvSpPr>
        <p:spPr>
          <a:xfrm xmlns:a="http://schemas.openxmlformats.org/drawingml/2006/main">
            <a:off x="1714500" y="2457450"/>
            <a:ext cx="22669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825" b="0">
                <a:solidFill>
                  <a:srgbClr val="656961"/>
                </a:solidFill>
                <a:latin typeface="Aptos"/>
                <a:ea typeface="Aptos"/>
                <a:cs typeface="Aptos"/>
              </a:defRPr>
            </a:pPr>
            <a:r>
              <a:rPr sz="825" b="0">
                <a:solidFill>
                  <a:srgbClr val="656961"/>
                </a:solidFill>
                <a:latin typeface="Aptos"/>
                <a:ea typeface="Aptos"/>
                <a:cs typeface="Aptos"/>
              </a:rPr>
              <a:t>E-Jugend</a:t>
            </a:r>
          </a:p>
        </p:txBody>
      </p:sp>
      <p:sp>
        <p:nvSpPr>
          <p:cNvPr id="14" name="">
            <a:extLst xmlns:a="http://schemas.openxmlformats.org/drawingml/2006/main">
              <a:ext uri="{FF2B5EF4-FFF2-40B4-BE49-F238E27FC236}">
                <a16:creationId xmlns:a16="http://schemas.microsoft.com/office/drawing/2014/main" id="{F1ECC996-2B4F-483A-8AEC-9E9C5B070A38}"/>
              </a:ext>
            </a:extLst>
          </p:cNvPr>
          <p:cNvSpPr>
            <a:spLocks xmlns:a="http://schemas.openxmlformats.org/drawingml/2006/main" noGrp="1"/>
          </p:cNvSpPr>
          <p:nvPr/>
        </p:nvSpPr>
        <p:spPr>
          <a:xfrm xmlns:a="http://schemas.openxmlformats.org/drawingml/2006/main">
            <a:off x="1047750" y="2905125"/>
            <a:ext cx="3067050" cy="876300"/>
          </a:xfrm>
          <a:prstGeom xmlns:a="http://schemas.openxmlformats.org/drawingml/2006/main" prst="roundRect">
            <a:avLst>
              <a:gd name="adj" fmla="val 17391"/>
            </a:avLst>
          </a:prstGeom>
          <a:solidFill xmlns:a="http://schemas.openxmlformats.org/drawingml/2006/main">
            <a:srgbClr val="FFF5A8"/>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01F1CD6B-D842-42AF-98C5-7B6F141F1CE6}"/>
              </a:ext>
            </a:extLst>
          </p:cNvPr>
          <p:cNvSpPr>
            <a:spLocks xmlns:a="http://schemas.openxmlformats.org/drawingml/2006/main" noGrp="1"/>
          </p:cNvSpPr>
          <p:nvPr/>
        </p:nvSpPr>
        <p:spPr>
          <a:xfrm xmlns:a="http://schemas.openxmlformats.org/drawingml/2006/main">
            <a:off x="1181100" y="3086100"/>
            <a:ext cx="400050" cy="400050"/>
          </a:xfrm>
          <a:prstGeom xmlns:a="http://schemas.openxmlformats.org/drawingml/2006/main" prst="ellipse">
            <a:avLst/>
          </a:prstGeom>
          <a:solidFill xmlns:a="http://schemas.openxmlformats.org/drawingml/2006/main">
            <a:srgbClr val="FFE500"/>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D84B4F66-683E-4A0C-8745-898F5EEE1D4D}"/>
              </a:ext>
            </a:extLst>
          </p:cNvPr>
          <p:cNvSpPr>
            <a:spLocks xmlns:a="http://schemas.openxmlformats.org/drawingml/2006/main" noGrp="1"/>
          </p:cNvSpPr>
          <p:nvPr/>
        </p:nvSpPr>
        <p:spPr>
          <a:xfrm xmlns:a="http://schemas.openxmlformats.org/drawingml/2006/main">
            <a:off x="1181100" y="3095625"/>
            <a:ext cx="4000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21512"/>
                </a:solidFill>
                <a:latin typeface="Aptos Display"/>
                <a:ea typeface="Aptos Display"/>
                <a:cs typeface="Aptos Display"/>
              </a:defRPr>
            </a:pPr>
            <a:r>
              <a:rPr sz="1275" b="1">
                <a:solidFill>
                  <a:srgbClr val="121512"/>
                </a:solidFill>
                <a:latin typeface="Aptos Display"/>
                <a:ea typeface="Aptos Display"/>
                <a:cs typeface="Aptos Display"/>
              </a:rPr>
              <a:t>1</a:t>
            </a:r>
          </a:p>
        </p:txBody>
      </p:sp>
      <p:sp>
        <p:nvSpPr>
          <p:cNvPr id="17" name="">
            <a:extLst xmlns:a="http://schemas.openxmlformats.org/drawingml/2006/main">
              <a:ext uri="{FF2B5EF4-FFF2-40B4-BE49-F238E27FC236}">
                <a16:creationId xmlns:a16="http://schemas.microsoft.com/office/drawing/2014/main" id="{97E7F6C1-5970-4878-B9E2-97E7FB9BDBA8}"/>
              </a:ext>
            </a:extLst>
          </p:cNvPr>
          <p:cNvSpPr>
            <a:spLocks xmlns:a="http://schemas.openxmlformats.org/drawingml/2006/main" noGrp="1"/>
          </p:cNvSpPr>
          <p:nvPr/>
        </p:nvSpPr>
        <p:spPr>
          <a:xfrm xmlns:a="http://schemas.openxmlformats.org/drawingml/2006/main">
            <a:off x="1695450" y="3048000"/>
            <a:ext cx="2266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75" b="1">
                <a:solidFill>
                  <a:srgbClr val="121512"/>
                </a:solidFill>
                <a:latin typeface="Aptos Display"/>
                <a:ea typeface="Aptos Display"/>
                <a:cs typeface="Aptos Display"/>
              </a:defRPr>
            </a:pPr>
            <a:r>
              <a:rPr sz="1275" b="1">
                <a:solidFill>
                  <a:srgbClr val="121512"/>
                </a:solidFill>
                <a:latin typeface="Aptos Display"/>
                <a:ea typeface="Aptos Display"/>
                <a:cs typeface="Aptos Display"/>
              </a:rPr>
              <a:t>Rückmeldung offen</a:t>
            </a:r>
          </a:p>
        </p:txBody>
      </p:sp>
      <p:sp>
        <p:nvSpPr>
          <p:cNvPr id="18" name="">
            <a:extLst xmlns:a="http://schemas.openxmlformats.org/drawingml/2006/main">
              <a:ext uri="{FF2B5EF4-FFF2-40B4-BE49-F238E27FC236}">
                <a16:creationId xmlns:a16="http://schemas.microsoft.com/office/drawing/2014/main" id="{DFA02BA5-AE21-478B-A91A-EBF2C36F577B}"/>
              </a:ext>
            </a:extLst>
          </p:cNvPr>
          <p:cNvSpPr>
            <a:spLocks xmlns:a="http://schemas.openxmlformats.org/drawingml/2006/main" noGrp="1"/>
          </p:cNvSpPr>
          <p:nvPr/>
        </p:nvSpPr>
        <p:spPr>
          <a:xfrm xmlns:a="http://schemas.openxmlformats.org/drawingml/2006/main">
            <a:off x="1695450" y="3362325"/>
            <a:ext cx="22669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863" b="0">
                <a:solidFill>
                  <a:srgbClr val="656961"/>
                </a:solidFill>
                <a:latin typeface="Aptos"/>
                <a:ea typeface="Aptos"/>
                <a:cs typeface="Aptos"/>
              </a:defRPr>
            </a:pPr>
            <a:r>
              <a:rPr sz="863" b="0">
                <a:solidFill>
                  <a:srgbClr val="656961"/>
                </a:solidFill>
                <a:latin typeface="Aptos"/>
                <a:ea typeface="Aptos"/>
                <a:cs typeface="Aptos"/>
              </a:rPr>
              <a:t>Bitte für Alex antworten</a:t>
            </a:r>
          </a:p>
        </p:txBody>
      </p:sp>
      <p:sp>
        <p:nvSpPr>
          <p:cNvPr id="19" name="">
            <a:extLst xmlns:a="http://schemas.openxmlformats.org/drawingml/2006/main">
              <a:ext uri="{FF2B5EF4-FFF2-40B4-BE49-F238E27FC236}">
                <a16:creationId xmlns:a16="http://schemas.microsoft.com/office/drawing/2014/main" id="{C6F6BF6B-0B92-4BD1-83FD-AB5162D1E102}"/>
              </a:ext>
            </a:extLst>
          </p:cNvPr>
          <p:cNvSpPr>
            <a:spLocks xmlns:a="http://schemas.openxmlformats.org/drawingml/2006/main" noGrp="1"/>
          </p:cNvSpPr>
          <p:nvPr/>
        </p:nvSpPr>
        <p:spPr>
          <a:xfrm xmlns:a="http://schemas.openxmlformats.org/drawingml/2006/main">
            <a:off x="1047750" y="3933825"/>
            <a:ext cx="3067050" cy="1133475"/>
          </a:xfrm>
          <a:prstGeom xmlns:a="http://schemas.openxmlformats.org/drawingml/2006/main" prst="roundRect">
            <a:avLst>
              <a:gd name="adj" fmla="val 15126"/>
            </a:avLst>
          </a:prstGeom>
          <a:solidFill xmlns:a="http://schemas.openxmlformats.org/drawingml/2006/main">
            <a:srgbClr val="121512"/>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49F9064-5CB8-4482-B57A-1157D4C1CC21}"/>
              </a:ext>
            </a:extLst>
          </p:cNvPr>
          <p:cNvSpPr>
            <a:spLocks xmlns:a="http://schemas.openxmlformats.org/drawingml/2006/main" noGrp="1"/>
          </p:cNvSpPr>
          <p:nvPr/>
        </p:nvSpPr>
        <p:spPr>
          <a:xfrm xmlns:a="http://schemas.openxmlformats.org/drawingml/2006/main">
            <a:off x="1209675" y="4114800"/>
            <a:ext cx="27432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788" b="1">
                <a:solidFill>
                  <a:srgbClr val="FFE500"/>
                </a:solidFill>
                <a:latin typeface="Aptos Display"/>
                <a:ea typeface="Aptos Display"/>
                <a:cs typeface="Aptos Display"/>
              </a:defRPr>
            </a:pPr>
            <a:r>
              <a:rPr sz="788" b="1">
                <a:solidFill>
                  <a:srgbClr val="FFE500"/>
                </a:solidFill>
                <a:latin typeface="Aptos Display"/>
                <a:ea typeface="Aptos Display"/>
                <a:cs typeface="Aptos Display"/>
              </a:rPr>
              <a:t>NÄCHSTER TERMIN</a:t>
            </a:r>
          </a:p>
        </p:txBody>
      </p:sp>
      <p:sp>
        <p:nvSpPr>
          <p:cNvPr id="21" name="">
            <a:extLst xmlns:a="http://schemas.openxmlformats.org/drawingml/2006/main">
              <a:ext uri="{FF2B5EF4-FFF2-40B4-BE49-F238E27FC236}">
                <a16:creationId xmlns:a16="http://schemas.microsoft.com/office/drawing/2014/main" id="{2D26709D-0C1F-4887-92F0-BCB17040C89E}"/>
              </a:ext>
            </a:extLst>
          </p:cNvPr>
          <p:cNvSpPr>
            <a:spLocks xmlns:a="http://schemas.openxmlformats.org/drawingml/2006/main" noGrp="1"/>
          </p:cNvSpPr>
          <p:nvPr/>
        </p:nvSpPr>
        <p:spPr>
          <a:xfrm xmlns:a="http://schemas.openxmlformats.org/drawingml/2006/main">
            <a:off x="1209675" y="4391025"/>
            <a:ext cx="2743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75" b="1">
                <a:solidFill>
                  <a:srgbClr val="FFFFFF"/>
                </a:solidFill>
                <a:latin typeface="Aptos Display"/>
                <a:ea typeface="Aptos Display"/>
                <a:cs typeface="Aptos Display"/>
              </a:defRPr>
            </a:pPr>
            <a:r>
              <a:rPr sz="1575" b="1">
                <a:solidFill>
                  <a:srgbClr val="FFFFFF"/>
                </a:solidFill>
                <a:latin typeface="Aptos Display"/>
                <a:ea typeface="Aptos Display"/>
                <a:cs typeface="Aptos Display"/>
              </a:rPr>
              <a:t>Training</a:t>
            </a:r>
          </a:p>
        </p:txBody>
      </p:sp>
      <p:sp>
        <p:nvSpPr>
          <p:cNvPr id="22" name="">
            <a:extLst xmlns:a="http://schemas.openxmlformats.org/drawingml/2006/main">
              <a:ext uri="{FF2B5EF4-FFF2-40B4-BE49-F238E27FC236}">
                <a16:creationId xmlns:a16="http://schemas.microsoft.com/office/drawing/2014/main" id="{A1E1250F-3F30-474B-9616-0012F6EA5AEF}"/>
              </a:ext>
            </a:extLst>
          </p:cNvPr>
          <p:cNvSpPr>
            <a:spLocks xmlns:a="http://schemas.openxmlformats.org/drawingml/2006/main" noGrp="1"/>
          </p:cNvSpPr>
          <p:nvPr/>
        </p:nvSpPr>
        <p:spPr>
          <a:xfrm xmlns:a="http://schemas.openxmlformats.org/drawingml/2006/main">
            <a:off x="1209675" y="4733925"/>
            <a:ext cx="27432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863" b="0">
                <a:solidFill>
                  <a:srgbClr val="D6D8D1"/>
                </a:solidFill>
                <a:latin typeface="Aptos"/>
                <a:ea typeface="Aptos"/>
                <a:cs typeface="Aptos"/>
              </a:defRPr>
            </a:pPr>
            <a:r>
              <a:rPr sz="863" b="0">
                <a:solidFill>
                  <a:srgbClr val="D6D8D1"/>
                </a:solidFill>
                <a:latin typeface="Aptos"/>
                <a:ea typeface="Aptos"/>
                <a:cs typeface="Aptos"/>
              </a:rPr>
              <a:t>Do · 17:30 Uhr · Platz 1</a:t>
            </a:r>
          </a:p>
        </p:txBody>
      </p:sp>
      <p:sp>
        <p:nvSpPr>
          <p:cNvPr id="23" name="">
            <a:extLst xmlns:a="http://schemas.openxmlformats.org/drawingml/2006/main">
              <a:ext uri="{FF2B5EF4-FFF2-40B4-BE49-F238E27FC236}">
                <a16:creationId xmlns:a16="http://schemas.microsoft.com/office/drawing/2014/main" id="{7CC17308-CBD7-4159-A8B1-EE50EC794576}"/>
              </a:ext>
            </a:extLst>
          </p:cNvPr>
          <p:cNvSpPr>
            <a:spLocks xmlns:a="http://schemas.openxmlformats.org/drawingml/2006/main" noGrp="1"/>
          </p:cNvSpPr>
          <p:nvPr/>
        </p:nvSpPr>
        <p:spPr>
          <a:xfrm xmlns:a="http://schemas.openxmlformats.org/drawingml/2006/main">
            <a:off x="1047750" y="5476875"/>
            <a:ext cx="3067050" cy="495300"/>
          </a:xfrm>
          <a:prstGeom xmlns:a="http://schemas.openxmlformats.org/drawingml/2006/main" prst="roundRect">
            <a:avLst>
              <a:gd name="adj" fmla="val 26923"/>
            </a:avLst>
          </a:prstGeom>
          <a:solidFill xmlns:a="http://schemas.openxmlformats.org/drawingml/2006/main">
            <a:srgbClr val="FFFFFF"/>
          </a:solidFill>
          <a:ln xmlns:a="http://schemas.openxmlformats.org/drawingml/2006/main" w="9525">
            <a:solidFill>
              <a:srgbClr val="E5E7DF"/>
            </a:solidFill>
            <a:prstDash val="solid"/>
          </a:ln>
        </p:spPr>
      </p:sp>
      <p:sp>
        <p:nvSpPr>
          <p:cNvPr id="24" name="">
            <a:extLst xmlns:a="http://schemas.openxmlformats.org/drawingml/2006/main">
              <a:ext uri="{FF2B5EF4-FFF2-40B4-BE49-F238E27FC236}">
                <a16:creationId xmlns:a16="http://schemas.microsoft.com/office/drawing/2014/main" id="{7855367C-FEF6-4767-9344-F8E37120B3E0}"/>
              </a:ext>
            </a:extLst>
          </p:cNvPr>
          <p:cNvSpPr>
            <a:spLocks xmlns:a="http://schemas.openxmlformats.org/drawingml/2006/main" noGrp="1"/>
          </p:cNvSpPr>
          <p:nvPr/>
        </p:nvSpPr>
        <p:spPr>
          <a:xfrm xmlns:a="http://schemas.openxmlformats.org/drawingml/2006/main">
            <a:off x="1114425" y="5553075"/>
            <a:ext cx="567690" cy="219075"/>
          </a:xfrm>
          <a:prstGeom xmlns:a="http://schemas.openxmlformats.org/drawingml/2006/main" prst="roundRect">
            <a:avLst>
              <a:gd name="adj" fmla="val 50000"/>
            </a:avLst>
          </a:prstGeom>
          <a:solidFill xmlns:a="http://schemas.openxmlformats.org/drawingml/2006/main">
            <a:srgbClr val="FFF5A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A6B8C744-FB76-4403-B2EA-197ACD0B111E}"/>
              </a:ext>
            </a:extLst>
          </p:cNvPr>
          <p:cNvSpPr>
            <a:spLocks xmlns:a="http://schemas.openxmlformats.org/drawingml/2006/main" noGrp="1"/>
          </p:cNvSpPr>
          <p:nvPr/>
        </p:nvSpPr>
        <p:spPr>
          <a:xfrm xmlns:a="http://schemas.openxmlformats.org/drawingml/2006/main">
            <a:off x="1114425" y="5772150"/>
            <a:ext cx="56769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638" b="1">
                <a:solidFill>
                  <a:srgbClr val="121512"/>
                </a:solidFill>
                <a:latin typeface="Aptos Display"/>
                <a:ea typeface="Aptos Display"/>
                <a:cs typeface="Aptos Display"/>
              </a:defRPr>
            </a:pPr>
            <a:r>
              <a:rPr sz="638" b="1">
                <a:solidFill>
                  <a:srgbClr val="121512"/>
                </a:solidFill>
                <a:latin typeface="Aptos Display"/>
                <a:ea typeface="Aptos Display"/>
                <a:cs typeface="Aptos Display"/>
              </a:rPr>
              <a:t>Start</a:t>
            </a:r>
          </a:p>
        </p:txBody>
      </p:sp>
      <p:sp>
        <p:nvSpPr>
          <p:cNvPr id="26" name="">
            <a:extLst xmlns:a="http://schemas.openxmlformats.org/drawingml/2006/main">
              <a:ext uri="{FF2B5EF4-FFF2-40B4-BE49-F238E27FC236}">
                <a16:creationId xmlns:a16="http://schemas.microsoft.com/office/drawing/2014/main" id="{661D865E-BD0C-41B2-B8ED-5BDA4DAA0614}"/>
              </a:ext>
            </a:extLst>
          </p:cNvPr>
          <p:cNvSpPr>
            <a:spLocks xmlns:a="http://schemas.openxmlformats.org/drawingml/2006/main" noGrp="1"/>
          </p:cNvSpPr>
          <p:nvPr/>
        </p:nvSpPr>
        <p:spPr>
          <a:xfrm xmlns:a="http://schemas.openxmlformats.org/drawingml/2006/main">
            <a:off x="1701165" y="5772150"/>
            <a:ext cx="56769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638" b="0">
                <a:solidFill>
                  <a:srgbClr val="656961"/>
                </a:solidFill>
                <a:latin typeface="Aptos"/>
                <a:ea typeface="Aptos"/>
                <a:cs typeface="Aptos"/>
              </a:defRPr>
            </a:pPr>
            <a:r>
              <a:rPr sz="638" b="0">
                <a:solidFill>
                  <a:srgbClr val="656961"/>
                </a:solidFill>
                <a:latin typeface="Aptos"/>
                <a:ea typeface="Aptos"/>
                <a:cs typeface="Aptos"/>
              </a:rPr>
              <a:t>Kinder</a:t>
            </a:r>
          </a:p>
        </p:txBody>
      </p:sp>
      <p:sp>
        <p:nvSpPr>
          <p:cNvPr id="27" name="">
            <a:extLst xmlns:a="http://schemas.openxmlformats.org/drawingml/2006/main">
              <a:ext uri="{FF2B5EF4-FFF2-40B4-BE49-F238E27FC236}">
                <a16:creationId xmlns:a16="http://schemas.microsoft.com/office/drawing/2014/main" id="{3869DA6E-E6B0-492D-8904-E4221E41FCB7}"/>
              </a:ext>
            </a:extLst>
          </p:cNvPr>
          <p:cNvSpPr>
            <a:spLocks xmlns:a="http://schemas.openxmlformats.org/drawingml/2006/main" noGrp="1"/>
          </p:cNvSpPr>
          <p:nvPr/>
        </p:nvSpPr>
        <p:spPr>
          <a:xfrm xmlns:a="http://schemas.openxmlformats.org/drawingml/2006/main">
            <a:off x="2287905" y="5772150"/>
            <a:ext cx="56769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638" b="0">
                <a:solidFill>
                  <a:srgbClr val="656961"/>
                </a:solidFill>
                <a:latin typeface="Aptos"/>
                <a:ea typeface="Aptos"/>
                <a:cs typeface="Aptos"/>
              </a:defRPr>
            </a:pPr>
            <a:r>
              <a:rPr sz="638" b="0">
                <a:solidFill>
                  <a:srgbClr val="656961"/>
                </a:solidFill>
                <a:latin typeface="Aptos"/>
                <a:ea typeface="Aptos"/>
                <a:cs typeface="Aptos"/>
              </a:rPr>
              <a:t>Kalender</a:t>
            </a:r>
          </a:p>
        </p:txBody>
      </p:sp>
      <p:sp>
        <p:nvSpPr>
          <p:cNvPr id="28" name="">
            <a:extLst xmlns:a="http://schemas.openxmlformats.org/drawingml/2006/main">
              <a:ext uri="{FF2B5EF4-FFF2-40B4-BE49-F238E27FC236}">
                <a16:creationId xmlns:a16="http://schemas.microsoft.com/office/drawing/2014/main" id="{272BFC81-CE42-4FC9-802B-F534F9AD63EF}"/>
              </a:ext>
            </a:extLst>
          </p:cNvPr>
          <p:cNvSpPr>
            <a:spLocks xmlns:a="http://schemas.openxmlformats.org/drawingml/2006/main" noGrp="1"/>
          </p:cNvSpPr>
          <p:nvPr/>
        </p:nvSpPr>
        <p:spPr>
          <a:xfrm xmlns:a="http://schemas.openxmlformats.org/drawingml/2006/main">
            <a:off x="2874645" y="5772150"/>
            <a:ext cx="56769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638" b="0">
                <a:solidFill>
                  <a:srgbClr val="656961"/>
                </a:solidFill>
                <a:latin typeface="Aptos"/>
                <a:ea typeface="Aptos"/>
                <a:cs typeface="Aptos"/>
              </a:defRPr>
            </a:pPr>
            <a:r>
              <a:rPr sz="638" b="0">
                <a:solidFill>
                  <a:srgbClr val="656961"/>
                </a:solidFill>
                <a:latin typeface="Aptos"/>
                <a:ea typeface="Aptos"/>
                <a:cs typeface="Aptos"/>
              </a:rPr>
              <a:t>Spiele</a:t>
            </a:r>
          </a:p>
        </p:txBody>
      </p:sp>
      <p:sp>
        <p:nvSpPr>
          <p:cNvPr id="29" name="">
            <a:extLst xmlns:a="http://schemas.openxmlformats.org/drawingml/2006/main">
              <a:ext uri="{FF2B5EF4-FFF2-40B4-BE49-F238E27FC236}">
                <a16:creationId xmlns:a16="http://schemas.microsoft.com/office/drawing/2014/main" id="{B9567E07-FB8A-4612-ADD6-166C3A9C7223}"/>
              </a:ext>
            </a:extLst>
          </p:cNvPr>
          <p:cNvSpPr>
            <a:spLocks xmlns:a="http://schemas.openxmlformats.org/drawingml/2006/main" noGrp="1"/>
          </p:cNvSpPr>
          <p:nvPr/>
        </p:nvSpPr>
        <p:spPr>
          <a:xfrm xmlns:a="http://schemas.openxmlformats.org/drawingml/2006/main">
            <a:off x="3461385" y="5772150"/>
            <a:ext cx="56769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638" b="0">
                <a:solidFill>
                  <a:srgbClr val="656961"/>
                </a:solidFill>
                <a:latin typeface="Aptos"/>
                <a:ea typeface="Aptos"/>
                <a:cs typeface="Aptos"/>
              </a:defRPr>
            </a:pPr>
            <a:r>
              <a:rPr sz="638" b="0">
                <a:solidFill>
                  <a:srgbClr val="656961"/>
                </a:solidFill>
                <a:latin typeface="Aptos"/>
                <a:ea typeface="Aptos"/>
                <a:cs typeface="Aptos"/>
              </a:rPr>
              <a:t>Mehr</a:t>
            </a:r>
          </a:p>
        </p:txBody>
      </p:sp>
      <p:sp>
        <p:nvSpPr>
          <p:cNvPr id="30" name="">
            <a:extLst xmlns:a="http://schemas.openxmlformats.org/drawingml/2006/main">
              <a:ext uri="{FF2B5EF4-FFF2-40B4-BE49-F238E27FC236}">
                <a16:creationId xmlns:a16="http://schemas.microsoft.com/office/drawing/2014/main" id="{E2B639BD-14FC-494A-B80B-D5A809DC2631}"/>
              </a:ext>
            </a:extLst>
          </p:cNvPr>
          <p:cNvSpPr>
            <a:spLocks xmlns:a="http://schemas.openxmlformats.org/drawingml/2006/main" noGrp="1"/>
          </p:cNvSpPr>
          <p:nvPr/>
        </p:nvSpPr>
        <p:spPr>
          <a:xfrm xmlns:a="http://schemas.openxmlformats.org/drawingml/2006/main">
            <a:off x="5238750" y="2000250"/>
            <a:ext cx="6076950" cy="1009650"/>
          </a:xfrm>
          <a:prstGeom xmlns:a="http://schemas.openxmlformats.org/drawingml/2006/main" prst="roundRect">
            <a:avLst>
              <a:gd name="adj" fmla="val 16981"/>
            </a:avLst>
          </a:prstGeom>
          <a:solidFill xmlns:a="http://schemas.openxmlformats.org/drawingml/2006/main">
            <a:srgbClr val="FFFFFF"/>
          </a:solidFill>
          <a:ln xmlns:a="http://schemas.openxmlformats.org/drawingml/2006/main" w="9525">
            <a:solidFill>
              <a:srgbClr val="E5E7DF"/>
            </a:solidFill>
            <a:prstDash val="solid"/>
          </a:ln>
        </p:spPr>
      </p:sp>
      <p:sp>
        <p:nvSpPr>
          <p:cNvPr id="31" name="">
            <a:extLst xmlns:a="http://schemas.openxmlformats.org/drawingml/2006/main">
              <a:ext uri="{FF2B5EF4-FFF2-40B4-BE49-F238E27FC236}">
                <a16:creationId xmlns:a16="http://schemas.microsoft.com/office/drawing/2014/main" id="{E0E21951-71AC-49A2-ACC0-87FB54AE651D}"/>
              </a:ext>
            </a:extLst>
          </p:cNvPr>
          <p:cNvSpPr>
            <a:spLocks xmlns:a="http://schemas.openxmlformats.org/drawingml/2006/main" noGrp="1"/>
          </p:cNvSpPr>
          <p:nvPr/>
        </p:nvSpPr>
        <p:spPr>
          <a:xfrm xmlns:a="http://schemas.openxmlformats.org/drawingml/2006/main">
            <a:off x="5238750" y="2000250"/>
            <a:ext cx="76200" cy="1009650"/>
          </a:xfrm>
          <a:prstGeom xmlns:a="http://schemas.openxmlformats.org/drawingml/2006/main" prst="roundRect">
            <a:avLst>
              <a:gd name="adj" fmla="val 50000"/>
            </a:avLst>
          </a:prstGeom>
          <a:solidFill xmlns:a="http://schemas.openxmlformats.org/drawingml/2006/main">
            <a:srgbClr val="FFE50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04DC44BB-92F2-4726-8053-4ACA4E6D255B}"/>
              </a:ext>
            </a:extLst>
          </p:cNvPr>
          <p:cNvSpPr>
            <a:spLocks xmlns:a="http://schemas.openxmlformats.org/drawingml/2006/main" noGrp="1"/>
          </p:cNvSpPr>
          <p:nvPr/>
        </p:nvSpPr>
        <p:spPr>
          <a:xfrm xmlns:a="http://schemas.openxmlformats.org/drawingml/2006/main">
            <a:off x="5467350" y="2171700"/>
            <a:ext cx="56578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a:solidFill>
                  <a:srgbClr val="121512"/>
                </a:solidFill>
                <a:latin typeface="Aptos Display"/>
                <a:ea typeface="Aptos Display"/>
                <a:cs typeface="Aptos Display"/>
              </a:defRPr>
            </a:pPr>
            <a:r>
              <a:rPr sz="1500" b="1">
                <a:solidFill>
                  <a:srgbClr val="121512"/>
                </a:solidFill>
                <a:latin typeface="Aptos Display"/>
                <a:ea typeface="Aptos Display"/>
                <a:cs typeface="Aptos Display"/>
              </a:rPr>
              <a:t>1 · Erst offen</a:t>
            </a:r>
          </a:p>
        </p:txBody>
      </p:sp>
      <p:sp>
        <p:nvSpPr>
          <p:cNvPr id="33" name="">
            <a:extLst xmlns:a="http://schemas.openxmlformats.org/drawingml/2006/main">
              <a:ext uri="{FF2B5EF4-FFF2-40B4-BE49-F238E27FC236}">
                <a16:creationId xmlns:a16="http://schemas.microsoft.com/office/drawing/2014/main" id="{D3930A36-E9BD-4A2E-B93C-529E8824A363}"/>
              </a:ext>
            </a:extLst>
          </p:cNvPr>
          <p:cNvSpPr>
            <a:spLocks xmlns:a="http://schemas.openxmlformats.org/drawingml/2006/main" noGrp="1"/>
          </p:cNvSpPr>
          <p:nvPr/>
        </p:nvSpPr>
        <p:spPr>
          <a:xfrm xmlns:a="http://schemas.openxmlformats.org/drawingml/2006/main">
            <a:off x="5467350" y="2543175"/>
            <a:ext cx="5657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63" b="0">
                <a:solidFill>
                  <a:srgbClr val="656961"/>
                </a:solidFill>
                <a:latin typeface="Aptos"/>
                <a:ea typeface="Aptos"/>
                <a:cs typeface="Aptos"/>
              </a:defRPr>
            </a:pPr>
            <a:r>
              <a:rPr sz="1163" b="0">
                <a:solidFill>
                  <a:srgbClr val="656961"/>
                </a:solidFill>
                <a:latin typeface="Aptos"/>
                <a:ea typeface="Aptos"/>
                <a:cs typeface="Aptos"/>
              </a:rPr>
              <a:t>Die gelbe Karte zeigt, für welches Kind noch eine Antwort fehlt.</a:t>
            </a:r>
          </a:p>
        </p:txBody>
      </p:sp>
      <p:sp>
        <p:nvSpPr>
          <p:cNvPr id="34" name="">
            <a:extLst xmlns:a="http://schemas.openxmlformats.org/drawingml/2006/main">
              <a:ext uri="{FF2B5EF4-FFF2-40B4-BE49-F238E27FC236}">
                <a16:creationId xmlns:a16="http://schemas.microsoft.com/office/drawing/2014/main" id="{BC66F7B4-E0FB-4E2B-86B9-5A09539A9451}"/>
              </a:ext>
            </a:extLst>
          </p:cNvPr>
          <p:cNvSpPr>
            <a:spLocks xmlns:a="http://schemas.openxmlformats.org/drawingml/2006/main" noGrp="1"/>
          </p:cNvSpPr>
          <p:nvPr/>
        </p:nvSpPr>
        <p:spPr>
          <a:xfrm xmlns:a="http://schemas.openxmlformats.org/drawingml/2006/main">
            <a:off x="5238750" y="3248025"/>
            <a:ext cx="6076950" cy="1009650"/>
          </a:xfrm>
          <a:prstGeom xmlns:a="http://schemas.openxmlformats.org/drawingml/2006/main" prst="roundRect">
            <a:avLst>
              <a:gd name="adj" fmla="val 16981"/>
            </a:avLst>
          </a:prstGeom>
          <a:solidFill xmlns:a="http://schemas.openxmlformats.org/drawingml/2006/main">
            <a:srgbClr val="FFFFFF"/>
          </a:solidFill>
          <a:ln xmlns:a="http://schemas.openxmlformats.org/drawingml/2006/main" w="9525">
            <a:solidFill>
              <a:srgbClr val="E5E7DF"/>
            </a:solidFill>
            <a:prstDash val="solid"/>
          </a:ln>
        </p:spPr>
      </p:sp>
      <p:sp>
        <p:nvSpPr>
          <p:cNvPr id="35" name="">
            <a:extLst xmlns:a="http://schemas.openxmlformats.org/drawingml/2006/main">
              <a:ext uri="{FF2B5EF4-FFF2-40B4-BE49-F238E27FC236}">
                <a16:creationId xmlns:a16="http://schemas.microsoft.com/office/drawing/2014/main" id="{8179D148-6351-4AA1-A3EC-3A53E8066629}"/>
              </a:ext>
            </a:extLst>
          </p:cNvPr>
          <p:cNvSpPr>
            <a:spLocks xmlns:a="http://schemas.openxmlformats.org/drawingml/2006/main" noGrp="1"/>
          </p:cNvSpPr>
          <p:nvPr/>
        </p:nvSpPr>
        <p:spPr>
          <a:xfrm xmlns:a="http://schemas.openxmlformats.org/drawingml/2006/main">
            <a:off x="5238750" y="3248025"/>
            <a:ext cx="76200" cy="1009650"/>
          </a:xfrm>
          <a:prstGeom xmlns:a="http://schemas.openxmlformats.org/drawingml/2006/main" prst="roundRect">
            <a:avLst>
              <a:gd name="adj" fmla="val 50000"/>
            </a:avLst>
          </a:prstGeom>
          <a:solidFill xmlns:a="http://schemas.openxmlformats.org/drawingml/2006/main">
            <a:srgbClr val="11875F"/>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AAF6B2E7-2099-4C73-96BB-8A8599105F3C}"/>
              </a:ext>
            </a:extLst>
          </p:cNvPr>
          <p:cNvSpPr>
            <a:spLocks xmlns:a="http://schemas.openxmlformats.org/drawingml/2006/main" noGrp="1"/>
          </p:cNvSpPr>
          <p:nvPr/>
        </p:nvSpPr>
        <p:spPr>
          <a:xfrm xmlns:a="http://schemas.openxmlformats.org/drawingml/2006/main">
            <a:off x="5467350" y="3419475"/>
            <a:ext cx="56578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a:solidFill>
                  <a:srgbClr val="121512"/>
                </a:solidFill>
                <a:latin typeface="Aptos Display"/>
                <a:ea typeface="Aptos Display"/>
                <a:cs typeface="Aptos Display"/>
              </a:defRPr>
            </a:pPr>
            <a:r>
              <a:rPr sz="1500" b="1">
                <a:solidFill>
                  <a:srgbClr val="121512"/>
                </a:solidFill>
                <a:latin typeface="Aptos Display"/>
                <a:ea typeface="Aptos Display"/>
                <a:cs typeface="Aptos Display"/>
              </a:rPr>
              <a:t>2 · Dann Termin</a:t>
            </a:r>
          </a:p>
        </p:txBody>
      </p:sp>
      <p:sp>
        <p:nvSpPr>
          <p:cNvPr id="37" name="">
            <a:extLst xmlns:a="http://schemas.openxmlformats.org/drawingml/2006/main">
              <a:ext uri="{FF2B5EF4-FFF2-40B4-BE49-F238E27FC236}">
                <a16:creationId xmlns:a16="http://schemas.microsoft.com/office/drawing/2014/main" id="{D8CB5B42-9B49-488E-AC47-CD210629E50C}"/>
              </a:ext>
            </a:extLst>
          </p:cNvPr>
          <p:cNvSpPr>
            <a:spLocks xmlns:a="http://schemas.openxmlformats.org/drawingml/2006/main" noGrp="1"/>
          </p:cNvSpPr>
          <p:nvPr/>
        </p:nvSpPr>
        <p:spPr>
          <a:xfrm xmlns:a="http://schemas.openxmlformats.org/drawingml/2006/main">
            <a:off x="5467350" y="3790950"/>
            <a:ext cx="5657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63" b="0">
                <a:solidFill>
                  <a:srgbClr val="656961"/>
                </a:solidFill>
                <a:latin typeface="Aptos"/>
                <a:ea typeface="Aptos"/>
                <a:cs typeface="Aptos"/>
              </a:defRPr>
            </a:pPr>
            <a:r>
              <a:rPr sz="1163" b="0">
                <a:solidFill>
                  <a:srgbClr val="656961"/>
                </a:solidFill>
                <a:latin typeface="Aptos"/>
                <a:ea typeface="Aptos"/>
                <a:cs typeface="Aptos"/>
              </a:rPr>
              <a:t>Datum, Uhrzeit, Ort und Treffpunkt vor der Abfahrt kurz prüfen.</a:t>
            </a:r>
          </a:p>
        </p:txBody>
      </p:sp>
      <p:sp>
        <p:nvSpPr>
          <p:cNvPr id="38" name="">
            <a:extLst xmlns:a="http://schemas.openxmlformats.org/drawingml/2006/main">
              <a:ext uri="{FF2B5EF4-FFF2-40B4-BE49-F238E27FC236}">
                <a16:creationId xmlns:a16="http://schemas.microsoft.com/office/drawing/2014/main" id="{ED86AEF8-E042-4E13-B30C-76C587BB3ABC}"/>
              </a:ext>
            </a:extLst>
          </p:cNvPr>
          <p:cNvSpPr>
            <a:spLocks xmlns:a="http://schemas.openxmlformats.org/drawingml/2006/main" noGrp="1"/>
          </p:cNvSpPr>
          <p:nvPr/>
        </p:nvSpPr>
        <p:spPr>
          <a:xfrm xmlns:a="http://schemas.openxmlformats.org/drawingml/2006/main">
            <a:off x="5238750" y="4495800"/>
            <a:ext cx="6076950" cy="1009650"/>
          </a:xfrm>
          <a:prstGeom xmlns:a="http://schemas.openxmlformats.org/drawingml/2006/main" prst="roundRect">
            <a:avLst>
              <a:gd name="adj" fmla="val 16981"/>
            </a:avLst>
          </a:prstGeom>
          <a:solidFill xmlns:a="http://schemas.openxmlformats.org/drawingml/2006/main">
            <a:srgbClr val="FFFFFF"/>
          </a:solidFill>
          <a:ln xmlns:a="http://schemas.openxmlformats.org/drawingml/2006/main" w="9525">
            <a:solidFill>
              <a:srgbClr val="E5E7DF"/>
            </a:solidFill>
            <a:prstDash val="solid"/>
          </a:ln>
        </p:spPr>
      </p:sp>
      <p:sp>
        <p:nvSpPr>
          <p:cNvPr id="39" name="">
            <a:extLst xmlns:a="http://schemas.openxmlformats.org/drawingml/2006/main">
              <a:ext uri="{FF2B5EF4-FFF2-40B4-BE49-F238E27FC236}">
                <a16:creationId xmlns:a16="http://schemas.microsoft.com/office/drawing/2014/main" id="{A2C747B2-1482-408A-AE47-90DADFB056BE}"/>
              </a:ext>
            </a:extLst>
          </p:cNvPr>
          <p:cNvSpPr>
            <a:spLocks xmlns:a="http://schemas.openxmlformats.org/drawingml/2006/main" noGrp="1"/>
          </p:cNvSpPr>
          <p:nvPr/>
        </p:nvSpPr>
        <p:spPr>
          <a:xfrm xmlns:a="http://schemas.openxmlformats.org/drawingml/2006/main">
            <a:off x="5238750" y="4495800"/>
            <a:ext cx="76200" cy="1009650"/>
          </a:xfrm>
          <a:prstGeom xmlns:a="http://schemas.openxmlformats.org/drawingml/2006/main" prst="roundRect">
            <a:avLst>
              <a:gd name="adj" fmla="val 50000"/>
            </a:avLst>
          </a:prstGeom>
          <a:solidFill xmlns:a="http://schemas.openxmlformats.org/drawingml/2006/main">
            <a:srgbClr val="315C79"/>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C168FCF2-DAA0-48BF-8F60-B0BB6F699920}"/>
              </a:ext>
            </a:extLst>
          </p:cNvPr>
          <p:cNvSpPr>
            <a:spLocks xmlns:a="http://schemas.openxmlformats.org/drawingml/2006/main" noGrp="1"/>
          </p:cNvSpPr>
          <p:nvPr/>
        </p:nvSpPr>
        <p:spPr>
          <a:xfrm xmlns:a="http://schemas.openxmlformats.org/drawingml/2006/main">
            <a:off x="5467350" y="4667250"/>
            <a:ext cx="56578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a:solidFill>
                  <a:srgbClr val="121512"/>
                </a:solidFill>
                <a:latin typeface="Aptos Display"/>
                <a:ea typeface="Aptos Display"/>
                <a:cs typeface="Aptos Display"/>
              </a:defRPr>
            </a:pPr>
            <a:r>
              <a:rPr sz="1500" b="1">
                <a:solidFill>
                  <a:srgbClr val="121512"/>
                </a:solidFill>
                <a:latin typeface="Aptos Display"/>
                <a:ea typeface="Aptos Display"/>
                <a:cs typeface="Aptos Display"/>
              </a:rPr>
              <a:t>3 · Änderungen lesen</a:t>
            </a:r>
          </a:p>
        </p:txBody>
      </p:sp>
      <p:sp>
        <p:nvSpPr>
          <p:cNvPr id="41" name="">
            <a:extLst xmlns:a="http://schemas.openxmlformats.org/drawingml/2006/main">
              <a:ext uri="{FF2B5EF4-FFF2-40B4-BE49-F238E27FC236}">
                <a16:creationId xmlns:a16="http://schemas.microsoft.com/office/drawing/2014/main" id="{F0133795-D4A6-4AF0-A7FE-BC7864BC60AF}"/>
              </a:ext>
            </a:extLst>
          </p:cNvPr>
          <p:cNvSpPr>
            <a:spLocks xmlns:a="http://schemas.openxmlformats.org/drawingml/2006/main" noGrp="1"/>
          </p:cNvSpPr>
          <p:nvPr/>
        </p:nvSpPr>
        <p:spPr>
          <a:xfrm xmlns:a="http://schemas.openxmlformats.org/drawingml/2006/main">
            <a:off x="5467350" y="5038725"/>
            <a:ext cx="5657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63" b="0">
                <a:solidFill>
                  <a:srgbClr val="656961"/>
                </a:solidFill>
                <a:latin typeface="Aptos"/>
                <a:ea typeface="Aptos"/>
                <a:cs typeface="Aptos"/>
              </a:defRPr>
            </a:pPr>
            <a:r>
              <a:rPr sz="1163" b="0">
                <a:solidFill>
                  <a:srgbClr val="656961"/>
                </a:solidFill>
                <a:latin typeface="Aptos"/>
                <a:ea typeface="Aptos"/>
                <a:cs typeface="Aptos"/>
              </a:rPr>
              <a:t>Neue Hinweise öffnen; Push führt direkt zur passenden App-Seite.</a:t>
            </a:r>
          </a:p>
        </p:txBody>
      </p:sp>
      <p:sp>
        <p:nvSpPr>
          <p:cNvPr id="42" name="">
            <a:extLst xmlns:a="http://schemas.openxmlformats.org/drawingml/2006/main">
              <a:ext uri="{FF2B5EF4-FFF2-40B4-BE49-F238E27FC236}">
                <a16:creationId xmlns:a16="http://schemas.microsoft.com/office/drawing/2014/main" id="{50E5BDC3-FC7A-4A48-B502-443524D1D4DF}"/>
              </a:ext>
            </a:extLst>
          </p:cNvPr>
          <p:cNvSpPr>
            <a:spLocks xmlns:a="http://schemas.openxmlformats.org/drawingml/2006/main" noGrp="1"/>
          </p:cNvSpPr>
          <p:nvPr/>
        </p:nvSpPr>
        <p:spPr>
          <a:xfrm xmlns:a="http://schemas.openxmlformats.org/drawingml/2006/main">
            <a:off x="533400" y="6572250"/>
            <a:ext cx="733425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713" b="0">
                <a:solidFill>
                  <a:srgbClr val="656961"/>
                </a:solidFill>
                <a:latin typeface="Aptos"/>
                <a:ea typeface="Aptos"/>
                <a:cs typeface="Aptos"/>
              </a:defRPr>
            </a:pPr>
            <a:r>
              <a:rPr sz="713" b="0">
                <a:solidFill>
                  <a:srgbClr val="656961"/>
                </a:solidFill>
                <a:latin typeface="Aptos"/>
                <a:ea typeface="Aptos"/>
                <a:cs typeface="Aptos"/>
              </a:rPr>
              <a:t>FC Teugn Talents · Hilfe für Eltern &amp; Familien</a:t>
            </a:r>
          </a:p>
        </p:txBody>
      </p:sp>
    </p:spTree>
    <p:extLst>
      <p:ext uri="{BB962C8B-B14F-4D97-AF65-F5344CB8AC3E}">
        <p14:creationId xmlns:p14="http://schemas.microsoft.com/office/powerpoint/2010/main" val="1332054525"/>
      </p:ext>
    </p:extLst>
  </p:cSld>
</p:sld>
</file>

<file path=ppt/slides/slide5.xml><?xml version="1.0" encoding="utf-8"?>
<p:sld xmlns:p="http://schemas.openxmlformats.org/presentationml/2006/main">
  <p:cSld>
    <p:bg>
      <p:bgPr>
        <a:solidFill xmlns:a="http://schemas.openxmlformats.org/drawingml/2006/main">
          <a:srgbClr val="FCFBF6"/>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6F261F73-D305-4652-A9F7-7AFF65F459E6}"/>
              </a:ext>
            </a:extLst>
          </p:cNvPr>
          <p:cNvSpPr>
            <a:spLocks xmlns:a="http://schemas.openxmlformats.org/drawingml/2006/main" noGrp="1"/>
          </p:cNvSpPr>
          <p:nvPr/>
        </p:nvSpPr>
        <p:spPr>
          <a:xfrm xmlns:a="http://schemas.openxmlformats.org/drawingml/2006/main">
            <a:off x="533400" y="2667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7B6900"/>
                </a:solidFill>
                <a:latin typeface="Aptos Display"/>
                <a:ea typeface="Aptos Display"/>
                <a:cs typeface="Aptos Display"/>
              </a:defRPr>
            </a:pPr>
            <a:r>
              <a:rPr sz="975" b="1">
                <a:solidFill>
                  <a:srgbClr val="7B6900"/>
                </a:solidFill>
                <a:latin typeface="Aptos Display"/>
                <a:ea typeface="Aptos Display"/>
                <a:cs typeface="Aptos Display"/>
              </a:rPr>
              <a:t>MEINE KINDER</a:t>
            </a:r>
          </a:p>
        </p:txBody>
      </p:sp>
      <p:sp>
        <p:nvSpPr>
          <p:cNvPr id="2" name="">
            <a:extLst xmlns:a="http://schemas.openxmlformats.org/drawingml/2006/main">
              <a:ext uri="{FF2B5EF4-FFF2-40B4-BE49-F238E27FC236}">
                <a16:creationId xmlns:a16="http://schemas.microsoft.com/office/drawing/2014/main" id="{FE49F6EF-5B1F-489F-8DF7-B2473D7753CE}"/>
              </a:ext>
            </a:extLst>
          </p:cNvPr>
          <p:cNvSpPr>
            <a:spLocks xmlns:a="http://schemas.openxmlformats.org/drawingml/2006/main" noGrp="1"/>
          </p:cNvSpPr>
          <p:nvPr/>
        </p:nvSpPr>
        <p:spPr>
          <a:xfrm xmlns:a="http://schemas.openxmlformats.org/drawingml/2006/main">
            <a:off x="533400" y="552450"/>
            <a:ext cx="1028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625" b="1">
                <a:solidFill>
                  <a:srgbClr val="121512"/>
                </a:solidFill>
                <a:latin typeface="Aptos Display"/>
                <a:ea typeface="Aptos Display"/>
                <a:cs typeface="Aptos Display"/>
              </a:defRPr>
            </a:pPr>
            <a:r>
              <a:rPr sz="2625" b="1">
                <a:solidFill>
                  <a:srgbClr val="121512"/>
                </a:solidFill>
                <a:latin typeface="Aptos Display"/>
                <a:ea typeface="Aptos Display"/>
                <a:cs typeface="Aptos Display"/>
              </a:rPr>
              <a:t>Alle verknüpften Kinder sauber getrennt</a:t>
            </a:r>
          </a:p>
        </p:txBody>
      </p:sp>
      <p:sp>
        <p:nvSpPr>
          <p:cNvPr id="3" name="">
            <a:extLst xmlns:a="http://schemas.openxmlformats.org/drawingml/2006/main">
              <a:ext uri="{FF2B5EF4-FFF2-40B4-BE49-F238E27FC236}">
                <a16:creationId xmlns:a16="http://schemas.microsoft.com/office/drawing/2014/main" id="{8FD71E94-D373-4C87-BDFA-17D9E5B31310}"/>
              </a:ext>
            </a:extLst>
          </p:cNvPr>
          <p:cNvSpPr>
            <a:spLocks xmlns:a="http://schemas.openxmlformats.org/drawingml/2006/main" noGrp="1"/>
          </p:cNvSpPr>
          <p:nvPr/>
        </p:nvSpPr>
        <p:spPr>
          <a:xfrm xmlns:a="http://schemas.openxmlformats.org/drawingml/2006/main">
            <a:off x="533400" y="1143000"/>
            <a:ext cx="990600" cy="57150"/>
          </a:xfrm>
          <a:prstGeom xmlns:a="http://schemas.openxmlformats.org/drawingml/2006/main" prst="roundRect">
            <a:avLst>
              <a:gd name="adj" fmla="val 50000"/>
            </a:avLst>
          </a:prstGeom>
          <a:solidFill xmlns:a="http://schemas.openxmlformats.org/drawingml/2006/main">
            <a:srgbClr val="FFE50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E1F7514-1A06-4030-A8B2-1AA48542BB30}"/>
              </a:ext>
            </a:extLst>
          </p:cNvPr>
          <p:cNvSpPr>
            <a:spLocks xmlns:a="http://schemas.openxmlformats.org/drawingml/2006/main" noGrp="1"/>
          </p:cNvSpPr>
          <p:nvPr/>
        </p:nvSpPr>
        <p:spPr>
          <a:xfrm xmlns:a="http://schemas.openxmlformats.org/drawingml/2006/main">
            <a:off x="10896600" y="266700"/>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1">
                <a:solidFill>
                  <a:srgbClr val="656961"/>
                </a:solidFill>
                <a:latin typeface="Aptos Display"/>
                <a:ea typeface="Aptos Display"/>
                <a:cs typeface="Aptos Display"/>
              </a:defRPr>
            </a:pPr>
            <a:r>
              <a:rPr sz="900" b="1">
                <a:solidFill>
                  <a:srgbClr val="656961"/>
                </a:solidFill>
                <a:latin typeface="Aptos Display"/>
                <a:ea typeface="Aptos Display"/>
                <a:cs typeface="Aptos Display"/>
              </a:rPr>
              <a:t>5</a:t>
            </a:r>
          </a:p>
        </p:txBody>
      </p:sp>
      <p:sp>
        <p:nvSpPr>
          <p:cNvPr id="5" name="">
            <a:extLst xmlns:a="http://schemas.openxmlformats.org/drawingml/2006/main">
              <a:ext uri="{FF2B5EF4-FFF2-40B4-BE49-F238E27FC236}">
                <a16:creationId xmlns:a16="http://schemas.microsoft.com/office/drawing/2014/main" id="{1EABDCF9-F4F9-43BC-BFCB-FFD18EA36CF6}"/>
              </a:ext>
            </a:extLst>
          </p:cNvPr>
          <p:cNvSpPr>
            <a:spLocks xmlns:a="http://schemas.openxmlformats.org/drawingml/2006/main" noGrp="1"/>
          </p:cNvSpPr>
          <p:nvPr/>
        </p:nvSpPr>
        <p:spPr>
          <a:xfrm xmlns:a="http://schemas.openxmlformats.org/drawingml/2006/main">
            <a:off x="533400" y="1352550"/>
            <a:ext cx="106680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75" b="0">
                <a:solidFill>
                  <a:srgbClr val="656961"/>
                </a:solidFill>
                <a:latin typeface="Aptos"/>
                <a:ea typeface="Aptos"/>
                <a:cs typeface="Aptos"/>
              </a:defRPr>
            </a:pPr>
            <a:r>
              <a:rPr sz="1275" b="0">
                <a:solidFill>
                  <a:srgbClr val="656961"/>
                </a:solidFill>
                <a:latin typeface="Aptos"/>
                <a:ea typeface="Aptos"/>
                <a:cs typeface="Aptos"/>
              </a:rPr>
              <a:t>Auch Geschwister aus unterschiedlichen Mannschaften bleiben übersichtlich.</a:t>
            </a:r>
          </a:p>
        </p:txBody>
      </p:sp>
      <p:sp>
        <p:nvSpPr>
          <p:cNvPr id="6" name="">
            <a:extLst xmlns:a="http://schemas.openxmlformats.org/drawingml/2006/main">
              <a:ext uri="{FF2B5EF4-FFF2-40B4-BE49-F238E27FC236}">
                <a16:creationId xmlns:a16="http://schemas.microsoft.com/office/drawing/2014/main" id="{6E176A73-5A89-4E6E-80B2-3FC8E38A8515}"/>
              </a:ext>
            </a:extLst>
          </p:cNvPr>
          <p:cNvSpPr>
            <a:spLocks xmlns:a="http://schemas.openxmlformats.org/drawingml/2006/main" noGrp="1"/>
          </p:cNvSpPr>
          <p:nvPr/>
        </p:nvSpPr>
        <p:spPr>
          <a:xfrm xmlns:a="http://schemas.openxmlformats.org/drawingml/2006/main">
            <a:off x="533400" y="1905000"/>
            <a:ext cx="7200900" cy="3648075"/>
          </a:xfrm>
          <a:prstGeom xmlns:a="http://schemas.openxmlformats.org/drawingml/2006/main" prst="roundRect">
            <a:avLst>
              <a:gd name="adj" fmla="val 6266"/>
            </a:avLst>
          </a:prstGeom>
          <a:solidFill xmlns:a="http://schemas.openxmlformats.org/drawingml/2006/main">
            <a:srgbClr val="FFFFFF"/>
          </a:solidFill>
          <a:ln xmlns:a="http://schemas.openxmlformats.org/drawingml/2006/main" w="9525">
            <a:solidFill>
              <a:srgbClr val="E5E7DF"/>
            </a:solidFill>
            <a:prstDash val="solid"/>
          </a:ln>
        </p:spPr>
      </p:sp>
      <p:sp>
        <p:nvSpPr>
          <p:cNvPr id="7" name="">
            <a:extLst xmlns:a="http://schemas.openxmlformats.org/drawingml/2006/main">
              <a:ext uri="{FF2B5EF4-FFF2-40B4-BE49-F238E27FC236}">
                <a16:creationId xmlns:a16="http://schemas.microsoft.com/office/drawing/2014/main" id="{0C40D5E7-FC06-469A-A13D-F8C2D5B44C08}"/>
              </a:ext>
            </a:extLst>
          </p:cNvPr>
          <p:cNvSpPr>
            <a:spLocks xmlns:a="http://schemas.openxmlformats.org/drawingml/2006/main" noGrp="1"/>
          </p:cNvSpPr>
          <p:nvPr/>
        </p:nvSpPr>
        <p:spPr>
          <a:xfrm xmlns:a="http://schemas.openxmlformats.org/drawingml/2006/main">
            <a:off x="819150" y="2133600"/>
            <a:ext cx="609600" cy="609600"/>
          </a:xfrm>
          <a:prstGeom xmlns:a="http://schemas.openxmlformats.org/drawingml/2006/main" prst="ellipse">
            <a:avLst/>
          </a:prstGeom>
          <a:solidFill xmlns:a="http://schemas.openxmlformats.org/drawingml/2006/main">
            <a:srgbClr val="FFE50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366A1FB-E0F9-4314-AD1F-6FAD772C3C31}"/>
              </a:ext>
            </a:extLst>
          </p:cNvPr>
          <p:cNvSpPr>
            <a:spLocks xmlns:a="http://schemas.openxmlformats.org/drawingml/2006/main" noGrp="1"/>
          </p:cNvSpPr>
          <p:nvPr/>
        </p:nvSpPr>
        <p:spPr>
          <a:xfrm xmlns:a="http://schemas.openxmlformats.org/drawingml/2006/main">
            <a:off x="819150" y="2143125"/>
            <a:ext cx="609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21512"/>
                </a:solidFill>
                <a:latin typeface="Aptos Display"/>
                <a:ea typeface="Aptos Display"/>
                <a:cs typeface="Aptos Display"/>
              </a:defRPr>
            </a:pPr>
            <a:r>
              <a:rPr sz="1650" b="1">
                <a:solidFill>
                  <a:srgbClr val="121512"/>
                </a:solidFill>
                <a:latin typeface="Aptos Display"/>
                <a:ea typeface="Aptos Display"/>
                <a:cs typeface="Aptos Display"/>
              </a:rPr>
              <a:t>A</a:t>
            </a:r>
          </a:p>
        </p:txBody>
      </p:sp>
      <p:sp>
        <p:nvSpPr>
          <p:cNvPr id="9" name="">
            <a:extLst xmlns:a="http://schemas.openxmlformats.org/drawingml/2006/main">
              <a:ext uri="{FF2B5EF4-FFF2-40B4-BE49-F238E27FC236}">
                <a16:creationId xmlns:a16="http://schemas.microsoft.com/office/drawing/2014/main" id="{42A8BB37-DAF5-4E57-9A16-0DE0E21F1902}"/>
              </a:ext>
            </a:extLst>
          </p:cNvPr>
          <p:cNvSpPr>
            <a:spLocks xmlns:a="http://schemas.openxmlformats.org/drawingml/2006/main" noGrp="1"/>
          </p:cNvSpPr>
          <p:nvPr/>
        </p:nvSpPr>
        <p:spPr>
          <a:xfrm xmlns:a="http://schemas.openxmlformats.org/drawingml/2006/main">
            <a:off x="1638300" y="2143125"/>
            <a:ext cx="2476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75" b="1">
                <a:solidFill>
                  <a:srgbClr val="121512"/>
                </a:solidFill>
                <a:latin typeface="Aptos Display"/>
                <a:ea typeface="Aptos Display"/>
                <a:cs typeface="Aptos Display"/>
              </a:defRPr>
            </a:pPr>
            <a:r>
              <a:rPr sz="1575" b="1">
                <a:solidFill>
                  <a:srgbClr val="121512"/>
                </a:solidFill>
                <a:latin typeface="Aptos Display"/>
                <a:ea typeface="Aptos Display"/>
                <a:cs typeface="Aptos Display"/>
              </a:rPr>
              <a:t>Alex</a:t>
            </a:r>
          </a:p>
        </p:txBody>
      </p:sp>
      <p:sp>
        <p:nvSpPr>
          <p:cNvPr id="10" name="">
            <a:extLst xmlns:a="http://schemas.openxmlformats.org/drawingml/2006/main">
              <a:ext uri="{FF2B5EF4-FFF2-40B4-BE49-F238E27FC236}">
                <a16:creationId xmlns:a16="http://schemas.microsoft.com/office/drawing/2014/main" id="{C2419F96-F397-4E52-BDC4-02C2809EAE28}"/>
              </a:ext>
            </a:extLst>
          </p:cNvPr>
          <p:cNvSpPr>
            <a:spLocks xmlns:a="http://schemas.openxmlformats.org/drawingml/2006/main" noGrp="1"/>
          </p:cNvSpPr>
          <p:nvPr/>
        </p:nvSpPr>
        <p:spPr>
          <a:xfrm xmlns:a="http://schemas.openxmlformats.org/drawingml/2006/main">
            <a:off x="1638300" y="24765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0">
                <a:solidFill>
                  <a:srgbClr val="656961"/>
                </a:solidFill>
                <a:latin typeface="Aptos"/>
                <a:ea typeface="Aptos"/>
                <a:cs typeface="Aptos"/>
              </a:defRPr>
            </a:pPr>
            <a:r>
              <a:rPr sz="1050" b="0">
                <a:solidFill>
                  <a:srgbClr val="656961"/>
                </a:solidFill>
                <a:latin typeface="Aptos"/>
                <a:ea typeface="Aptos"/>
                <a:cs typeface="Aptos"/>
              </a:rPr>
              <a:t>E1-Jugend</a:t>
            </a:r>
          </a:p>
        </p:txBody>
      </p:sp>
      <p:sp>
        <p:nvSpPr>
          <p:cNvPr id="11" name="">
            <a:extLst xmlns:a="http://schemas.openxmlformats.org/drawingml/2006/main">
              <a:ext uri="{FF2B5EF4-FFF2-40B4-BE49-F238E27FC236}">
                <a16:creationId xmlns:a16="http://schemas.microsoft.com/office/drawing/2014/main" id="{7B42BDD1-19A6-4D0A-BE2D-1A59C3787A7A}"/>
              </a:ext>
            </a:extLst>
          </p:cNvPr>
          <p:cNvSpPr>
            <a:spLocks xmlns:a="http://schemas.openxmlformats.org/drawingml/2006/main" noGrp="1"/>
          </p:cNvSpPr>
          <p:nvPr/>
        </p:nvSpPr>
        <p:spPr>
          <a:xfrm xmlns:a="http://schemas.openxmlformats.org/drawingml/2006/main">
            <a:off x="4705350" y="2247900"/>
            <a:ext cx="2457450" cy="381000"/>
          </a:xfrm>
          <a:prstGeom xmlns:a="http://schemas.openxmlformats.org/drawingml/2006/main" prst="roundRect">
            <a:avLst>
              <a:gd name="adj" fmla="val 50000"/>
            </a:avLst>
          </a:prstGeom>
          <a:solidFill xmlns:a="http://schemas.openxmlformats.org/drawingml/2006/main">
            <a:srgbClr val="FFF5A8"/>
          </a:solidFill>
          <a:ln xmlns:a="http://schemas.openxmlformats.org/drawingml/2006/main" w="9525">
            <a:solidFill>
              <a:srgbClr val="E5E7DF"/>
            </a:solidFill>
            <a:prstDash val="solid"/>
          </a:ln>
        </p:spPr>
      </p:sp>
      <p:sp>
        <p:nvSpPr>
          <p:cNvPr id="12" name="">
            <a:extLst xmlns:a="http://schemas.openxmlformats.org/drawingml/2006/main">
              <a:ext uri="{FF2B5EF4-FFF2-40B4-BE49-F238E27FC236}">
                <a16:creationId xmlns:a16="http://schemas.microsoft.com/office/drawing/2014/main" id="{F7A7753D-6917-4FCC-A50E-3A3A86B941C3}"/>
              </a:ext>
            </a:extLst>
          </p:cNvPr>
          <p:cNvSpPr>
            <a:spLocks xmlns:a="http://schemas.openxmlformats.org/drawingml/2006/main" noGrp="1"/>
          </p:cNvSpPr>
          <p:nvPr/>
        </p:nvSpPr>
        <p:spPr>
          <a:xfrm xmlns:a="http://schemas.openxmlformats.org/drawingml/2006/main">
            <a:off x="4838700" y="2257425"/>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21512"/>
                </a:solidFill>
                <a:latin typeface="Aptos Display"/>
                <a:ea typeface="Aptos Display"/>
                <a:cs typeface="Aptos Display"/>
              </a:defRPr>
            </a:pPr>
            <a:r>
              <a:rPr sz="1200" b="1">
                <a:solidFill>
                  <a:srgbClr val="121512"/>
                </a:solidFill>
                <a:latin typeface="Aptos Display"/>
                <a:ea typeface="Aptos Display"/>
                <a:cs typeface="Aptos Display"/>
              </a:rPr>
              <a:t>2 Termine · 1 offen</a:t>
            </a:r>
          </a:p>
        </p:txBody>
      </p:sp>
      <p:cxnSp>
        <p:nvCxnSpPr>
          <p:cNvPr id="45" name=""/>
          <p:cNvCxnSpPr/>
          <p:nvPr/>
        </p:nvCxnSpPr>
        <p:spPr>
          <a:xfrm xmlns:a="http://schemas.openxmlformats.org/drawingml/2006/main">
            <a:off x="781050" y="3048000"/>
            <a:ext cx="6705600" cy="0"/>
          </a:xfrm>
          <a:prstGeom xmlns:a="http://schemas.openxmlformats.org/drawingml/2006/main" prst="straightConnector1">
            <a:avLst/>
          </a:prstGeom>
          <a:ln xmlns:a="http://schemas.openxmlformats.org/drawingml/2006/main" w="9525">
            <a:solidFill>
              <a:srgbClr val="E5E7DF"/>
            </a:solidFill>
            <a:prstDash val="solid"/>
          </a:ln>
        </p:spPr>
      </p:cxnSp>
      <p:sp>
        <p:nvSpPr>
          <p:cNvPr id="14" name="">
            <a:extLst xmlns:a="http://schemas.openxmlformats.org/drawingml/2006/main">
              <a:ext uri="{FF2B5EF4-FFF2-40B4-BE49-F238E27FC236}">
                <a16:creationId xmlns:a16="http://schemas.microsoft.com/office/drawing/2014/main" id="{BB90E63F-A8A7-4FEF-9908-40430748B397}"/>
              </a:ext>
            </a:extLst>
          </p:cNvPr>
          <p:cNvSpPr>
            <a:spLocks xmlns:a="http://schemas.openxmlformats.org/drawingml/2006/main" noGrp="1"/>
          </p:cNvSpPr>
          <p:nvPr/>
        </p:nvSpPr>
        <p:spPr>
          <a:xfrm xmlns:a="http://schemas.openxmlformats.org/drawingml/2006/main">
            <a:off x="819150" y="3162300"/>
            <a:ext cx="609600" cy="609600"/>
          </a:xfrm>
          <a:prstGeom xmlns:a="http://schemas.openxmlformats.org/drawingml/2006/main" prst="ellipse">
            <a:avLst/>
          </a:prstGeom>
          <a:solidFill xmlns:a="http://schemas.openxmlformats.org/drawingml/2006/main">
            <a:srgbClr val="DFF3E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E5546B0-AAA6-4B97-B2D4-F060AAF20500}"/>
              </a:ext>
            </a:extLst>
          </p:cNvPr>
          <p:cNvSpPr>
            <a:spLocks xmlns:a="http://schemas.openxmlformats.org/drawingml/2006/main" noGrp="1"/>
          </p:cNvSpPr>
          <p:nvPr/>
        </p:nvSpPr>
        <p:spPr>
          <a:xfrm xmlns:a="http://schemas.openxmlformats.org/drawingml/2006/main">
            <a:off x="819150" y="3171825"/>
            <a:ext cx="609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21512"/>
                </a:solidFill>
                <a:latin typeface="Aptos Display"/>
                <a:ea typeface="Aptos Display"/>
                <a:cs typeface="Aptos Display"/>
              </a:defRPr>
            </a:pPr>
            <a:r>
              <a:rPr sz="1650" b="1">
                <a:solidFill>
                  <a:srgbClr val="121512"/>
                </a:solidFill>
                <a:latin typeface="Aptos Display"/>
                <a:ea typeface="Aptos Display"/>
                <a:cs typeface="Aptos Display"/>
              </a:rPr>
              <a:t>M</a:t>
            </a:r>
          </a:p>
        </p:txBody>
      </p:sp>
      <p:sp>
        <p:nvSpPr>
          <p:cNvPr id="16" name="">
            <a:extLst xmlns:a="http://schemas.openxmlformats.org/drawingml/2006/main">
              <a:ext uri="{FF2B5EF4-FFF2-40B4-BE49-F238E27FC236}">
                <a16:creationId xmlns:a16="http://schemas.microsoft.com/office/drawing/2014/main" id="{3A666BF2-566D-41C1-9E24-A531988DC6D1}"/>
              </a:ext>
            </a:extLst>
          </p:cNvPr>
          <p:cNvSpPr>
            <a:spLocks xmlns:a="http://schemas.openxmlformats.org/drawingml/2006/main" noGrp="1"/>
          </p:cNvSpPr>
          <p:nvPr/>
        </p:nvSpPr>
        <p:spPr>
          <a:xfrm xmlns:a="http://schemas.openxmlformats.org/drawingml/2006/main">
            <a:off x="1638300" y="3171825"/>
            <a:ext cx="2476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75" b="1">
                <a:solidFill>
                  <a:srgbClr val="121512"/>
                </a:solidFill>
                <a:latin typeface="Aptos Display"/>
                <a:ea typeface="Aptos Display"/>
                <a:cs typeface="Aptos Display"/>
              </a:defRPr>
            </a:pPr>
            <a:r>
              <a:rPr sz="1575" b="1">
                <a:solidFill>
                  <a:srgbClr val="121512"/>
                </a:solidFill>
                <a:latin typeface="Aptos Display"/>
                <a:ea typeface="Aptos Display"/>
                <a:cs typeface="Aptos Display"/>
              </a:rPr>
              <a:t>Mia</a:t>
            </a:r>
          </a:p>
        </p:txBody>
      </p:sp>
      <p:sp>
        <p:nvSpPr>
          <p:cNvPr id="17" name="">
            <a:extLst xmlns:a="http://schemas.openxmlformats.org/drawingml/2006/main">
              <a:ext uri="{FF2B5EF4-FFF2-40B4-BE49-F238E27FC236}">
                <a16:creationId xmlns:a16="http://schemas.microsoft.com/office/drawing/2014/main" id="{2ABB6EBF-7722-4261-9C91-DCE9ABA63CF5}"/>
              </a:ext>
            </a:extLst>
          </p:cNvPr>
          <p:cNvSpPr>
            <a:spLocks xmlns:a="http://schemas.openxmlformats.org/drawingml/2006/main" noGrp="1"/>
          </p:cNvSpPr>
          <p:nvPr/>
        </p:nvSpPr>
        <p:spPr>
          <a:xfrm xmlns:a="http://schemas.openxmlformats.org/drawingml/2006/main">
            <a:off x="1638300" y="35052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0">
                <a:solidFill>
                  <a:srgbClr val="656961"/>
                </a:solidFill>
                <a:latin typeface="Aptos"/>
                <a:ea typeface="Aptos"/>
                <a:cs typeface="Aptos"/>
              </a:defRPr>
            </a:pPr>
            <a:r>
              <a:rPr sz="1050" b="0">
                <a:solidFill>
                  <a:srgbClr val="656961"/>
                </a:solidFill>
                <a:latin typeface="Aptos"/>
                <a:ea typeface="Aptos"/>
                <a:cs typeface="Aptos"/>
              </a:rPr>
              <a:t>F-Jugend</a:t>
            </a:r>
          </a:p>
        </p:txBody>
      </p:sp>
      <p:sp>
        <p:nvSpPr>
          <p:cNvPr id="18" name="">
            <a:extLst xmlns:a="http://schemas.openxmlformats.org/drawingml/2006/main">
              <a:ext uri="{FF2B5EF4-FFF2-40B4-BE49-F238E27FC236}">
                <a16:creationId xmlns:a16="http://schemas.microsoft.com/office/drawing/2014/main" id="{64BB9560-0F76-4A21-A3C6-07BB9F23ED0E}"/>
              </a:ext>
            </a:extLst>
          </p:cNvPr>
          <p:cNvSpPr>
            <a:spLocks xmlns:a="http://schemas.openxmlformats.org/drawingml/2006/main" noGrp="1"/>
          </p:cNvSpPr>
          <p:nvPr/>
        </p:nvSpPr>
        <p:spPr>
          <a:xfrm xmlns:a="http://schemas.openxmlformats.org/drawingml/2006/main">
            <a:off x="4705350" y="3276600"/>
            <a:ext cx="2457450" cy="381000"/>
          </a:xfrm>
          <a:prstGeom xmlns:a="http://schemas.openxmlformats.org/drawingml/2006/main" prst="roundRect">
            <a:avLst>
              <a:gd name="adj" fmla="val 50000"/>
            </a:avLst>
          </a:prstGeom>
          <a:solidFill xmlns:a="http://schemas.openxmlformats.org/drawingml/2006/main">
            <a:srgbClr val="FCFBF6"/>
          </a:solidFill>
          <a:ln xmlns:a="http://schemas.openxmlformats.org/drawingml/2006/main" w="9525">
            <a:solidFill>
              <a:srgbClr val="E5E7DF"/>
            </a:solidFill>
            <a:prstDash val="solid"/>
          </a:ln>
        </p:spPr>
      </p:sp>
      <p:sp>
        <p:nvSpPr>
          <p:cNvPr id="19" name="">
            <a:extLst xmlns:a="http://schemas.openxmlformats.org/drawingml/2006/main">
              <a:ext uri="{FF2B5EF4-FFF2-40B4-BE49-F238E27FC236}">
                <a16:creationId xmlns:a16="http://schemas.microsoft.com/office/drawing/2014/main" id="{2DC0742A-F860-40DF-B6B8-6A6265AF10DA}"/>
              </a:ext>
            </a:extLst>
          </p:cNvPr>
          <p:cNvSpPr>
            <a:spLocks xmlns:a="http://schemas.openxmlformats.org/drawingml/2006/main" noGrp="1"/>
          </p:cNvSpPr>
          <p:nvPr/>
        </p:nvSpPr>
        <p:spPr>
          <a:xfrm xmlns:a="http://schemas.openxmlformats.org/drawingml/2006/main">
            <a:off x="4838700" y="3286125"/>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0">
                <a:solidFill>
                  <a:srgbClr val="656961"/>
                </a:solidFill>
                <a:latin typeface="Aptos"/>
                <a:ea typeface="Aptos"/>
                <a:cs typeface="Aptos"/>
              </a:defRPr>
            </a:pPr>
            <a:r>
              <a:rPr sz="1200" b="0">
                <a:solidFill>
                  <a:srgbClr val="656961"/>
                </a:solidFill>
                <a:latin typeface="Aptos"/>
                <a:ea typeface="Aptos"/>
                <a:cs typeface="Aptos"/>
              </a:rPr>
              <a:t>1 Termin · alles erledigt</a:t>
            </a:r>
          </a:p>
        </p:txBody>
      </p:sp>
      <p:cxnSp>
        <p:nvCxnSpPr>
          <p:cNvPr id="52" name=""/>
          <p:cNvCxnSpPr/>
          <p:nvPr/>
        </p:nvCxnSpPr>
        <p:spPr>
          <a:xfrm xmlns:a="http://schemas.openxmlformats.org/drawingml/2006/main">
            <a:off x="781050" y="4076700"/>
            <a:ext cx="6705600" cy="0"/>
          </a:xfrm>
          <a:prstGeom xmlns:a="http://schemas.openxmlformats.org/drawingml/2006/main" prst="straightConnector1">
            <a:avLst/>
          </a:prstGeom>
          <a:ln xmlns:a="http://schemas.openxmlformats.org/drawingml/2006/main" w="9525">
            <a:solidFill>
              <a:srgbClr val="E5E7DF"/>
            </a:solidFill>
            <a:prstDash val="solid"/>
          </a:ln>
        </p:spPr>
      </p:cxnSp>
      <p:sp>
        <p:nvSpPr>
          <p:cNvPr id="21" name="">
            <a:extLst xmlns:a="http://schemas.openxmlformats.org/drawingml/2006/main">
              <a:ext uri="{FF2B5EF4-FFF2-40B4-BE49-F238E27FC236}">
                <a16:creationId xmlns:a16="http://schemas.microsoft.com/office/drawing/2014/main" id="{7A049D2B-CCD4-4986-9535-F8F506AE81FF}"/>
              </a:ext>
            </a:extLst>
          </p:cNvPr>
          <p:cNvSpPr>
            <a:spLocks xmlns:a="http://schemas.openxmlformats.org/drawingml/2006/main" noGrp="1"/>
          </p:cNvSpPr>
          <p:nvPr/>
        </p:nvSpPr>
        <p:spPr>
          <a:xfrm xmlns:a="http://schemas.openxmlformats.org/drawingml/2006/main">
            <a:off x="819150" y="4191000"/>
            <a:ext cx="609600" cy="609600"/>
          </a:xfrm>
          <a:prstGeom xmlns:a="http://schemas.openxmlformats.org/drawingml/2006/main" prst="ellipse">
            <a:avLst/>
          </a:prstGeom>
          <a:solidFill xmlns:a="http://schemas.openxmlformats.org/drawingml/2006/main">
            <a:srgbClr val="E4EFF5"/>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98A7662D-0A01-4EDE-9B29-48BD4D0DB94B}"/>
              </a:ext>
            </a:extLst>
          </p:cNvPr>
          <p:cNvSpPr>
            <a:spLocks xmlns:a="http://schemas.openxmlformats.org/drawingml/2006/main" noGrp="1"/>
          </p:cNvSpPr>
          <p:nvPr/>
        </p:nvSpPr>
        <p:spPr>
          <a:xfrm xmlns:a="http://schemas.openxmlformats.org/drawingml/2006/main">
            <a:off x="819150" y="4200525"/>
            <a:ext cx="609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21512"/>
                </a:solidFill>
                <a:latin typeface="Aptos Display"/>
                <a:ea typeface="Aptos Display"/>
                <a:cs typeface="Aptos Display"/>
              </a:defRPr>
            </a:pPr>
            <a:r>
              <a:rPr sz="1650" b="1">
                <a:solidFill>
                  <a:srgbClr val="121512"/>
                </a:solidFill>
                <a:latin typeface="Aptos Display"/>
                <a:ea typeface="Aptos Display"/>
                <a:cs typeface="Aptos Display"/>
              </a:rPr>
              <a:t>J</a:t>
            </a:r>
          </a:p>
        </p:txBody>
      </p:sp>
      <p:sp>
        <p:nvSpPr>
          <p:cNvPr id="23" name="">
            <a:extLst xmlns:a="http://schemas.openxmlformats.org/drawingml/2006/main">
              <a:ext uri="{FF2B5EF4-FFF2-40B4-BE49-F238E27FC236}">
                <a16:creationId xmlns:a16="http://schemas.microsoft.com/office/drawing/2014/main" id="{5ABA3EBF-7BCC-48E6-8320-E1624D885905}"/>
              </a:ext>
            </a:extLst>
          </p:cNvPr>
          <p:cNvSpPr>
            <a:spLocks xmlns:a="http://schemas.openxmlformats.org/drawingml/2006/main" noGrp="1"/>
          </p:cNvSpPr>
          <p:nvPr/>
        </p:nvSpPr>
        <p:spPr>
          <a:xfrm xmlns:a="http://schemas.openxmlformats.org/drawingml/2006/main">
            <a:off x="1638300" y="4200525"/>
            <a:ext cx="2476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75" b="1">
                <a:solidFill>
                  <a:srgbClr val="121512"/>
                </a:solidFill>
                <a:latin typeface="Aptos Display"/>
                <a:ea typeface="Aptos Display"/>
                <a:cs typeface="Aptos Display"/>
              </a:defRPr>
            </a:pPr>
            <a:r>
              <a:rPr sz="1575" b="1">
                <a:solidFill>
                  <a:srgbClr val="121512"/>
                </a:solidFill>
                <a:latin typeface="Aptos Display"/>
                <a:ea typeface="Aptos Display"/>
                <a:cs typeface="Aptos Display"/>
              </a:rPr>
              <a:t>Jonas</a:t>
            </a:r>
          </a:p>
        </p:txBody>
      </p:sp>
      <p:sp>
        <p:nvSpPr>
          <p:cNvPr id="24" name="">
            <a:extLst xmlns:a="http://schemas.openxmlformats.org/drawingml/2006/main">
              <a:ext uri="{FF2B5EF4-FFF2-40B4-BE49-F238E27FC236}">
                <a16:creationId xmlns:a16="http://schemas.microsoft.com/office/drawing/2014/main" id="{74963999-C4FB-446C-B79A-8CD5C7E4CF4C}"/>
              </a:ext>
            </a:extLst>
          </p:cNvPr>
          <p:cNvSpPr>
            <a:spLocks xmlns:a="http://schemas.openxmlformats.org/drawingml/2006/main" noGrp="1"/>
          </p:cNvSpPr>
          <p:nvPr/>
        </p:nvSpPr>
        <p:spPr>
          <a:xfrm xmlns:a="http://schemas.openxmlformats.org/drawingml/2006/main">
            <a:off x="1638300" y="45339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0">
                <a:solidFill>
                  <a:srgbClr val="656961"/>
                </a:solidFill>
                <a:latin typeface="Aptos"/>
                <a:ea typeface="Aptos"/>
                <a:cs typeface="Aptos"/>
              </a:defRPr>
            </a:pPr>
            <a:r>
              <a:rPr sz="1050" b="0">
                <a:solidFill>
                  <a:srgbClr val="656961"/>
                </a:solidFill>
                <a:latin typeface="Aptos"/>
                <a:ea typeface="Aptos"/>
                <a:cs typeface="Aptos"/>
              </a:rPr>
              <a:t>G-Jugend</a:t>
            </a:r>
          </a:p>
        </p:txBody>
      </p:sp>
      <p:sp>
        <p:nvSpPr>
          <p:cNvPr id="25" name="">
            <a:extLst xmlns:a="http://schemas.openxmlformats.org/drawingml/2006/main">
              <a:ext uri="{FF2B5EF4-FFF2-40B4-BE49-F238E27FC236}">
                <a16:creationId xmlns:a16="http://schemas.microsoft.com/office/drawing/2014/main" id="{6A669988-77AF-404F-BEE2-E7B8D3F700A0}"/>
              </a:ext>
            </a:extLst>
          </p:cNvPr>
          <p:cNvSpPr>
            <a:spLocks xmlns:a="http://schemas.openxmlformats.org/drawingml/2006/main" noGrp="1"/>
          </p:cNvSpPr>
          <p:nvPr/>
        </p:nvSpPr>
        <p:spPr>
          <a:xfrm xmlns:a="http://schemas.openxmlformats.org/drawingml/2006/main">
            <a:off x="4705350" y="4305300"/>
            <a:ext cx="2457450" cy="381000"/>
          </a:xfrm>
          <a:prstGeom xmlns:a="http://schemas.openxmlformats.org/drawingml/2006/main" prst="roundRect">
            <a:avLst>
              <a:gd name="adj" fmla="val 50000"/>
            </a:avLst>
          </a:prstGeom>
          <a:solidFill xmlns:a="http://schemas.openxmlformats.org/drawingml/2006/main">
            <a:srgbClr val="FCFBF6"/>
          </a:solidFill>
          <a:ln xmlns:a="http://schemas.openxmlformats.org/drawingml/2006/main" w="9525">
            <a:solidFill>
              <a:srgbClr val="E5E7DF"/>
            </a:solidFill>
            <a:prstDash val="solid"/>
          </a:ln>
        </p:spPr>
      </p:sp>
      <p:sp>
        <p:nvSpPr>
          <p:cNvPr id="26" name="">
            <a:extLst xmlns:a="http://schemas.openxmlformats.org/drawingml/2006/main">
              <a:ext uri="{FF2B5EF4-FFF2-40B4-BE49-F238E27FC236}">
                <a16:creationId xmlns:a16="http://schemas.microsoft.com/office/drawing/2014/main" id="{7C9B4C7E-088D-4286-B177-F06D6BDE515A}"/>
              </a:ext>
            </a:extLst>
          </p:cNvPr>
          <p:cNvSpPr>
            <a:spLocks xmlns:a="http://schemas.openxmlformats.org/drawingml/2006/main" noGrp="1"/>
          </p:cNvSpPr>
          <p:nvPr/>
        </p:nvSpPr>
        <p:spPr>
          <a:xfrm xmlns:a="http://schemas.openxmlformats.org/drawingml/2006/main">
            <a:off x="4838700" y="4314825"/>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0">
                <a:solidFill>
                  <a:srgbClr val="656961"/>
                </a:solidFill>
                <a:latin typeface="Aptos"/>
                <a:ea typeface="Aptos"/>
                <a:cs typeface="Aptos"/>
              </a:defRPr>
            </a:pPr>
            <a:r>
              <a:rPr sz="1200" b="0">
                <a:solidFill>
                  <a:srgbClr val="656961"/>
                </a:solidFill>
                <a:latin typeface="Aptos"/>
                <a:ea typeface="Aptos"/>
                <a:cs typeface="Aptos"/>
              </a:rPr>
              <a:t>Kein neuer Hinweis</a:t>
            </a:r>
          </a:p>
        </p:txBody>
      </p:sp>
      <p:sp>
        <p:nvSpPr>
          <p:cNvPr id="27" name="">
            <a:extLst xmlns:a="http://schemas.openxmlformats.org/drawingml/2006/main">
              <a:ext uri="{FF2B5EF4-FFF2-40B4-BE49-F238E27FC236}">
                <a16:creationId xmlns:a16="http://schemas.microsoft.com/office/drawing/2014/main" id="{9B1AA361-3D9E-42AE-BEE3-761082444C2E}"/>
              </a:ext>
            </a:extLst>
          </p:cNvPr>
          <p:cNvSpPr>
            <a:spLocks xmlns:a="http://schemas.openxmlformats.org/drawingml/2006/main" noGrp="1"/>
          </p:cNvSpPr>
          <p:nvPr/>
        </p:nvSpPr>
        <p:spPr>
          <a:xfrm xmlns:a="http://schemas.openxmlformats.org/drawingml/2006/main">
            <a:off x="8153400" y="1905000"/>
            <a:ext cx="3162300" cy="3648075"/>
          </a:xfrm>
          <a:prstGeom xmlns:a="http://schemas.openxmlformats.org/drawingml/2006/main" prst="roundRect">
            <a:avLst>
              <a:gd name="adj" fmla="val 7229"/>
            </a:avLst>
          </a:prstGeom>
          <a:solidFill xmlns:a="http://schemas.openxmlformats.org/drawingml/2006/main">
            <a:srgbClr val="121512"/>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0BC30D41-B994-498D-8006-30B71F244833}"/>
              </a:ext>
            </a:extLst>
          </p:cNvPr>
          <p:cNvSpPr>
            <a:spLocks xmlns:a="http://schemas.openxmlformats.org/drawingml/2006/main" noGrp="1"/>
          </p:cNvSpPr>
          <p:nvPr/>
        </p:nvSpPr>
        <p:spPr>
          <a:xfrm xmlns:a="http://schemas.openxmlformats.org/drawingml/2006/main">
            <a:off x="9220200" y="2257425"/>
            <a:ext cx="1028700" cy="1028700"/>
          </a:xfrm>
          <a:prstGeom xmlns:a="http://schemas.openxmlformats.org/drawingml/2006/main" prst="ellipse">
            <a:avLst/>
          </a:prstGeom>
          <a:solidFill xmlns:a="http://schemas.openxmlformats.org/drawingml/2006/main">
            <a:srgbClr val="FFE50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33096627-B96B-4AE6-AD72-86BEA28EC2F9}"/>
              </a:ext>
            </a:extLst>
          </p:cNvPr>
          <p:cNvSpPr>
            <a:spLocks xmlns:a="http://schemas.openxmlformats.org/drawingml/2006/main" noGrp="1"/>
          </p:cNvSpPr>
          <p:nvPr/>
        </p:nvSpPr>
        <p:spPr>
          <a:xfrm xmlns:a="http://schemas.openxmlformats.org/drawingml/2006/main">
            <a:off x="9220200" y="2266950"/>
            <a:ext cx="10287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850" b="1">
                <a:solidFill>
                  <a:srgbClr val="121512"/>
                </a:solidFill>
                <a:latin typeface="Aptos Display"/>
                <a:ea typeface="Aptos Display"/>
                <a:cs typeface="Aptos Display"/>
              </a:defRPr>
            </a:pPr>
            <a:r>
              <a:rPr sz="2850" b="1">
                <a:solidFill>
                  <a:srgbClr val="121512"/>
                </a:solidFill>
                <a:latin typeface="Aptos Display"/>
                <a:ea typeface="Aptos Display"/>
                <a:cs typeface="Aptos Display"/>
              </a:rPr>
              <a:t>✓</a:t>
            </a:r>
          </a:p>
        </p:txBody>
      </p:sp>
      <p:sp>
        <p:nvSpPr>
          <p:cNvPr id="30" name="">
            <a:extLst xmlns:a="http://schemas.openxmlformats.org/drawingml/2006/main">
              <a:ext uri="{FF2B5EF4-FFF2-40B4-BE49-F238E27FC236}">
                <a16:creationId xmlns:a16="http://schemas.microsoft.com/office/drawing/2014/main" id="{C4160C88-077B-48A1-95CC-10C4A53117F2}"/>
              </a:ext>
            </a:extLst>
          </p:cNvPr>
          <p:cNvSpPr>
            <a:spLocks xmlns:a="http://schemas.openxmlformats.org/drawingml/2006/main" noGrp="1"/>
          </p:cNvSpPr>
          <p:nvPr/>
        </p:nvSpPr>
        <p:spPr>
          <a:xfrm xmlns:a="http://schemas.openxmlformats.org/drawingml/2006/main">
            <a:off x="8524875" y="3543300"/>
            <a:ext cx="24193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875" b="1">
                <a:solidFill>
                  <a:srgbClr val="FFFFFF"/>
                </a:solidFill>
                <a:latin typeface="Aptos Display"/>
                <a:ea typeface="Aptos Display"/>
                <a:cs typeface="Aptos Display"/>
              </a:defRPr>
            </a:pPr>
            <a:r>
              <a:rPr sz="1875" b="1">
                <a:solidFill>
                  <a:srgbClr val="FFFFFF"/>
                </a:solidFill>
                <a:latin typeface="Aptos Display"/>
                <a:ea typeface="Aptos Display"/>
                <a:cs typeface="Aptos Display"/>
              </a:rPr>
              <a:t>Privat bleibt privat</a:t>
            </a:r>
          </a:p>
        </p:txBody>
      </p:sp>
      <p:sp>
        <p:nvSpPr>
          <p:cNvPr id="31" name="">
            <a:extLst xmlns:a="http://schemas.openxmlformats.org/drawingml/2006/main">
              <a:ext uri="{FF2B5EF4-FFF2-40B4-BE49-F238E27FC236}">
                <a16:creationId xmlns:a16="http://schemas.microsoft.com/office/drawing/2014/main" id="{DC28E45C-1B88-419B-AD86-64DE03843CDC}"/>
              </a:ext>
            </a:extLst>
          </p:cNvPr>
          <p:cNvSpPr>
            <a:spLocks xmlns:a="http://schemas.openxmlformats.org/drawingml/2006/main" noGrp="1"/>
          </p:cNvSpPr>
          <p:nvPr/>
        </p:nvSpPr>
        <p:spPr>
          <a:xfrm xmlns:a="http://schemas.openxmlformats.org/drawingml/2006/main">
            <a:off x="8572500" y="4105275"/>
            <a:ext cx="2324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275" b="0">
                <a:solidFill>
                  <a:srgbClr val="D7D9D2"/>
                </a:solidFill>
                <a:latin typeface="Aptos"/>
                <a:ea typeface="Aptos"/>
                <a:cs typeface="Aptos"/>
              </a:defRPr>
            </a:pPr>
            <a:r>
              <a:rPr sz="1275" b="0">
                <a:solidFill>
                  <a:srgbClr val="D7D9D2"/>
                </a:solidFill>
                <a:latin typeface="Aptos"/>
                <a:ea typeface="Aptos"/>
                <a:cs typeface="Aptos"/>
              </a:rPr>
              <a:t>Du siehst nur deine verknüpften Kinder. Interne Trainerbeobachtungen bleiben verborgen.</a:t>
            </a:r>
          </a:p>
        </p:txBody>
      </p:sp>
      <p:sp>
        <p:nvSpPr>
          <p:cNvPr id="32" name="">
            <a:extLst xmlns:a="http://schemas.openxmlformats.org/drawingml/2006/main">
              <a:ext uri="{FF2B5EF4-FFF2-40B4-BE49-F238E27FC236}">
                <a16:creationId xmlns:a16="http://schemas.microsoft.com/office/drawing/2014/main" id="{1165FEB3-FC3D-439B-95F7-632750BE9CC4}"/>
              </a:ext>
            </a:extLst>
          </p:cNvPr>
          <p:cNvSpPr>
            <a:spLocks xmlns:a="http://schemas.openxmlformats.org/drawingml/2006/main" noGrp="1"/>
          </p:cNvSpPr>
          <p:nvPr/>
        </p:nvSpPr>
        <p:spPr>
          <a:xfrm xmlns:a="http://schemas.openxmlformats.org/drawingml/2006/main">
            <a:off x="533400" y="6572250"/>
            <a:ext cx="733425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713" b="0">
                <a:solidFill>
                  <a:srgbClr val="656961"/>
                </a:solidFill>
                <a:latin typeface="Aptos"/>
                <a:ea typeface="Aptos"/>
                <a:cs typeface="Aptos"/>
              </a:defRPr>
            </a:pPr>
            <a:r>
              <a:rPr sz="713" b="0">
                <a:solidFill>
                  <a:srgbClr val="656961"/>
                </a:solidFill>
                <a:latin typeface="Aptos"/>
                <a:ea typeface="Aptos"/>
                <a:cs typeface="Aptos"/>
              </a:rPr>
              <a:t>FC Teugn Talents · Hilfe für Eltern &amp; Familien</a:t>
            </a:r>
          </a:p>
        </p:txBody>
      </p:sp>
    </p:spTree>
    <p:extLst>
      <p:ext uri="{BB962C8B-B14F-4D97-AF65-F5344CB8AC3E}">
        <p14:creationId xmlns:p14="http://schemas.microsoft.com/office/powerpoint/2010/main" val="785167429"/>
      </p:ext>
    </p:extLst>
  </p:cSld>
</p:sld>
</file>

<file path=ppt/slides/slide6.xml><?xml version="1.0" encoding="utf-8"?>
<p:sld xmlns:p="http://schemas.openxmlformats.org/presentationml/2006/main">
  <p:cSld>
    <p:bg>
      <p:bgPr>
        <a:solidFill xmlns:a="http://schemas.openxmlformats.org/drawingml/2006/main">
          <a:srgbClr val="FCFBF6"/>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07CB4604-3AF2-4091-B239-A9C38086CFB7}"/>
              </a:ext>
            </a:extLst>
          </p:cNvPr>
          <p:cNvSpPr>
            <a:spLocks xmlns:a="http://schemas.openxmlformats.org/drawingml/2006/main" noGrp="1"/>
          </p:cNvSpPr>
          <p:nvPr/>
        </p:nvSpPr>
        <p:spPr>
          <a:xfrm xmlns:a="http://schemas.openxmlformats.org/drawingml/2006/main">
            <a:off x="533400" y="2667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7B6900"/>
                </a:solidFill>
                <a:latin typeface="Aptos Display"/>
                <a:ea typeface="Aptos Display"/>
                <a:cs typeface="Aptos Display"/>
              </a:defRPr>
            </a:pPr>
            <a:r>
              <a:rPr sz="975" b="1">
                <a:solidFill>
                  <a:srgbClr val="7B6900"/>
                </a:solidFill>
                <a:latin typeface="Aptos Display"/>
                <a:ea typeface="Aptos Display"/>
                <a:cs typeface="Aptos Display"/>
              </a:rPr>
              <a:t>RÜCKMELDUNG</a:t>
            </a:r>
          </a:p>
        </p:txBody>
      </p:sp>
      <p:sp>
        <p:nvSpPr>
          <p:cNvPr id="2" name="">
            <a:extLst xmlns:a="http://schemas.openxmlformats.org/drawingml/2006/main">
              <a:ext uri="{FF2B5EF4-FFF2-40B4-BE49-F238E27FC236}">
                <a16:creationId xmlns:a16="http://schemas.microsoft.com/office/drawing/2014/main" id="{F1884487-47A1-4DF1-ABFA-2C8E328985E4}"/>
              </a:ext>
            </a:extLst>
          </p:cNvPr>
          <p:cNvSpPr>
            <a:spLocks xmlns:a="http://schemas.openxmlformats.org/drawingml/2006/main" noGrp="1"/>
          </p:cNvSpPr>
          <p:nvPr/>
        </p:nvSpPr>
        <p:spPr>
          <a:xfrm xmlns:a="http://schemas.openxmlformats.org/drawingml/2006/main">
            <a:off x="533400" y="552450"/>
            <a:ext cx="1028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625" b="1">
                <a:solidFill>
                  <a:srgbClr val="121512"/>
                </a:solidFill>
                <a:latin typeface="Aptos Display"/>
                <a:ea typeface="Aptos Display"/>
                <a:cs typeface="Aptos Display"/>
              </a:defRPr>
            </a:pPr>
            <a:r>
              <a:rPr sz="2625" b="1">
                <a:solidFill>
                  <a:srgbClr val="121512"/>
                </a:solidFill>
                <a:latin typeface="Aptos Display"/>
                <a:ea typeface="Aptos Display"/>
                <a:cs typeface="Aptos Display"/>
              </a:rPr>
              <a:t>Eine klare Antwort – jederzeit anpassbar</a:t>
            </a:r>
          </a:p>
        </p:txBody>
      </p:sp>
      <p:sp>
        <p:nvSpPr>
          <p:cNvPr id="3" name="">
            <a:extLst xmlns:a="http://schemas.openxmlformats.org/drawingml/2006/main">
              <a:ext uri="{FF2B5EF4-FFF2-40B4-BE49-F238E27FC236}">
                <a16:creationId xmlns:a16="http://schemas.microsoft.com/office/drawing/2014/main" id="{B476920C-866C-439F-8FF2-661A3B4BA0FD}"/>
              </a:ext>
            </a:extLst>
          </p:cNvPr>
          <p:cNvSpPr>
            <a:spLocks xmlns:a="http://schemas.openxmlformats.org/drawingml/2006/main" noGrp="1"/>
          </p:cNvSpPr>
          <p:nvPr/>
        </p:nvSpPr>
        <p:spPr>
          <a:xfrm xmlns:a="http://schemas.openxmlformats.org/drawingml/2006/main">
            <a:off x="533400" y="1143000"/>
            <a:ext cx="990600" cy="57150"/>
          </a:xfrm>
          <a:prstGeom xmlns:a="http://schemas.openxmlformats.org/drawingml/2006/main" prst="roundRect">
            <a:avLst>
              <a:gd name="adj" fmla="val 50000"/>
            </a:avLst>
          </a:prstGeom>
          <a:solidFill xmlns:a="http://schemas.openxmlformats.org/drawingml/2006/main">
            <a:srgbClr val="FFE50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296F97E-8CA7-41FB-962B-C035BDB4A217}"/>
              </a:ext>
            </a:extLst>
          </p:cNvPr>
          <p:cNvSpPr>
            <a:spLocks xmlns:a="http://schemas.openxmlformats.org/drawingml/2006/main" noGrp="1"/>
          </p:cNvSpPr>
          <p:nvPr/>
        </p:nvSpPr>
        <p:spPr>
          <a:xfrm xmlns:a="http://schemas.openxmlformats.org/drawingml/2006/main">
            <a:off x="10896600" y="266700"/>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1">
                <a:solidFill>
                  <a:srgbClr val="656961"/>
                </a:solidFill>
                <a:latin typeface="Aptos Display"/>
                <a:ea typeface="Aptos Display"/>
                <a:cs typeface="Aptos Display"/>
              </a:defRPr>
            </a:pPr>
            <a:r>
              <a:rPr sz="900" b="1">
                <a:solidFill>
                  <a:srgbClr val="656961"/>
                </a:solidFill>
                <a:latin typeface="Aptos Display"/>
                <a:ea typeface="Aptos Display"/>
                <a:cs typeface="Aptos Display"/>
              </a:rPr>
              <a:t>6</a:t>
            </a:r>
          </a:p>
        </p:txBody>
      </p:sp>
      <p:sp>
        <p:nvSpPr>
          <p:cNvPr id="5" name="">
            <a:extLst xmlns:a="http://schemas.openxmlformats.org/drawingml/2006/main">
              <a:ext uri="{FF2B5EF4-FFF2-40B4-BE49-F238E27FC236}">
                <a16:creationId xmlns:a16="http://schemas.microsoft.com/office/drawing/2014/main" id="{CBF69CAA-66D8-43D7-AA54-3B2F5F925E5F}"/>
              </a:ext>
            </a:extLst>
          </p:cNvPr>
          <p:cNvSpPr>
            <a:spLocks xmlns:a="http://schemas.openxmlformats.org/drawingml/2006/main" noGrp="1"/>
          </p:cNvSpPr>
          <p:nvPr/>
        </p:nvSpPr>
        <p:spPr>
          <a:xfrm xmlns:a="http://schemas.openxmlformats.org/drawingml/2006/main">
            <a:off x="533400" y="1352550"/>
            <a:ext cx="106680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75" b="0">
                <a:solidFill>
                  <a:srgbClr val="656961"/>
                </a:solidFill>
                <a:latin typeface="Aptos"/>
                <a:ea typeface="Aptos"/>
                <a:cs typeface="Aptos"/>
              </a:defRPr>
            </a:pPr>
            <a:r>
              <a:rPr sz="1275" b="0">
                <a:solidFill>
                  <a:srgbClr val="656961"/>
                </a:solidFill>
                <a:latin typeface="Aptos"/>
                <a:ea typeface="Aptos"/>
                <a:cs typeface="Aptos"/>
              </a:rPr>
              <a:t>Für Training, Spiel und Veranstaltung funktioniert der Ablauf gleich.</a:t>
            </a:r>
          </a:p>
        </p:txBody>
      </p:sp>
      <p:sp>
        <p:nvSpPr>
          <p:cNvPr id="6" name="">
            <a:extLst xmlns:a="http://schemas.openxmlformats.org/drawingml/2006/main">
              <a:ext uri="{FF2B5EF4-FFF2-40B4-BE49-F238E27FC236}">
                <a16:creationId xmlns:a16="http://schemas.microsoft.com/office/drawing/2014/main" id="{A8114DC4-5648-49B3-9F39-048885088131}"/>
              </a:ext>
            </a:extLst>
          </p:cNvPr>
          <p:cNvSpPr>
            <a:spLocks xmlns:a="http://schemas.openxmlformats.org/drawingml/2006/main" noGrp="1"/>
          </p:cNvSpPr>
          <p:nvPr/>
        </p:nvSpPr>
        <p:spPr>
          <a:xfrm xmlns:a="http://schemas.openxmlformats.org/drawingml/2006/main">
            <a:off x="533400" y="1952625"/>
            <a:ext cx="11125200" cy="1162050"/>
          </a:xfrm>
          <a:prstGeom xmlns:a="http://schemas.openxmlformats.org/drawingml/2006/main" prst="roundRect">
            <a:avLst>
              <a:gd name="adj" fmla="val 19672"/>
            </a:avLst>
          </a:prstGeom>
          <a:solidFill xmlns:a="http://schemas.openxmlformats.org/drawingml/2006/main">
            <a:srgbClr val="121512"/>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F07CF853-AE34-498A-AB3E-4096FEE9E4FF}"/>
              </a:ext>
            </a:extLst>
          </p:cNvPr>
          <p:cNvSpPr>
            <a:spLocks xmlns:a="http://schemas.openxmlformats.org/drawingml/2006/main" noGrp="1"/>
          </p:cNvSpPr>
          <p:nvPr/>
        </p:nvSpPr>
        <p:spPr>
          <a:xfrm xmlns:a="http://schemas.openxmlformats.org/drawingml/2006/main">
            <a:off x="819150" y="2181225"/>
            <a:ext cx="3238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00" b="1">
                <a:solidFill>
                  <a:srgbClr val="FFE500"/>
                </a:solidFill>
                <a:latin typeface="Aptos Display"/>
                <a:ea typeface="Aptos Display"/>
                <a:cs typeface="Aptos Display"/>
              </a:defRPr>
            </a:pPr>
            <a:r>
              <a:rPr sz="1200" b="1">
                <a:solidFill>
                  <a:srgbClr val="FFE500"/>
                </a:solidFill>
                <a:latin typeface="Aptos Display"/>
                <a:ea typeface="Aptos Display"/>
                <a:cs typeface="Aptos Display"/>
              </a:rPr>
              <a:t>Samstag · 10:30 Uhr</a:t>
            </a:r>
          </a:p>
        </p:txBody>
      </p:sp>
      <p:sp>
        <p:nvSpPr>
          <p:cNvPr id="8" name="">
            <a:extLst xmlns:a="http://schemas.openxmlformats.org/drawingml/2006/main">
              <a:ext uri="{FF2B5EF4-FFF2-40B4-BE49-F238E27FC236}">
                <a16:creationId xmlns:a16="http://schemas.microsoft.com/office/drawing/2014/main" id="{AFAC3B0A-0F57-4D80-BDDD-3C21AB74558F}"/>
              </a:ext>
            </a:extLst>
          </p:cNvPr>
          <p:cNvSpPr>
            <a:spLocks xmlns:a="http://schemas.openxmlformats.org/drawingml/2006/main" noGrp="1"/>
          </p:cNvSpPr>
          <p:nvPr/>
        </p:nvSpPr>
        <p:spPr>
          <a:xfrm xmlns:a="http://schemas.openxmlformats.org/drawingml/2006/main">
            <a:off x="819150" y="2505075"/>
            <a:ext cx="419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100" b="1">
                <a:solidFill>
                  <a:srgbClr val="FFFFFF"/>
                </a:solidFill>
                <a:latin typeface="Aptos Display"/>
                <a:ea typeface="Aptos Display"/>
                <a:cs typeface="Aptos Display"/>
              </a:defRPr>
            </a:pPr>
            <a:r>
              <a:rPr sz="2100" b="1">
                <a:solidFill>
                  <a:srgbClr val="FFFFFF"/>
                </a:solidFill>
                <a:latin typeface="Aptos Display"/>
                <a:ea typeface="Aptos Display"/>
                <a:cs typeface="Aptos Display"/>
              </a:rPr>
              <a:t>Heimspiel E1</a:t>
            </a:r>
          </a:p>
        </p:txBody>
      </p:sp>
      <p:sp>
        <p:nvSpPr>
          <p:cNvPr id="9" name="">
            <a:extLst xmlns:a="http://schemas.openxmlformats.org/drawingml/2006/main">
              <a:ext uri="{FF2B5EF4-FFF2-40B4-BE49-F238E27FC236}">
                <a16:creationId xmlns:a16="http://schemas.microsoft.com/office/drawing/2014/main" id="{F6BA173E-3088-473D-8F60-174BC6C3C878}"/>
              </a:ext>
            </a:extLst>
          </p:cNvPr>
          <p:cNvSpPr>
            <a:spLocks xmlns:a="http://schemas.openxmlformats.org/drawingml/2006/main" noGrp="1"/>
          </p:cNvSpPr>
          <p:nvPr/>
        </p:nvSpPr>
        <p:spPr>
          <a:xfrm xmlns:a="http://schemas.openxmlformats.org/drawingml/2006/main">
            <a:off x="5581650" y="2390775"/>
            <a:ext cx="55054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275" b="0">
                <a:solidFill>
                  <a:srgbClr val="D7D9D2"/>
                </a:solidFill>
                <a:latin typeface="Aptos"/>
                <a:ea typeface="Aptos"/>
                <a:cs typeface="Aptos"/>
              </a:defRPr>
            </a:pPr>
            <a:r>
              <a:rPr sz="1275" b="0">
                <a:solidFill>
                  <a:srgbClr val="D7D9D2"/>
                </a:solidFill>
                <a:latin typeface="Aptos"/>
                <a:ea typeface="Aptos"/>
                <a:cs typeface="Aptos"/>
              </a:rPr>
              <a:t>Treffpunkt 09:45 Uhr · Sportplatz Teugn</a:t>
            </a:r>
          </a:p>
        </p:txBody>
      </p:sp>
      <p:sp>
        <p:nvSpPr>
          <p:cNvPr id="10" name="">
            <a:extLst xmlns:a="http://schemas.openxmlformats.org/drawingml/2006/main">
              <a:ext uri="{FF2B5EF4-FFF2-40B4-BE49-F238E27FC236}">
                <a16:creationId xmlns:a16="http://schemas.microsoft.com/office/drawing/2014/main" id="{00DD513B-312F-46A3-90DF-1A691DE42F12}"/>
              </a:ext>
            </a:extLst>
          </p:cNvPr>
          <p:cNvSpPr>
            <a:spLocks xmlns:a="http://schemas.openxmlformats.org/drawingml/2006/main" noGrp="1"/>
          </p:cNvSpPr>
          <p:nvPr/>
        </p:nvSpPr>
        <p:spPr>
          <a:xfrm xmlns:a="http://schemas.openxmlformats.org/drawingml/2006/main">
            <a:off x="533400" y="3448050"/>
            <a:ext cx="3543300" cy="1485900"/>
          </a:xfrm>
          <a:prstGeom xmlns:a="http://schemas.openxmlformats.org/drawingml/2006/main" prst="roundRect">
            <a:avLst>
              <a:gd name="adj" fmla="val 15385"/>
            </a:avLst>
          </a:prstGeom>
          <a:solidFill xmlns:a="http://schemas.openxmlformats.org/drawingml/2006/main">
            <a:srgbClr val="11875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1592BC3-1710-4DFD-A393-2EB4A120F138}"/>
              </a:ext>
            </a:extLst>
          </p:cNvPr>
          <p:cNvSpPr>
            <a:spLocks xmlns:a="http://schemas.openxmlformats.org/drawingml/2006/main" noGrp="1"/>
          </p:cNvSpPr>
          <p:nvPr/>
        </p:nvSpPr>
        <p:spPr>
          <a:xfrm xmlns:a="http://schemas.openxmlformats.org/drawingml/2006/main">
            <a:off x="781050" y="3714750"/>
            <a:ext cx="438150" cy="438150"/>
          </a:xfrm>
          <a:prstGeom xmlns:a="http://schemas.openxmlformats.org/drawingml/2006/main" prst="ellipse">
            <a:avLst/>
          </a:prstGeom>
          <a:solidFill xmlns:a="http://schemas.openxmlformats.org/drawingml/2006/main">
            <a:srgbClr val="FFFFFF">
              <a:alpha val="14510"/>
            </a:srgbClr>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1FE775C-B12F-427D-9C52-1A30955705E4}"/>
              </a:ext>
            </a:extLst>
          </p:cNvPr>
          <p:cNvSpPr>
            <a:spLocks xmlns:a="http://schemas.openxmlformats.org/drawingml/2006/main" noGrp="1"/>
          </p:cNvSpPr>
          <p:nvPr/>
        </p:nvSpPr>
        <p:spPr>
          <a:xfrm xmlns:a="http://schemas.openxmlformats.org/drawingml/2006/main">
            <a:off x="781050" y="3724275"/>
            <a:ext cx="438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FFFFF"/>
                </a:solidFill>
                <a:latin typeface="Aptos Display"/>
                <a:ea typeface="Aptos Display"/>
                <a:cs typeface="Aptos Display"/>
              </a:defRPr>
            </a:pPr>
            <a:r>
              <a:rPr sz="1575" b="1">
                <a:solidFill>
                  <a:srgbClr val="FFFFFF"/>
                </a:solidFill>
                <a:latin typeface="Aptos Display"/>
                <a:ea typeface="Aptos Display"/>
                <a:cs typeface="Aptos Display"/>
              </a:rPr>
              <a:t>✓</a:t>
            </a:r>
          </a:p>
        </p:txBody>
      </p:sp>
      <p:sp>
        <p:nvSpPr>
          <p:cNvPr id="13" name="">
            <a:extLst xmlns:a="http://schemas.openxmlformats.org/drawingml/2006/main">
              <a:ext uri="{FF2B5EF4-FFF2-40B4-BE49-F238E27FC236}">
                <a16:creationId xmlns:a16="http://schemas.microsoft.com/office/drawing/2014/main" id="{BBAAD062-076F-439C-8D34-70D1E2FA4D99}"/>
              </a:ext>
            </a:extLst>
          </p:cNvPr>
          <p:cNvSpPr>
            <a:spLocks xmlns:a="http://schemas.openxmlformats.org/drawingml/2006/main" noGrp="1"/>
          </p:cNvSpPr>
          <p:nvPr/>
        </p:nvSpPr>
        <p:spPr>
          <a:xfrm xmlns:a="http://schemas.openxmlformats.org/drawingml/2006/main">
            <a:off x="1409700" y="3676650"/>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1">
                <a:solidFill>
                  <a:srgbClr val="FFFFFF"/>
                </a:solidFill>
                <a:latin typeface="Aptos Display"/>
                <a:ea typeface="Aptos Display"/>
                <a:cs typeface="Aptos Display"/>
              </a:defRPr>
            </a:pPr>
            <a:r>
              <a:rPr sz="1650" b="1">
                <a:solidFill>
                  <a:srgbClr val="FFFFFF"/>
                </a:solidFill>
                <a:latin typeface="Aptos Display"/>
                <a:ea typeface="Aptos Display"/>
                <a:cs typeface="Aptos Display"/>
              </a:rPr>
              <a:t>ZUSAGEN</a:t>
            </a:r>
          </a:p>
        </p:txBody>
      </p:sp>
      <p:sp>
        <p:nvSpPr>
          <p:cNvPr id="14" name="">
            <a:extLst xmlns:a="http://schemas.openxmlformats.org/drawingml/2006/main">
              <a:ext uri="{FF2B5EF4-FFF2-40B4-BE49-F238E27FC236}">
                <a16:creationId xmlns:a16="http://schemas.microsoft.com/office/drawing/2014/main" id="{38E18574-C40A-42F8-94A9-B6E84CA8D515}"/>
              </a:ext>
            </a:extLst>
          </p:cNvPr>
          <p:cNvSpPr>
            <a:spLocks xmlns:a="http://schemas.openxmlformats.org/drawingml/2006/main" noGrp="1"/>
          </p:cNvSpPr>
          <p:nvPr/>
        </p:nvSpPr>
        <p:spPr>
          <a:xfrm xmlns:a="http://schemas.openxmlformats.org/drawingml/2006/main">
            <a:off x="1409700" y="4076700"/>
            <a:ext cx="23336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00" b="0">
                <a:solidFill>
                  <a:srgbClr val="FFFFFF"/>
                </a:solidFill>
                <a:latin typeface="Aptos"/>
                <a:ea typeface="Aptos"/>
                <a:cs typeface="Aptos"/>
              </a:defRPr>
            </a:pPr>
            <a:r>
              <a:rPr sz="1200" b="0">
                <a:solidFill>
                  <a:srgbClr val="FFFFFF"/>
                </a:solidFill>
                <a:latin typeface="Aptos"/>
                <a:ea typeface="Aptos"/>
                <a:cs typeface="Aptos"/>
              </a:rPr>
              <a:t>Wir sind dabei</a:t>
            </a:r>
          </a:p>
        </p:txBody>
      </p:sp>
      <p:sp>
        <p:nvSpPr>
          <p:cNvPr id="15" name="">
            <a:extLst xmlns:a="http://schemas.openxmlformats.org/drawingml/2006/main">
              <a:ext uri="{FF2B5EF4-FFF2-40B4-BE49-F238E27FC236}">
                <a16:creationId xmlns:a16="http://schemas.microsoft.com/office/drawing/2014/main" id="{DA05163A-C6FE-47D9-BB9B-2D36859F2206}"/>
              </a:ext>
            </a:extLst>
          </p:cNvPr>
          <p:cNvSpPr>
            <a:spLocks xmlns:a="http://schemas.openxmlformats.org/drawingml/2006/main" noGrp="1"/>
          </p:cNvSpPr>
          <p:nvPr/>
        </p:nvSpPr>
        <p:spPr>
          <a:xfrm xmlns:a="http://schemas.openxmlformats.org/drawingml/2006/main">
            <a:off x="781050" y="4552950"/>
            <a:ext cx="304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938" b="1">
                <a:solidFill>
                  <a:srgbClr val="FFFFFF"/>
                </a:solidFill>
                <a:latin typeface="Aptos Display"/>
                <a:ea typeface="Aptos Display"/>
                <a:cs typeface="Aptos Display"/>
              </a:defRPr>
            </a:pPr>
            <a:r>
              <a:rPr sz="938" b="1">
                <a:solidFill>
                  <a:srgbClr val="FFFFFF"/>
                </a:solidFill>
                <a:latin typeface="Aptos Display"/>
                <a:ea typeface="Aptos Display"/>
                <a:cs typeface="Aptos Display"/>
              </a:rPr>
              <a:t>Später änderbar</a:t>
            </a:r>
          </a:p>
        </p:txBody>
      </p:sp>
      <p:sp>
        <p:nvSpPr>
          <p:cNvPr id="16" name="">
            <a:extLst xmlns:a="http://schemas.openxmlformats.org/drawingml/2006/main">
              <a:ext uri="{FF2B5EF4-FFF2-40B4-BE49-F238E27FC236}">
                <a16:creationId xmlns:a16="http://schemas.microsoft.com/office/drawing/2014/main" id="{C3770585-1553-49AD-AC29-35EAF2902844}"/>
              </a:ext>
            </a:extLst>
          </p:cNvPr>
          <p:cNvSpPr>
            <a:spLocks xmlns:a="http://schemas.openxmlformats.org/drawingml/2006/main" noGrp="1"/>
          </p:cNvSpPr>
          <p:nvPr/>
        </p:nvSpPr>
        <p:spPr>
          <a:xfrm xmlns:a="http://schemas.openxmlformats.org/drawingml/2006/main">
            <a:off x="4314825" y="3448050"/>
            <a:ext cx="3543300" cy="1485900"/>
          </a:xfrm>
          <a:prstGeom xmlns:a="http://schemas.openxmlformats.org/drawingml/2006/main" prst="roundRect">
            <a:avLst>
              <a:gd name="adj" fmla="val 15385"/>
            </a:avLst>
          </a:prstGeom>
          <a:solidFill xmlns:a="http://schemas.openxmlformats.org/drawingml/2006/main">
            <a:srgbClr val="FFE50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58A28A1-FE7B-4288-8FF4-C07DF311E7CF}"/>
              </a:ext>
            </a:extLst>
          </p:cNvPr>
          <p:cNvSpPr>
            <a:spLocks xmlns:a="http://schemas.openxmlformats.org/drawingml/2006/main" noGrp="1"/>
          </p:cNvSpPr>
          <p:nvPr/>
        </p:nvSpPr>
        <p:spPr>
          <a:xfrm xmlns:a="http://schemas.openxmlformats.org/drawingml/2006/main">
            <a:off x="4562475" y="3714750"/>
            <a:ext cx="438150" cy="438150"/>
          </a:xfrm>
          <a:prstGeom xmlns:a="http://schemas.openxmlformats.org/drawingml/2006/main" prst="ellipse">
            <a:avLst/>
          </a:prstGeom>
          <a:solidFill xmlns:a="http://schemas.openxmlformats.org/drawingml/2006/main">
            <a:srgbClr val="FFFFFF"/>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7CEB47D5-3D53-44AA-BAE7-0FF11889F576}"/>
              </a:ext>
            </a:extLst>
          </p:cNvPr>
          <p:cNvSpPr>
            <a:spLocks xmlns:a="http://schemas.openxmlformats.org/drawingml/2006/main" noGrp="1"/>
          </p:cNvSpPr>
          <p:nvPr/>
        </p:nvSpPr>
        <p:spPr>
          <a:xfrm xmlns:a="http://schemas.openxmlformats.org/drawingml/2006/main">
            <a:off x="4562475" y="3724275"/>
            <a:ext cx="438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21512"/>
                </a:solidFill>
                <a:latin typeface="Aptos Display"/>
                <a:ea typeface="Aptos Display"/>
                <a:cs typeface="Aptos Display"/>
              </a:defRPr>
            </a:pPr>
            <a:r>
              <a:rPr sz="1575" b="1">
                <a:solidFill>
                  <a:srgbClr val="121512"/>
                </a:solidFill>
                <a:latin typeface="Aptos Display"/>
                <a:ea typeface="Aptos Display"/>
                <a:cs typeface="Aptos Display"/>
              </a:rPr>
              <a:t>?</a:t>
            </a:r>
          </a:p>
        </p:txBody>
      </p:sp>
      <p:sp>
        <p:nvSpPr>
          <p:cNvPr id="19" name="">
            <a:extLst xmlns:a="http://schemas.openxmlformats.org/drawingml/2006/main">
              <a:ext uri="{FF2B5EF4-FFF2-40B4-BE49-F238E27FC236}">
                <a16:creationId xmlns:a16="http://schemas.microsoft.com/office/drawing/2014/main" id="{D67019E0-C9E0-4CA7-A4EF-CBFD3C3AA464}"/>
              </a:ext>
            </a:extLst>
          </p:cNvPr>
          <p:cNvSpPr>
            <a:spLocks xmlns:a="http://schemas.openxmlformats.org/drawingml/2006/main" noGrp="1"/>
          </p:cNvSpPr>
          <p:nvPr/>
        </p:nvSpPr>
        <p:spPr>
          <a:xfrm xmlns:a="http://schemas.openxmlformats.org/drawingml/2006/main">
            <a:off x="5191125" y="3676650"/>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1">
                <a:solidFill>
                  <a:srgbClr val="121512"/>
                </a:solidFill>
                <a:latin typeface="Aptos Display"/>
                <a:ea typeface="Aptos Display"/>
                <a:cs typeface="Aptos Display"/>
              </a:defRPr>
            </a:pPr>
            <a:r>
              <a:rPr sz="1650" b="1">
                <a:solidFill>
                  <a:srgbClr val="121512"/>
                </a:solidFill>
                <a:latin typeface="Aptos Display"/>
                <a:ea typeface="Aptos Display"/>
                <a:cs typeface="Aptos Display"/>
              </a:rPr>
              <a:t>VIELLEICHT</a:t>
            </a:r>
          </a:p>
        </p:txBody>
      </p:sp>
      <p:sp>
        <p:nvSpPr>
          <p:cNvPr id="20" name="">
            <a:extLst xmlns:a="http://schemas.openxmlformats.org/drawingml/2006/main">
              <a:ext uri="{FF2B5EF4-FFF2-40B4-BE49-F238E27FC236}">
                <a16:creationId xmlns:a16="http://schemas.microsoft.com/office/drawing/2014/main" id="{BD091C66-780D-443B-BEC2-2242A659D777}"/>
              </a:ext>
            </a:extLst>
          </p:cNvPr>
          <p:cNvSpPr>
            <a:spLocks xmlns:a="http://schemas.openxmlformats.org/drawingml/2006/main" noGrp="1"/>
          </p:cNvSpPr>
          <p:nvPr/>
        </p:nvSpPr>
        <p:spPr>
          <a:xfrm xmlns:a="http://schemas.openxmlformats.org/drawingml/2006/main">
            <a:off x="5191125" y="4076700"/>
            <a:ext cx="23336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00" b="0">
                <a:solidFill>
                  <a:srgbClr val="121512"/>
                </a:solidFill>
                <a:latin typeface="Aptos"/>
                <a:ea typeface="Aptos"/>
                <a:cs typeface="Aptos"/>
              </a:defRPr>
            </a:pPr>
            <a:r>
              <a:rPr sz="1200" b="0">
                <a:solidFill>
                  <a:srgbClr val="121512"/>
                </a:solidFill>
                <a:latin typeface="Aptos"/>
                <a:ea typeface="Aptos"/>
                <a:cs typeface="Aptos"/>
              </a:rPr>
              <a:t>Noch nicht sicher</a:t>
            </a:r>
          </a:p>
        </p:txBody>
      </p:sp>
      <p:sp>
        <p:nvSpPr>
          <p:cNvPr id="21" name="">
            <a:extLst xmlns:a="http://schemas.openxmlformats.org/drawingml/2006/main">
              <a:ext uri="{FF2B5EF4-FFF2-40B4-BE49-F238E27FC236}">
                <a16:creationId xmlns:a16="http://schemas.microsoft.com/office/drawing/2014/main" id="{1CF5564C-0DDF-4A48-BB80-F98388AFB7A5}"/>
              </a:ext>
            </a:extLst>
          </p:cNvPr>
          <p:cNvSpPr>
            <a:spLocks xmlns:a="http://schemas.openxmlformats.org/drawingml/2006/main" noGrp="1"/>
          </p:cNvSpPr>
          <p:nvPr/>
        </p:nvSpPr>
        <p:spPr>
          <a:xfrm xmlns:a="http://schemas.openxmlformats.org/drawingml/2006/main">
            <a:off x="4562475" y="4552950"/>
            <a:ext cx="304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938" b="1">
                <a:solidFill>
                  <a:srgbClr val="121512"/>
                </a:solidFill>
                <a:latin typeface="Aptos Display"/>
                <a:ea typeface="Aptos Display"/>
                <a:cs typeface="Aptos Display"/>
              </a:defRPr>
            </a:pPr>
            <a:r>
              <a:rPr sz="938" b="1">
                <a:solidFill>
                  <a:srgbClr val="121512"/>
                </a:solidFill>
                <a:latin typeface="Aptos Display"/>
                <a:ea typeface="Aptos Display"/>
                <a:cs typeface="Aptos Display"/>
              </a:rPr>
              <a:t>Ist eine echte Antwort</a:t>
            </a:r>
          </a:p>
        </p:txBody>
      </p:sp>
      <p:sp>
        <p:nvSpPr>
          <p:cNvPr id="22" name="">
            <a:extLst xmlns:a="http://schemas.openxmlformats.org/drawingml/2006/main">
              <a:ext uri="{FF2B5EF4-FFF2-40B4-BE49-F238E27FC236}">
                <a16:creationId xmlns:a16="http://schemas.microsoft.com/office/drawing/2014/main" id="{6098030A-DB81-4526-A201-8AFABBB54F44}"/>
              </a:ext>
            </a:extLst>
          </p:cNvPr>
          <p:cNvSpPr>
            <a:spLocks xmlns:a="http://schemas.openxmlformats.org/drawingml/2006/main" noGrp="1"/>
          </p:cNvSpPr>
          <p:nvPr/>
        </p:nvSpPr>
        <p:spPr>
          <a:xfrm xmlns:a="http://schemas.openxmlformats.org/drawingml/2006/main">
            <a:off x="8096250" y="3448050"/>
            <a:ext cx="3543300" cy="1485900"/>
          </a:xfrm>
          <a:prstGeom xmlns:a="http://schemas.openxmlformats.org/drawingml/2006/main" prst="roundRect">
            <a:avLst>
              <a:gd name="adj" fmla="val 15385"/>
            </a:avLst>
          </a:prstGeom>
          <a:solidFill xmlns:a="http://schemas.openxmlformats.org/drawingml/2006/main">
            <a:srgbClr val="D34B4B"/>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2F9337FB-2FE0-4245-8B24-8DCB1F2E41B2}"/>
              </a:ext>
            </a:extLst>
          </p:cNvPr>
          <p:cNvSpPr>
            <a:spLocks xmlns:a="http://schemas.openxmlformats.org/drawingml/2006/main" noGrp="1"/>
          </p:cNvSpPr>
          <p:nvPr/>
        </p:nvSpPr>
        <p:spPr>
          <a:xfrm xmlns:a="http://schemas.openxmlformats.org/drawingml/2006/main">
            <a:off x="8343900" y="3714750"/>
            <a:ext cx="438150" cy="438150"/>
          </a:xfrm>
          <a:prstGeom xmlns:a="http://schemas.openxmlformats.org/drawingml/2006/main" prst="ellipse">
            <a:avLst/>
          </a:prstGeom>
          <a:solidFill xmlns:a="http://schemas.openxmlformats.org/drawingml/2006/main">
            <a:srgbClr val="FFFFFF">
              <a:alpha val="14510"/>
            </a:srgbClr>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FA339BB-155B-4C3A-B4D7-44B88DCDE1D1}"/>
              </a:ext>
            </a:extLst>
          </p:cNvPr>
          <p:cNvSpPr>
            <a:spLocks xmlns:a="http://schemas.openxmlformats.org/drawingml/2006/main" noGrp="1"/>
          </p:cNvSpPr>
          <p:nvPr/>
        </p:nvSpPr>
        <p:spPr>
          <a:xfrm xmlns:a="http://schemas.openxmlformats.org/drawingml/2006/main">
            <a:off x="8343900" y="3724275"/>
            <a:ext cx="438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FFFFF"/>
                </a:solidFill>
                <a:latin typeface="Aptos Display"/>
                <a:ea typeface="Aptos Display"/>
                <a:cs typeface="Aptos Display"/>
              </a:defRPr>
            </a:pPr>
            <a:r>
              <a:rPr sz="1575" b="1">
                <a:solidFill>
                  <a:srgbClr val="FFFFFF"/>
                </a:solidFill>
                <a:latin typeface="Aptos Display"/>
                <a:ea typeface="Aptos Display"/>
                <a:cs typeface="Aptos Display"/>
              </a:rPr>
              <a:t>×</a:t>
            </a:r>
          </a:p>
        </p:txBody>
      </p:sp>
      <p:sp>
        <p:nvSpPr>
          <p:cNvPr id="25" name="">
            <a:extLst xmlns:a="http://schemas.openxmlformats.org/drawingml/2006/main">
              <a:ext uri="{FF2B5EF4-FFF2-40B4-BE49-F238E27FC236}">
                <a16:creationId xmlns:a16="http://schemas.microsoft.com/office/drawing/2014/main" id="{0AA78D62-2152-45ED-BD5C-0597E00AB613}"/>
              </a:ext>
            </a:extLst>
          </p:cNvPr>
          <p:cNvSpPr>
            <a:spLocks xmlns:a="http://schemas.openxmlformats.org/drawingml/2006/main" noGrp="1"/>
          </p:cNvSpPr>
          <p:nvPr/>
        </p:nvSpPr>
        <p:spPr>
          <a:xfrm xmlns:a="http://schemas.openxmlformats.org/drawingml/2006/main">
            <a:off x="8972550" y="3676650"/>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1">
                <a:solidFill>
                  <a:srgbClr val="FFFFFF"/>
                </a:solidFill>
                <a:latin typeface="Aptos Display"/>
                <a:ea typeface="Aptos Display"/>
                <a:cs typeface="Aptos Display"/>
              </a:defRPr>
            </a:pPr>
            <a:r>
              <a:rPr sz="1650" b="1">
                <a:solidFill>
                  <a:srgbClr val="FFFFFF"/>
                </a:solidFill>
                <a:latin typeface="Aptos Display"/>
                <a:ea typeface="Aptos Display"/>
                <a:cs typeface="Aptos Display"/>
              </a:rPr>
              <a:t>ABSAGEN</a:t>
            </a:r>
          </a:p>
        </p:txBody>
      </p:sp>
      <p:sp>
        <p:nvSpPr>
          <p:cNvPr id="26" name="">
            <a:extLst xmlns:a="http://schemas.openxmlformats.org/drawingml/2006/main">
              <a:ext uri="{FF2B5EF4-FFF2-40B4-BE49-F238E27FC236}">
                <a16:creationId xmlns:a16="http://schemas.microsoft.com/office/drawing/2014/main" id="{DEAEC9A4-6539-4432-B724-0A58EEACF309}"/>
              </a:ext>
            </a:extLst>
          </p:cNvPr>
          <p:cNvSpPr>
            <a:spLocks xmlns:a="http://schemas.openxmlformats.org/drawingml/2006/main" noGrp="1"/>
          </p:cNvSpPr>
          <p:nvPr/>
        </p:nvSpPr>
        <p:spPr>
          <a:xfrm xmlns:a="http://schemas.openxmlformats.org/drawingml/2006/main">
            <a:off x="8972550" y="4076700"/>
            <a:ext cx="23336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00" b="0">
                <a:solidFill>
                  <a:srgbClr val="FFFFFF"/>
                </a:solidFill>
                <a:latin typeface="Aptos"/>
                <a:ea typeface="Aptos"/>
                <a:cs typeface="Aptos"/>
              </a:defRPr>
            </a:pPr>
            <a:r>
              <a:rPr sz="1200" b="0">
                <a:solidFill>
                  <a:srgbClr val="FFFFFF"/>
                </a:solidFill>
                <a:latin typeface="Aptos"/>
                <a:ea typeface="Aptos"/>
                <a:cs typeface="Aptos"/>
              </a:rPr>
              <a:t>Wir können nicht</a:t>
            </a:r>
          </a:p>
        </p:txBody>
      </p:sp>
      <p:sp>
        <p:nvSpPr>
          <p:cNvPr id="27" name="">
            <a:extLst xmlns:a="http://schemas.openxmlformats.org/drawingml/2006/main">
              <a:ext uri="{FF2B5EF4-FFF2-40B4-BE49-F238E27FC236}">
                <a16:creationId xmlns:a16="http://schemas.microsoft.com/office/drawing/2014/main" id="{CF47E733-10CE-4C05-B2F5-B25525F43D98}"/>
              </a:ext>
            </a:extLst>
          </p:cNvPr>
          <p:cNvSpPr>
            <a:spLocks xmlns:a="http://schemas.openxmlformats.org/drawingml/2006/main" noGrp="1"/>
          </p:cNvSpPr>
          <p:nvPr/>
        </p:nvSpPr>
        <p:spPr>
          <a:xfrm xmlns:a="http://schemas.openxmlformats.org/drawingml/2006/main">
            <a:off x="8343900" y="4552950"/>
            <a:ext cx="304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938" b="1">
                <a:solidFill>
                  <a:srgbClr val="FFFFFF"/>
                </a:solidFill>
                <a:latin typeface="Aptos Display"/>
                <a:ea typeface="Aptos Display"/>
                <a:cs typeface="Aptos Display"/>
              </a:defRPr>
            </a:pPr>
            <a:r>
              <a:rPr sz="938" b="1">
                <a:solidFill>
                  <a:srgbClr val="FFFFFF"/>
                </a:solidFill>
                <a:latin typeface="Aptos Display"/>
                <a:ea typeface="Aptos Display"/>
                <a:cs typeface="Aptos Display"/>
              </a:rPr>
              <a:t>Später änderbar</a:t>
            </a:r>
          </a:p>
        </p:txBody>
      </p:sp>
      <p:sp>
        <p:nvSpPr>
          <p:cNvPr id="28" name="">
            <a:extLst xmlns:a="http://schemas.openxmlformats.org/drawingml/2006/main">
              <a:ext uri="{FF2B5EF4-FFF2-40B4-BE49-F238E27FC236}">
                <a16:creationId xmlns:a16="http://schemas.microsoft.com/office/drawing/2014/main" id="{3D51EBAD-C354-414D-AF02-8EA520D95DA5}"/>
              </a:ext>
            </a:extLst>
          </p:cNvPr>
          <p:cNvSpPr>
            <a:spLocks xmlns:a="http://schemas.openxmlformats.org/drawingml/2006/main" noGrp="1"/>
          </p:cNvSpPr>
          <p:nvPr/>
        </p:nvSpPr>
        <p:spPr>
          <a:xfrm xmlns:a="http://schemas.openxmlformats.org/drawingml/2006/main">
            <a:off x="1619250" y="5314950"/>
            <a:ext cx="8953500" cy="514350"/>
          </a:xfrm>
          <a:prstGeom xmlns:a="http://schemas.openxmlformats.org/drawingml/2006/main" prst="roundRect">
            <a:avLst>
              <a:gd name="adj" fmla="val 29630"/>
            </a:avLst>
          </a:prstGeom>
          <a:solidFill xmlns:a="http://schemas.openxmlformats.org/drawingml/2006/main">
            <a:srgbClr val="FFF5A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1F485483-EF20-43DE-941F-2CED1BF96639}"/>
              </a:ext>
            </a:extLst>
          </p:cNvPr>
          <p:cNvSpPr>
            <a:spLocks xmlns:a="http://schemas.openxmlformats.org/drawingml/2006/main" noGrp="1"/>
          </p:cNvSpPr>
          <p:nvPr/>
        </p:nvSpPr>
        <p:spPr>
          <a:xfrm xmlns:a="http://schemas.openxmlformats.org/drawingml/2006/main">
            <a:off x="1809750" y="542925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21512"/>
                </a:solidFill>
                <a:latin typeface="Aptos Display"/>
                <a:ea typeface="Aptos Display"/>
                <a:cs typeface="Aptos Display"/>
              </a:defRPr>
            </a:pPr>
            <a:r>
              <a:rPr sz="1275" b="1">
                <a:solidFill>
                  <a:srgbClr val="121512"/>
                </a:solidFill>
                <a:latin typeface="Aptos Display"/>
                <a:ea typeface="Aptos Display"/>
                <a:cs typeface="Aptos Display"/>
              </a:rPr>
              <a:t>Die Antwort gilt immer für das angezeigte Kind – bei Geschwistern bitte jedes Kind einzeln prüfen.</a:t>
            </a:r>
          </a:p>
        </p:txBody>
      </p:sp>
      <p:sp>
        <p:nvSpPr>
          <p:cNvPr id="30" name="">
            <a:extLst xmlns:a="http://schemas.openxmlformats.org/drawingml/2006/main">
              <a:ext uri="{FF2B5EF4-FFF2-40B4-BE49-F238E27FC236}">
                <a16:creationId xmlns:a16="http://schemas.microsoft.com/office/drawing/2014/main" id="{F8FF3972-6EC1-4E23-BC25-9AB6F757A386}"/>
              </a:ext>
            </a:extLst>
          </p:cNvPr>
          <p:cNvSpPr>
            <a:spLocks xmlns:a="http://schemas.openxmlformats.org/drawingml/2006/main" noGrp="1"/>
          </p:cNvSpPr>
          <p:nvPr/>
        </p:nvSpPr>
        <p:spPr>
          <a:xfrm xmlns:a="http://schemas.openxmlformats.org/drawingml/2006/main">
            <a:off x="533400" y="6572250"/>
            <a:ext cx="733425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713" b="0">
                <a:solidFill>
                  <a:srgbClr val="656961"/>
                </a:solidFill>
                <a:latin typeface="Aptos"/>
                <a:ea typeface="Aptos"/>
                <a:cs typeface="Aptos"/>
              </a:defRPr>
            </a:pPr>
            <a:r>
              <a:rPr sz="713" b="0">
                <a:solidFill>
                  <a:srgbClr val="656961"/>
                </a:solidFill>
                <a:latin typeface="Aptos"/>
                <a:ea typeface="Aptos"/>
                <a:cs typeface="Aptos"/>
              </a:rPr>
              <a:t>FC Teugn Talents · Hilfe für Eltern &amp; Familien</a:t>
            </a:r>
          </a:p>
        </p:txBody>
      </p:sp>
    </p:spTree>
    <p:extLst>
      <p:ext uri="{BB962C8B-B14F-4D97-AF65-F5344CB8AC3E}">
        <p14:creationId xmlns:p14="http://schemas.microsoft.com/office/powerpoint/2010/main" val="1242471254"/>
      </p:ext>
    </p:extLst>
  </p:cSld>
</p:sld>
</file>

<file path=ppt/slides/slide7.xml><?xml version="1.0" encoding="utf-8"?>
<p:sld xmlns:p="http://schemas.openxmlformats.org/presentationml/2006/main">
  <p:cSld>
    <p:bg>
      <p:bgPr>
        <a:solidFill xmlns:a="http://schemas.openxmlformats.org/drawingml/2006/main">
          <a:srgbClr val="FCFBF6"/>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657DA204-E510-4724-9167-7F2C5D75EB2B}"/>
              </a:ext>
            </a:extLst>
          </p:cNvPr>
          <p:cNvSpPr>
            <a:spLocks xmlns:a="http://schemas.openxmlformats.org/drawingml/2006/main" noGrp="1"/>
          </p:cNvSpPr>
          <p:nvPr/>
        </p:nvSpPr>
        <p:spPr>
          <a:xfrm xmlns:a="http://schemas.openxmlformats.org/drawingml/2006/main">
            <a:off x="533400" y="2667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7B6900"/>
                </a:solidFill>
                <a:latin typeface="Aptos Display"/>
                <a:ea typeface="Aptos Display"/>
                <a:cs typeface="Aptos Display"/>
              </a:defRPr>
            </a:pPr>
            <a:r>
              <a:rPr sz="975" b="1">
                <a:solidFill>
                  <a:srgbClr val="7B6900"/>
                </a:solidFill>
                <a:latin typeface="Aptos Display"/>
                <a:ea typeface="Aptos Display"/>
                <a:cs typeface="Aptos Display"/>
              </a:rPr>
              <a:t>TERMINE</a:t>
            </a:r>
          </a:p>
        </p:txBody>
      </p:sp>
      <p:sp>
        <p:nvSpPr>
          <p:cNvPr id="2" name="">
            <a:extLst xmlns:a="http://schemas.openxmlformats.org/drawingml/2006/main">
              <a:ext uri="{FF2B5EF4-FFF2-40B4-BE49-F238E27FC236}">
                <a16:creationId xmlns:a16="http://schemas.microsoft.com/office/drawing/2014/main" id="{D849D404-4396-4C47-8D9D-A894CFF51335}"/>
              </a:ext>
            </a:extLst>
          </p:cNvPr>
          <p:cNvSpPr>
            <a:spLocks xmlns:a="http://schemas.openxmlformats.org/drawingml/2006/main" noGrp="1"/>
          </p:cNvSpPr>
          <p:nvPr/>
        </p:nvSpPr>
        <p:spPr>
          <a:xfrm xmlns:a="http://schemas.openxmlformats.org/drawingml/2006/main">
            <a:off x="533400" y="552450"/>
            <a:ext cx="1028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625" b="1">
                <a:solidFill>
                  <a:srgbClr val="121512"/>
                </a:solidFill>
                <a:latin typeface="Aptos Display"/>
                <a:ea typeface="Aptos Display"/>
                <a:cs typeface="Aptos Display"/>
              </a:defRPr>
            </a:pPr>
            <a:r>
              <a:rPr sz="2625" b="1">
                <a:solidFill>
                  <a:srgbClr val="121512"/>
                </a:solidFill>
                <a:latin typeface="Aptos Display"/>
                <a:ea typeface="Aptos Display"/>
                <a:cs typeface="Aptos Display"/>
              </a:rPr>
              <a:t>Alle Details dort, wo du sie brauchst</a:t>
            </a:r>
          </a:p>
        </p:txBody>
      </p:sp>
      <p:sp>
        <p:nvSpPr>
          <p:cNvPr id="3" name="">
            <a:extLst xmlns:a="http://schemas.openxmlformats.org/drawingml/2006/main">
              <a:ext uri="{FF2B5EF4-FFF2-40B4-BE49-F238E27FC236}">
                <a16:creationId xmlns:a16="http://schemas.microsoft.com/office/drawing/2014/main" id="{13EC0718-2422-43B5-8800-37434C41EC4E}"/>
              </a:ext>
            </a:extLst>
          </p:cNvPr>
          <p:cNvSpPr>
            <a:spLocks xmlns:a="http://schemas.openxmlformats.org/drawingml/2006/main" noGrp="1"/>
          </p:cNvSpPr>
          <p:nvPr/>
        </p:nvSpPr>
        <p:spPr>
          <a:xfrm xmlns:a="http://schemas.openxmlformats.org/drawingml/2006/main">
            <a:off x="533400" y="1143000"/>
            <a:ext cx="990600" cy="57150"/>
          </a:xfrm>
          <a:prstGeom xmlns:a="http://schemas.openxmlformats.org/drawingml/2006/main" prst="roundRect">
            <a:avLst>
              <a:gd name="adj" fmla="val 50000"/>
            </a:avLst>
          </a:prstGeom>
          <a:solidFill xmlns:a="http://schemas.openxmlformats.org/drawingml/2006/main">
            <a:srgbClr val="FFE50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17017A9-9118-407E-BC33-0FC88DAB3B75}"/>
              </a:ext>
            </a:extLst>
          </p:cNvPr>
          <p:cNvSpPr>
            <a:spLocks xmlns:a="http://schemas.openxmlformats.org/drawingml/2006/main" noGrp="1"/>
          </p:cNvSpPr>
          <p:nvPr/>
        </p:nvSpPr>
        <p:spPr>
          <a:xfrm xmlns:a="http://schemas.openxmlformats.org/drawingml/2006/main">
            <a:off x="10896600" y="266700"/>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1">
                <a:solidFill>
                  <a:srgbClr val="656961"/>
                </a:solidFill>
                <a:latin typeface="Aptos Display"/>
                <a:ea typeface="Aptos Display"/>
                <a:cs typeface="Aptos Display"/>
              </a:defRPr>
            </a:pPr>
            <a:r>
              <a:rPr sz="900" b="1">
                <a:solidFill>
                  <a:srgbClr val="656961"/>
                </a:solidFill>
                <a:latin typeface="Aptos Display"/>
                <a:ea typeface="Aptos Display"/>
                <a:cs typeface="Aptos Display"/>
              </a:rPr>
              <a:t>7</a:t>
            </a:r>
          </a:p>
        </p:txBody>
      </p:sp>
      <p:sp>
        <p:nvSpPr>
          <p:cNvPr id="5" name="">
            <a:extLst xmlns:a="http://schemas.openxmlformats.org/drawingml/2006/main">
              <a:ext uri="{FF2B5EF4-FFF2-40B4-BE49-F238E27FC236}">
                <a16:creationId xmlns:a16="http://schemas.microsoft.com/office/drawing/2014/main" id="{D33498EC-7AED-44C5-A067-0EE6EEE20A63}"/>
              </a:ext>
            </a:extLst>
          </p:cNvPr>
          <p:cNvSpPr>
            <a:spLocks xmlns:a="http://schemas.openxmlformats.org/drawingml/2006/main" noGrp="1"/>
          </p:cNvSpPr>
          <p:nvPr/>
        </p:nvSpPr>
        <p:spPr>
          <a:xfrm xmlns:a="http://schemas.openxmlformats.org/drawingml/2006/main">
            <a:off x="533400" y="1352550"/>
            <a:ext cx="106680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75" b="0">
                <a:solidFill>
                  <a:srgbClr val="656961"/>
                </a:solidFill>
                <a:latin typeface="Aptos"/>
                <a:ea typeface="Aptos"/>
                <a:cs typeface="Aptos"/>
              </a:defRPr>
            </a:pPr>
            <a:r>
              <a:rPr sz="1275" b="0">
                <a:solidFill>
                  <a:srgbClr val="656961"/>
                </a:solidFill>
                <a:latin typeface="Aptos"/>
                <a:ea typeface="Aptos"/>
                <a:cs typeface="Aptos"/>
              </a:rPr>
              <a:t>Kalender, Startseite und Push führen immer zum gleichen Termin.</a:t>
            </a:r>
          </a:p>
        </p:txBody>
      </p:sp>
      <p:sp>
        <p:nvSpPr>
          <p:cNvPr id="6" name="">
            <a:extLst xmlns:a="http://schemas.openxmlformats.org/drawingml/2006/main">
              <a:ext uri="{FF2B5EF4-FFF2-40B4-BE49-F238E27FC236}">
                <a16:creationId xmlns:a16="http://schemas.microsoft.com/office/drawing/2014/main" id="{8373599E-A262-4561-96A4-4EB2E5AA14B0}"/>
              </a:ext>
            </a:extLst>
          </p:cNvPr>
          <p:cNvSpPr>
            <a:spLocks xmlns:a="http://schemas.openxmlformats.org/drawingml/2006/main" noGrp="1"/>
          </p:cNvSpPr>
          <p:nvPr/>
        </p:nvSpPr>
        <p:spPr>
          <a:xfrm xmlns:a="http://schemas.openxmlformats.org/drawingml/2006/main">
            <a:off x="533400" y="1943100"/>
            <a:ext cx="4953000" cy="3762375"/>
          </a:xfrm>
          <a:prstGeom xmlns:a="http://schemas.openxmlformats.org/drawingml/2006/main" prst="roundRect">
            <a:avLst>
              <a:gd name="adj" fmla="val 6076"/>
            </a:avLst>
          </a:prstGeom>
          <a:solidFill xmlns:a="http://schemas.openxmlformats.org/drawingml/2006/main">
            <a:srgbClr val="FFFFFF"/>
          </a:solidFill>
          <a:ln xmlns:a="http://schemas.openxmlformats.org/drawingml/2006/main" w="9525">
            <a:solidFill>
              <a:srgbClr val="E5E7DF"/>
            </a:solidFill>
            <a:prstDash val="solid"/>
          </a:ln>
        </p:spPr>
      </p:sp>
      <p:sp>
        <p:nvSpPr>
          <p:cNvPr id="7" name="">
            <a:extLst xmlns:a="http://schemas.openxmlformats.org/drawingml/2006/main">
              <a:ext uri="{FF2B5EF4-FFF2-40B4-BE49-F238E27FC236}">
                <a16:creationId xmlns:a16="http://schemas.microsoft.com/office/drawing/2014/main" id="{09FAD511-7E43-47D4-9693-D5AA26C70452}"/>
              </a:ext>
            </a:extLst>
          </p:cNvPr>
          <p:cNvSpPr>
            <a:spLocks xmlns:a="http://schemas.openxmlformats.org/drawingml/2006/main" noGrp="1"/>
          </p:cNvSpPr>
          <p:nvPr/>
        </p:nvSpPr>
        <p:spPr>
          <a:xfrm xmlns:a="http://schemas.openxmlformats.org/drawingml/2006/main">
            <a:off x="800100" y="217170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1">
                <a:solidFill>
                  <a:srgbClr val="7B6900"/>
                </a:solidFill>
                <a:latin typeface="Aptos Display"/>
                <a:ea typeface="Aptos Display"/>
                <a:cs typeface="Aptos Display"/>
              </a:defRPr>
            </a:pPr>
            <a:r>
              <a:rPr sz="900" b="1">
                <a:solidFill>
                  <a:srgbClr val="7B6900"/>
                </a:solidFill>
                <a:latin typeface="Aptos Display"/>
                <a:ea typeface="Aptos Display"/>
                <a:cs typeface="Aptos Display"/>
              </a:rPr>
              <a:t>SEPTEMBER</a:t>
            </a:r>
          </a:p>
        </p:txBody>
      </p:sp>
      <p:sp>
        <p:nvSpPr>
          <p:cNvPr id="8" name="">
            <a:extLst xmlns:a="http://schemas.openxmlformats.org/drawingml/2006/main">
              <a:ext uri="{FF2B5EF4-FFF2-40B4-BE49-F238E27FC236}">
                <a16:creationId xmlns:a16="http://schemas.microsoft.com/office/drawing/2014/main" id="{4FE95498-079A-49FA-AA1F-DB45A5DBC1A7}"/>
              </a:ext>
            </a:extLst>
          </p:cNvPr>
          <p:cNvSpPr>
            <a:spLocks xmlns:a="http://schemas.openxmlformats.org/drawingml/2006/main" noGrp="1"/>
          </p:cNvSpPr>
          <p:nvPr/>
        </p:nvSpPr>
        <p:spPr>
          <a:xfrm xmlns:a="http://schemas.openxmlformats.org/drawingml/2006/main">
            <a:off x="800100" y="2600325"/>
            <a:ext cx="647700" cy="647700"/>
          </a:xfrm>
          <a:prstGeom xmlns:a="http://schemas.openxmlformats.org/drawingml/2006/main" prst="ellipse">
            <a:avLst/>
          </a:prstGeom>
          <a:solidFill xmlns:a="http://schemas.openxmlformats.org/drawingml/2006/main">
            <a:srgbClr val="FFE500"/>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85243E9-B7A0-4893-986B-79CB3ABC3E18}"/>
              </a:ext>
            </a:extLst>
          </p:cNvPr>
          <p:cNvSpPr>
            <a:spLocks xmlns:a="http://schemas.openxmlformats.org/drawingml/2006/main" noGrp="1"/>
          </p:cNvSpPr>
          <p:nvPr/>
        </p:nvSpPr>
        <p:spPr>
          <a:xfrm xmlns:a="http://schemas.openxmlformats.org/drawingml/2006/main">
            <a:off x="800100" y="2609850"/>
            <a:ext cx="6477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21512"/>
                </a:solidFill>
                <a:latin typeface="Aptos Display"/>
                <a:ea typeface="Aptos Display"/>
                <a:cs typeface="Aptos Display"/>
              </a:defRPr>
            </a:pPr>
            <a:r>
              <a:rPr sz="1875" b="1">
                <a:solidFill>
                  <a:srgbClr val="121512"/>
                </a:solidFill>
                <a:latin typeface="Aptos Display"/>
                <a:ea typeface="Aptos Display"/>
                <a:cs typeface="Aptos Display"/>
              </a:rPr>
              <a:t>12</a:t>
            </a:r>
          </a:p>
        </p:txBody>
      </p:sp>
      <p:sp>
        <p:nvSpPr>
          <p:cNvPr id="10" name="">
            <a:extLst xmlns:a="http://schemas.openxmlformats.org/drawingml/2006/main">
              <a:ext uri="{FF2B5EF4-FFF2-40B4-BE49-F238E27FC236}">
                <a16:creationId xmlns:a16="http://schemas.microsoft.com/office/drawing/2014/main" id="{9FC7AD89-0A1D-4A1E-98E9-4C7DBB9E8828}"/>
              </a:ext>
            </a:extLst>
          </p:cNvPr>
          <p:cNvSpPr>
            <a:spLocks xmlns:a="http://schemas.openxmlformats.org/drawingml/2006/main" noGrp="1"/>
          </p:cNvSpPr>
          <p:nvPr/>
        </p:nvSpPr>
        <p:spPr>
          <a:xfrm xmlns:a="http://schemas.openxmlformats.org/drawingml/2006/main">
            <a:off x="1676400" y="2590800"/>
            <a:ext cx="33337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00" b="1">
                <a:solidFill>
                  <a:srgbClr val="121512"/>
                </a:solidFill>
                <a:latin typeface="Aptos Display"/>
                <a:ea typeface="Aptos Display"/>
                <a:cs typeface="Aptos Display"/>
              </a:defRPr>
            </a:pPr>
            <a:r>
              <a:rPr sz="1800" b="1">
                <a:solidFill>
                  <a:srgbClr val="121512"/>
                </a:solidFill>
                <a:latin typeface="Aptos Display"/>
                <a:ea typeface="Aptos Display"/>
                <a:cs typeface="Aptos Display"/>
              </a:rPr>
              <a:t>3. Hopfenbach-Cup</a:t>
            </a:r>
          </a:p>
        </p:txBody>
      </p:sp>
      <p:sp>
        <p:nvSpPr>
          <p:cNvPr id="11" name="">
            <a:extLst xmlns:a="http://schemas.openxmlformats.org/drawingml/2006/main">
              <a:ext uri="{FF2B5EF4-FFF2-40B4-BE49-F238E27FC236}">
                <a16:creationId xmlns:a16="http://schemas.microsoft.com/office/drawing/2014/main" id="{C1B6C14C-C676-406E-9C82-AC172AFED95F}"/>
              </a:ext>
            </a:extLst>
          </p:cNvPr>
          <p:cNvSpPr>
            <a:spLocks xmlns:a="http://schemas.openxmlformats.org/drawingml/2006/main" noGrp="1"/>
          </p:cNvSpPr>
          <p:nvPr/>
        </p:nvSpPr>
        <p:spPr>
          <a:xfrm xmlns:a="http://schemas.openxmlformats.org/drawingml/2006/main">
            <a:off x="1676400" y="29718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00" b="0">
                <a:solidFill>
                  <a:srgbClr val="656961"/>
                </a:solidFill>
                <a:latin typeface="Aptos"/>
                <a:ea typeface="Aptos"/>
                <a:cs typeface="Aptos"/>
              </a:defRPr>
            </a:pPr>
            <a:r>
              <a:rPr sz="1200" b="0">
                <a:solidFill>
                  <a:srgbClr val="656961"/>
                </a:solidFill>
                <a:latin typeface="Aptos"/>
                <a:ea typeface="Aptos"/>
                <a:cs typeface="Aptos"/>
              </a:rPr>
              <a:t>Samstag · 15:00 Uhr</a:t>
            </a:r>
          </a:p>
        </p:txBody>
      </p:sp>
      <p:cxnSp>
        <p:nvCxnSpPr>
          <p:cNvPr id="38" name=""/>
          <p:cNvCxnSpPr/>
          <p:nvPr/>
        </p:nvCxnSpPr>
        <p:spPr>
          <a:xfrm xmlns:a="http://schemas.openxmlformats.org/drawingml/2006/main">
            <a:off x="800100" y="3486150"/>
            <a:ext cx="4267200" cy="0"/>
          </a:xfrm>
          <a:prstGeom xmlns:a="http://schemas.openxmlformats.org/drawingml/2006/main" prst="straightConnector1">
            <a:avLst/>
          </a:prstGeom>
          <a:ln xmlns:a="http://schemas.openxmlformats.org/drawingml/2006/main" w="9525">
            <a:solidFill>
              <a:srgbClr val="E5E7DF"/>
            </a:solidFill>
            <a:prstDash val="solid"/>
          </a:ln>
        </p:spPr>
      </p:cxnSp>
      <p:sp>
        <p:nvSpPr>
          <p:cNvPr id="13" name="">
            <a:extLst xmlns:a="http://schemas.openxmlformats.org/drawingml/2006/main">
              <a:ext uri="{FF2B5EF4-FFF2-40B4-BE49-F238E27FC236}">
                <a16:creationId xmlns:a16="http://schemas.microsoft.com/office/drawing/2014/main" id="{24508013-7540-4608-A516-0F428BDA2786}"/>
              </a:ext>
            </a:extLst>
          </p:cNvPr>
          <p:cNvSpPr>
            <a:spLocks xmlns:a="http://schemas.openxmlformats.org/drawingml/2006/main" noGrp="1"/>
          </p:cNvSpPr>
          <p:nvPr/>
        </p:nvSpPr>
        <p:spPr>
          <a:xfrm xmlns:a="http://schemas.openxmlformats.org/drawingml/2006/main">
            <a:off x="800100" y="3743325"/>
            <a:ext cx="10001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656961"/>
                </a:solidFill>
                <a:latin typeface="Aptos Display"/>
                <a:ea typeface="Aptos Display"/>
                <a:cs typeface="Aptos Display"/>
              </a:defRPr>
            </a:pPr>
            <a:r>
              <a:rPr sz="975" b="1">
                <a:solidFill>
                  <a:srgbClr val="656961"/>
                </a:solidFill>
                <a:latin typeface="Aptos Display"/>
                <a:ea typeface="Aptos Display"/>
                <a:cs typeface="Aptos Display"/>
              </a:rPr>
              <a:t>Treffen</a:t>
            </a:r>
          </a:p>
        </p:txBody>
      </p:sp>
      <p:sp>
        <p:nvSpPr>
          <p:cNvPr id="14" name="">
            <a:extLst xmlns:a="http://schemas.openxmlformats.org/drawingml/2006/main">
              <a:ext uri="{FF2B5EF4-FFF2-40B4-BE49-F238E27FC236}">
                <a16:creationId xmlns:a16="http://schemas.microsoft.com/office/drawing/2014/main" id="{CC75DE70-6D99-4D9A-9043-7FD4BBFFBA16}"/>
              </a:ext>
            </a:extLst>
          </p:cNvPr>
          <p:cNvSpPr>
            <a:spLocks xmlns:a="http://schemas.openxmlformats.org/drawingml/2006/main" noGrp="1"/>
          </p:cNvSpPr>
          <p:nvPr/>
        </p:nvSpPr>
        <p:spPr>
          <a:xfrm xmlns:a="http://schemas.openxmlformats.org/drawingml/2006/main">
            <a:off x="1866900" y="3705225"/>
            <a:ext cx="3143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75" b="1">
                <a:solidFill>
                  <a:srgbClr val="121512"/>
                </a:solidFill>
                <a:latin typeface="Aptos Display"/>
                <a:ea typeface="Aptos Display"/>
                <a:cs typeface="Aptos Display"/>
              </a:defRPr>
            </a:pPr>
            <a:r>
              <a:rPr sz="1275" b="1">
                <a:solidFill>
                  <a:srgbClr val="121512"/>
                </a:solidFill>
                <a:latin typeface="Aptos Display"/>
                <a:ea typeface="Aptos Display"/>
                <a:cs typeface="Aptos Display"/>
              </a:rPr>
              <a:t>14:15 Uhr</a:t>
            </a:r>
          </a:p>
        </p:txBody>
      </p:sp>
      <p:sp>
        <p:nvSpPr>
          <p:cNvPr id="15" name="">
            <a:extLst xmlns:a="http://schemas.openxmlformats.org/drawingml/2006/main">
              <a:ext uri="{FF2B5EF4-FFF2-40B4-BE49-F238E27FC236}">
                <a16:creationId xmlns:a16="http://schemas.microsoft.com/office/drawing/2014/main" id="{BD7845BE-44EA-4099-BEA9-AE82C9A75AEA}"/>
              </a:ext>
            </a:extLst>
          </p:cNvPr>
          <p:cNvSpPr>
            <a:spLocks xmlns:a="http://schemas.openxmlformats.org/drawingml/2006/main" noGrp="1"/>
          </p:cNvSpPr>
          <p:nvPr/>
        </p:nvSpPr>
        <p:spPr>
          <a:xfrm xmlns:a="http://schemas.openxmlformats.org/drawingml/2006/main">
            <a:off x="800100" y="4257675"/>
            <a:ext cx="10001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656961"/>
                </a:solidFill>
                <a:latin typeface="Aptos Display"/>
                <a:ea typeface="Aptos Display"/>
                <a:cs typeface="Aptos Display"/>
              </a:defRPr>
            </a:pPr>
            <a:r>
              <a:rPr sz="975" b="1">
                <a:solidFill>
                  <a:srgbClr val="656961"/>
                </a:solidFill>
                <a:latin typeface="Aptos Display"/>
                <a:ea typeface="Aptos Display"/>
                <a:cs typeface="Aptos Display"/>
              </a:rPr>
              <a:t>Ort</a:t>
            </a:r>
          </a:p>
        </p:txBody>
      </p:sp>
      <p:sp>
        <p:nvSpPr>
          <p:cNvPr id="16" name="">
            <a:extLst xmlns:a="http://schemas.openxmlformats.org/drawingml/2006/main">
              <a:ext uri="{FF2B5EF4-FFF2-40B4-BE49-F238E27FC236}">
                <a16:creationId xmlns:a16="http://schemas.microsoft.com/office/drawing/2014/main" id="{3D556DE9-1F9D-47FB-ADE0-C92707D63B92}"/>
              </a:ext>
            </a:extLst>
          </p:cNvPr>
          <p:cNvSpPr>
            <a:spLocks xmlns:a="http://schemas.openxmlformats.org/drawingml/2006/main" noGrp="1"/>
          </p:cNvSpPr>
          <p:nvPr/>
        </p:nvSpPr>
        <p:spPr>
          <a:xfrm xmlns:a="http://schemas.openxmlformats.org/drawingml/2006/main">
            <a:off x="1866900" y="4219575"/>
            <a:ext cx="3143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75" b="1">
                <a:solidFill>
                  <a:srgbClr val="121512"/>
                </a:solidFill>
                <a:latin typeface="Aptos Display"/>
                <a:ea typeface="Aptos Display"/>
                <a:cs typeface="Aptos Display"/>
              </a:defRPr>
            </a:pPr>
            <a:r>
              <a:rPr sz="1275" b="1">
                <a:solidFill>
                  <a:srgbClr val="121512"/>
                </a:solidFill>
                <a:latin typeface="Aptos Display"/>
                <a:ea typeface="Aptos Display"/>
                <a:cs typeface="Aptos Display"/>
              </a:rPr>
              <a:t>Hopfenbach-Arena</a:t>
            </a:r>
          </a:p>
        </p:txBody>
      </p:sp>
      <p:sp>
        <p:nvSpPr>
          <p:cNvPr id="17" name="">
            <a:extLst xmlns:a="http://schemas.openxmlformats.org/drawingml/2006/main">
              <a:ext uri="{FF2B5EF4-FFF2-40B4-BE49-F238E27FC236}">
                <a16:creationId xmlns:a16="http://schemas.microsoft.com/office/drawing/2014/main" id="{6FD8DB16-324A-48D1-B9A7-5BBDA8D903AC}"/>
              </a:ext>
            </a:extLst>
          </p:cNvPr>
          <p:cNvSpPr>
            <a:spLocks xmlns:a="http://schemas.openxmlformats.org/drawingml/2006/main" noGrp="1"/>
          </p:cNvSpPr>
          <p:nvPr/>
        </p:nvSpPr>
        <p:spPr>
          <a:xfrm xmlns:a="http://schemas.openxmlformats.org/drawingml/2006/main">
            <a:off x="800100" y="4772025"/>
            <a:ext cx="10001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656961"/>
                </a:solidFill>
                <a:latin typeface="Aptos Display"/>
                <a:ea typeface="Aptos Display"/>
                <a:cs typeface="Aptos Display"/>
              </a:defRPr>
            </a:pPr>
            <a:r>
              <a:rPr sz="975" b="1">
                <a:solidFill>
                  <a:srgbClr val="656961"/>
                </a:solidFill>
                <a:latin typeface="Aptos Display"/>
                <a:ea typeface="Aptos Display"/>
                <a:cs typeface="Aptos Display"/>
              </a:rPr>
              <a:t>Hinweis</a:t>
            </a:r>
          </a:p>
        </p:txBody>
      </p:sp>
      <p:sp>
        <p:nvSpPr>
          <p:cNvPr id="18" name="">
            <a:extLst xmlns:a="http://schemas.openxmlformats.org/drawingml/2006/main">
              <a:ext uri="{FF2B5EF4-FFF2-40B4-BE49-F238E27FC236}">
                <a16:creationId xmlns:a16="http://schemas.microsoft.com/office/drawing/2014/main" id="{3F306154-BA4E-4FA3-8CE4-146A5B71D496}"/>
              </a:ext>
            </a:extLst>
          </p:cNvPr>
          <p:cNvSpPr>
            <a:spLocks xmlns:a="http://schemas.openxmlformats.org/drawingml/2006/main" noGrp="1"/>
          </p:cNvSpPr>
          <p:nvPr/>
        </p:nvSpPr>
        <p:spPr>
          <a:xfrm xmlns:a="http://schemas.openxmlformats.org/drawingml/2006/main">
            <a:off x="1866900" y="4733925"/>
            <a:ext cx="3143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75" b="1">
                <a:solidFill>
                  <a:srgbClr val="121512"/>
                </a:solidFill>
                <a:latin typeface="Aptos Display"/>
                <a:ea typeface="Aptos Display"/>
                <a:cs typeface="Aptos Display"/>
              </a:defRPr>
            </a:pPr>
            <a:r>
              <a:rPr sz="1275" b="1">
                <a:solidFill>
                  <a:srgbClr val="121512"/>
                </a:solidFill>
                <a:latin typeface="Aptos Display"/>
                <a:ea typeface="Aptos Display"/>
                <a:cs typeface="Aptos Display"/>
              </a:rPr>
              <a:t>Trikot und Trinkflasche</a:t>
            </a:r>
          </a:p>
        </p:txBody>
      </p:sp>
      <p:sp>
        <p:nvSpPr>
          <p:cNvPr id="19" name="">
            <a:extLst xmlns:a="http://schemas.openxmlformats.org/drawingml/2006/main">
              <a:ext uri="{FF2B5EF4-FFF2-40B4-BE49-F238E27FC236}">
                <a16:creationId xmlns:a16="http://schemas.microsoft.com/office/drawing/2014/main" id="{4A56FA2F-C82A-494B-A766-6490FF260BC4}"/>
              </a:ext>
            </a:extLst>
          </p:cNvPr>
          <p:cNvSpPr>
            <a:spLocks xmlns:a="http://schemas.openxmlformats.org/drawingml/2006/main" noGrp="1"/>
          </p:cNvSpPr>
          <p:nvPr/>
        </p:nvSpPr>
        <p:spPr>
          <a:xfrm xmlns:a="http://schemas.openxmlformats.org/drawingml/2006/main">
            <a:off x="5943600" y="1943100"/>
            <a:ext cx="5372100" cy="3762375"/>
          </a:xfrm>
          <a:prstGeom xmlns:a="http://schemas.openxmlformats.org/drawingml/2006/main" prst="roundRect">
            <a:avLst>
              <a:gd name="adj" fmla="val 6076"/>
            </a:avLst>
          </a:prstGeom>
          <a:solidFill xmlns:a="http://schemas.openxmlformats.org/drawingml/2006/main">
            <a:srgbClr val="121512"/>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625C1E33-67D1-416F-A4B7-23A2B454E5A8}"/>
              </a:ext>
            </a:extLst>
          </p:cNvPr>
          <p:cNvSpPr>
            <a:spLocks xmlns:a="http://schemas.openxmlformats.org/drawingml/2006/main" noGrp="1"/>
          </p:cNvSpPr>
          <p:nvPr/>
        </p:nvSpPr>
        <p:spPr>
          <a:xfrm xmlns:a="http://schemas.openxmlformats.org/drawingml/2006/main">
            <a:off x="6286500" y="2247900"/>
            <a:ext cx="1428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1">
                <a:solidFill>
                  <a:srgbClr val="FFE500"/>
                </a:solidFill>
                <a:latin typeface="Aptos Display"/>
                <a:ea typeface="Aptos Display"/>
                <a:cs typeface="Aptos Display"/>
              </a:defRPr>
            </a:pPr>
            <a:r>
              <a:rPr sz="900" b="1">
                <a:solidFill>
                  <a:srgbClr val="FFE500"/>
                </a:solidFill>
                <a:latin typeface="Aptos Display"/>
                <a:ea typeface="Aptos Display"/>
                <a:cs typeface="Aptos Display"/>
              </a:rPr>
              <a:t>TURNIER</a:t>
            </a:r>
          </a:p>
        </p:txBody>
      </p:sp>
      <p:sp>
        <p:nvSpPr>
          <p:cNvPr id="21" name="">
            <a:extLst xmlns:a="http://schemas.openxmlformats.org/drawingml/2006/main">
              <a:ext uri="{FF2B5EF4-FFF2-40B4-BE49-F238E27FC236}">
                <a16:creationId xmlns:a16="http://schemas.microsoft.com/office/drawing/2014/main" id="{363683DC-DFF7-44B5-8311-FF676DDA64C8}"/>
              </a:ext>
            </a:extLst>
          </p:cNvPr>
          <p:cNvSpPr>
            <a:spLocks xmlns:a="http://schemas.openxmlformats.org/drawingml/2006/main" noGrp="1"/>
          </p:cNvSpPr>
          <p:nvPr/>
        </p:nvSpPr>
        <p:spPr>
          <a:xfrm xmlns:a="http://schemas.openxmlformats.org/drawingml/2006/main">
            <a:off x="6286500" y="2638425"/>
            <a:ext cx="447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175" b="1">
                <a:solidFill>
                  <a:srgbClr val="FFFFFF"/>
                </a:solidFill>
                <a:latin typeface="Aptos Display"/>
                <a:ea typeface="Aptos Display"/>
                <a:cs typeface="Aptos Display"/>
              </a:defRPr>
            </a:pPr>
            <a:r>
              <a:rPr sz="2175" b="1">
                <a:solidFill>
                  <a:srgbClr val="FFFFFF"/>
                </a:solidFill>
                <a:latin typeface="Aptos Display"/>
                <a:ea typeface="Aptos Display"/>
                <a:cs typeface="Aptos Display"/>
              </a:rPr>
              <a:t>Live-Turnierplan</a:t>
            </a:r>
          </a:p>
        </p:txBody>
      </p:sp>
      <p:sp>
        <p:nvSpPr>
          <p:cNvPr id="22" name="">
            <a:extLst xmlns:a="http://schemas.openxmlformats.org/drawingml/2006/main">
              <a:ext uri="{FF2B5EF4-FFF2-40B4-BE49-F238E27FC236}">
                <a16:creationId xmlns:a16="http://schemas.microsoft.com/office/drawing/2014/main" id="{CD8D669D-4B90-4CCA-AEC6-823D95E7F5A7}"/>
              </a:ext>
            </a:extLst>
          </p:cNvPr>
          <p:cNvSpPr>
            <a:spLocks xmlns:a="http://schemas.openxmlformats.org/drawingml/2006/main" noGrp="1"/>
          </p:cNvSpPr>
          <p:nvPr/>
        </p:nvSpPr>
        <p:spPr>
          <a:xfrm xmlns:a="http://schemas.openxmlformats.org/drawingml/2006/main">
            <a:off x="6286500" y="3162300"/>
            <a:ext cx="44196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0">
                <a:solidFill>
                  <a:srgbClr val="D7D9D2"/>
                </a:solidFill>
                <a:latin typeface="Aptos"/>
                <a:ea typeface="Aptos"/>
                <a:cs typeface="Aptos"/>
              </a:defRPr>
            </a:pPr>
            <a:r>
              <a:rPr sz="1350" b="0">
                <a:solidFill>
                  <a:srgbClr val="D7D9D2"/>
                </a:solidFill>
                <a:latin typeface="Aptos"/>
                <a:ea typeface="Aptos"/>
                <a:cs typeface="Aptos"/>
              </a:rPr>
              <a:t>Ist ein Link von meinturnierplan.de hinterlegt, erscheint er direkt in der Übersicht und im Termin.</a:t>
            </a:r>
          </a:p>
        </p:txBody>
      </p:sp>
      <p:sp>
        <p:nvSpPr>
          <p:cNvPr id="23" name="">
            <a:extLst xmlns:a="http://schemas.openxmlformats.org/drawingml/2006/main">
              <a:ext uri="{FF2B5EF4-FFF2-40B4-BE49-F238E27FC236}">
                <a16:creationId xmlns:a16="http://schemas.microsoft.com/office/drawing/2014/main" id="{9BCBE05C-2E43-4DEC-B5EF-3F1E3A3B747B}"/>
              </a:ext>
            </a:extLst>
          </p:cNvPr>
          <p:cNvSpPr>
            <a:spLocks xmlns:a="http://schemas.openxmlformats.org/drawingml/2006/main" noGrp="1"/>
          </p:cNvSpPr>
          <p:nvPr/>
        </p:nvSpPr>
        <p:spPr>
          <a:xfrm xmlns:a="http://schemas.openxmlformats.org/drawingml/2006/main">
            <a:off x="6286500" y="4210050"/>
            <a:ext cx="4686300" cy="723900"/>
          </a:xfrm>
          <a:prstGeom xmlns:a="http://schemas.openxmlformats.org/drawingml/2006/main" prst="roundRect">
            <a:avLst>
              <a:gd name="adj" fmla="val 26316"/>
            </a:avLst>
          </a:prstGeom>
          <a:solidFill xmlns:a="http://schemas.openxmlformats.org/drawingml/2006/main">
            <a:srgbClr val="FFE500"/>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17A7E213-895F-444A-A02C-43CE5D75F679}"/>
              </a:ext>
            </a:extLst>
          </p:cNvPr>
          <p:cNvSpPr>
            <a:spLocks xmlns:a="http://schemas.openxmlformats.org/drawingml/2006/main" noGrp="1"/>
          </p:cNvSpPr>
          <p:nvPr/>
        </p:nvSpPr>
        <p:spPr>
          <a:xfrm xmlns:a="http://schemas.openxmlformats.org/drawingml/2006/main">
            <a:off x="6553200" y="4400550"/>
            <a:ext cx="415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425" b="1">
                <a:solidFill>
                  <a:srgbClr val="121512"/>
                </a:solidFill>
                <a:latin typeface="Aptos Display"/>
                <a:ea typeface="Aptos Display"/>
                <a:cs typeface="Aptos Display"/>
              </a:defRPr>
            </a:pPr>
            <a:r>
              <a:rPr sz="1425" b="1">
                <a:solidFill>
                  <a:srgbClr val="121512"/>
                </a:solidFill>
                <a:latin typeface="Aptos Display"/>
                <a:ea typeface="Aptos Display"/>
                <a:cs typeface="Aptos Display"/>
              </a:rPr>
              <a:t>LIVE-TURNIERPLAN ÖFFNEN</a:t>
            </a:r>
          </a:p>
        </p:txBody>
      </p:sp>
      <p:sp>
        <p:nvSpPr>
          <p:cNvPr id="25" name="">
            <a:extLst xmlns:a="http://schemas.openxmlformats.org/drawingml/2006/main">
              <a:ext uri="{FF2B5EF4-FFF2-40B4-BE49-F238E27FC236}">
                <a16:creationId xmlns:a16="http://schemas.microsoft.com/office/drawing/2014/main" id="{5A8D483A-D98A-4F9E-BCCE-197657C20C23}"/>
              </a:ext>
            </a:extLst>
          </p:cNvPr>
          <p:cNvSpPr>
            <a:spLocks xmlns:a="http://schemas.openxmlformats.org/drawingml/2006/main" noGrp="1"/>
          </p:cNvSpPr>
          <p:nvPr/>
        </p:nvSpPr>
        <p:spPr>
          <a:xfrm xmlns:a="http://schemas.openxmlformats.org/drawingml/2006/main">
            <a:off x="6286500" y="5181600"/>
            <a:ext cx="46863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013" b="0">
                <a:solidFill>
                  <a:srgbClr val="D7D9D2"/>
                </a:solidFill>
                <a:latin typeface="Aptos"/>
                <a:ea typeface="Aptos"/>
                <a:cs typeface="Aptos"/>
              </a:defRPr>
            </a:pPr>
            <a:r>
              <a:rPr sz="1013" b="0">
                <a:solidFill>
                  <a:srgbClr val="D7D9D2"/>
                </a:solidFill>
                <a:latin typeface="Aptos"/>
                <a:ea typeface="Aptos"/>
                <a:cs typeface="Aptos"/>
              </a:rPr>
              <a:t>Ein Tipp öffnet den aktuellen externen Spielplan.</a:t>
            </a:r>
          </a:p>
        </p:txBody>
      </p:sp>
      <p:sp>
        <p:nvSpPr>
          <p:cNvPr id="26" name="">
            <a:extLst xmlns:a="http://schemas.openxmlformats.org/drawingml/2006/main">
              <a:ext uri="{FF2B5EF4-FFF2-40B4-BE49-F238E27FC236}">
                <a16:creationId xmlns:a16="http://schemas.microsoft.com/office/drawing/2014/main" id="{76ADFCE9-AB3F-44CB-81F8-B5B89E40268C}"/>
              </a:ext>
            </a:extLst>
          </p:cNvPr>
          <p:cNvSpPr>
            <a:spLocks xmlns:a="http://schemas.openxmlformats.org/drawingml/2006/main" noGrp="1"/>
          </p:cNvSpPr>
          <p:nvPr/>
        </p:nvSpPr>
        <p:spPr>
          <a:xfrm xmlns:a="http://schemas.openxmlformats.org/drawingml/2006/main">
            <a:off x="533400" y="6572250"/>
            <a:ext cx="733425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713" b="0">
                <a:solidFill>
                  <a:srgbClr val="656961"/>
                </a:solidFill>
                <a:latin typeface="Aptos"/>
                <a:ea typeface="Aptos"/>
                <a:cs typeface="Aptos"/>
              </a:defRPr>
            </a:pPr>
            <a:r>
              <a:rPr sz="713" b="0">
                <a:solidFill>
                  <a:srgbClr val="656961"/>
                </a:solidFill>
                <a:latin typeface="Aptos"/>
                <a:ea typeface="Aptos"/>
                <a:cs typeface="Aptos"/>
              </a:rPr>
              <a:t>FC Teugn Talents · Hilfe für Eltern &amp; Familien</a:t>
            </a:r>
          </a:p>
        </p:txBody>
      </p:sp>
    </p:spTree>
    <p:extLst>
      <p:ext uri="{BB962C8B-B14F-4D97-AF65-F5344CB8AC3E}">
        <p14:creationId xmlns:p14="http://schemas.microsoft.com/office/powerpoint/2010/main" val="2105821745"/>
      </p:ext>
    </p:extLst>
  </p:cSld>
</p:sld>
</file>

<file path=ppt/slides/slide8.xml><?xml version="1.0" encoding="utf-8"?>
<p:sld xmlns:p="http://schemas.openxmlformats.org/presentationml/2006/main">
  <p:cSld>
    <p:bg>
      <p:bgPr>
        <a:solidFill xmlns:a="http://schemas.openxmlformats.org/drawingml/2006/main">
          <a:srgbClr val="FCFBF6"/>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498FCA19-8724-4B9F-82FC-04B59E0AEEAD}"/>
              </a:ext>
            </a:extLst>
          </p:cNvPr>
          <p:cNvSpPr>
            <a:spLocks xmlns:a="http://schemas.openxmlformats.org/drawingml/2006/main" noGrp="1"/>
          </p:cNvSpPr>
          <p:nvPr/>
        </p:nvSpPr>
        <p:spPr>
          <a:xfrm xmlns:a="http://schemas.openxmlformats.org/drawingml/2006/main">
            <a:off x="533400" y="2667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7B6900"/>
                </a:solidFill>
                <a:latin typeface="Aptos Display"/>
                <a:ea typeface="Aptos Display"/>
                <a:cs typeface="Aptos Display"/>
              </a:defRPr>
            </a:pPr>
            <a:r>
              <a:rPr sz="975" b="1">
                <a:solidFill>
                  <a:srgbClr val="7B6900"/>
                </a:solidFill>
                <a:latin typeface="Aptos Display"/>
                <a:ea typeface="Aptos Display"/>
                <a:cs typeface="Aptos Display"/>
              </a:rPr>
              <a:t>SPIELTAG</a:t>
            </a:r>
          </a:p>
        </p:txBody>
      </p:sp>
      <p:sp>
        <p:nvSpPr>
          <p:cNvPr id="2" name="">
            <a:extLst xmlns:a="http://schemas.openxmlformats.org/drawingml/2006/main">
              <a:ext uri="{FF2B5EF4-FFF2-40B4-BE49-F238E27FC236}">
                <a16:creationId xmlns:a16="http://schemas.microsoft.com/office/drawing/2014/main" id="{A1344C95-A151-481A-90C3-558A9FE620F7}"/>
              </a:ext>
            </a:extLst>
          </p:cNvPr>
          <p:cNvSpPr>
            <a:spLocks xmlns:a="http://schemas.openxmlformats.org/drawingml/2006/main" noGrp="1"/>
          </p:cNvSpPr>
          <p:nvPr/>
        </p:nvSpPr>
        <p:spPr>
          <a:xfrm xmlns:a="http://schemas.openxmlformats.org/drawingml/2006/main">
            <a:off x="533400" y="552450"/>
            <a:ext cx="1028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625" b="1">
                <a:solidFill>
                  <a:srgbClr val="121512"/>
                </a:solidFill>
                <a:latin typeface="Aptos Display"/>
                <a:ea typeface="Aptos Display"/>
                <a:cs typeface="Aptos Display"/>
              </a:defRPr>
            </a:pPr>
            <a:r>
              <a:rPr sz="2625" b="1">
                <a:solidFill>
                  <a:srgbClr val="121512"/>
                </a:solidFill>
                <a:latin typeface="Aptos Display"/>
                <a:ea typeface="Aptos Display"/>
                <a:cs typeface="Aptos Display"/>
              </a:rPr>
              <a:t>Freigegebenes sehen – Internes bleibt intern</a:t>
            </a:r>
          </a:p>
        </p:txBody>
      </p:sp>
      <p:sp>
        <p:nvSpPr>
          <p:cNvPr id="3" name="">
            <a:extLst xmlns:a="http://schemas.openxmlformats.org/drawingml/2006/main">
              <a:ext uri="{FF2B5EF4-FFF2-40B4-BE49-F238E27FC236}">
                <a16:creationId xmlns:a16="http://schemas.microsoft.com/office/drawing/2014/main" id="{E798EB23-A9C7-4EAD-B596-AB26CC4C6382}"/>
              </a:ext>
            </a:extLst>
          </p:cNvPr>
          <p:cNvSpPr>
            <a:spLocks xmlns:a="http://schemas.openxmlformats.org/drawingml/2006/main" noGrp="1"/>
          </p:cNvSpPr>
          <p:nvPr/>
        </p:nvSpPr>
        <p:spPr>
          <a:xfrm xmlns:a="http://schemas.openxmlformats.org/drawingml/2006/main">
            <a:off x="533400" y="1143000"/>
            <a:ext cx="990600" cy="57150"/>
          </a:xfrm>
          <a:prstGeom xmlns:a="http://schemas.openxmlformats.org/drawingml/2006/main" prst="roundRect">
            <a:avLst>
              <a:gd name="adj" fmla="val 50000"/>
            </a:avLst>
          </a:prstGeom>
          <a:solidFill xmlns:a="http://schemas.openxmlformats.org/drawingml/2006/main">
            <a:srgbClr val="FFE50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F2104B-0DE0-4F84-9534-3A52CF8B0EE0}"/>
              </a:ext>
            </a:extLst>
          </p:cNvPr>
          <p:cNvSpPr>
            <a:spLocks xmlns:a="http://schemas.openxmlformats.org/drawingml/2006/main" noGrp="1"/>
          </p:cNvSpPr>
          <p:nvPr/>
        </p:nvSpPr>
        <p:spPr>
          <a:xfrm xmlns:a="http://schemas.openxmlformats.org/drawingml/2006/main">
            <a:off x="10896600" y="266700"/>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1">
                <a:solidFill>
                  <a:srgbClr val="656961"/>
                </a:solidFill>
                <a:latin typeface="Aptos Display"/>
                <a:ea typeface="Aptos Display"/>
                <a:cs typeface="Aptos Display"/>
              </a:defRPr>
            </a:pPr>
            <a:r>
              <a:rPr sz="900" b="1">
                <a:solidFill>
                  <a:srgbClr val="656961"/>
                </a:solidFill>
                <a:latin typeface="Aptos Display"/>
                <a:ea typeface="Aptos Display"/>
                <a:cs typeface="Aptos Display"/>
              </a:rPr>
              <a:t>8</a:t>
            </a:r>
          </a:p>
        </p:txBody>
      </p:sp>
      <p:sp>
        <p:nvSpPr>
          <p:cNvPr id="5" name="">
            <a:extLst xmlns:a="http://schemas.openxmlformats.org/drawingml/2006/main">
              <a:ext uri="{FF2B5EF4-FFF2-40B4-BE49-F238E27FC236}">
                <a16:creationId xmlns:a16="http://schemas.microsoft.com/office/drawing/2014/main" id="{BB6547DD-2EA1-4ED9-81B9-F28D09C6F16C}"/>
              </a:ext>
            </a:extLst>
          </p:cNvPr>
          <p:cNvSpPr>
            <a:spLocks xmlns:a="http://schemas.openxmlformats.org/drawingml/2006/main" noGrp="1"/>
          </p:cNvSpPr>
          <p:nvPr/>
        </p:nvSpPr>
        <p:spPr>
          <a:xfrm xmlns:a="http://schemas.openxmlformats.org/drawingml/2006/main">
            <a:off x="533400" y="1352550"/>
            <a:ext cx="106680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75" b="0">
                <a:solidFill>
                  <a:srgbClr val="656961"/>
                </a:solidFill>
                <a:latin typeface="Aptos"/>
                <a:ea typeface="Aptos"/>
                <a:cs typeface="Aptos"/>
              </a:defRPr>
            </a:pPr>
            <a:r>
              <a:rPr sz="1275" b="0">
                <a:solidFill>
                  <a:srgbClr val="656961"/>
                </a:solidFill>
                <a:latin typeface="Aptos"/>
                <a:ea typeface="Aptos"/>
                <a:cs typeface="Aptos"/>
              </a:rPr>
              <a:t>Das Trainerteam entscheidet bewusst, welche Inhalte Familien sehen.</a:t>
            </a:r>
          </a:p>
        </p:txBody>
      </p:sp>
      <p:sp>
        <p:nvSpPr>
          <p:cNvPr id="6" name="">
            <a:extLst xmlns:a="http://schemas.openxmlformats.org/drawingml/2006/main">
              <a:ext uri="{FF2B5EF4-FFF2-40B4-BE49-F238E27FC236}">
                <a16:creationId xmlns:a16="http://schemas.microsoft.com/office/drawing/2014/main" id="{785DA71E-2106-4950-BC84-AAC7CFAD07CA}"/>
              </a:ext>
            </a:extLst>
          </p:cNvPr>
          <p:cNvSpPr>
            <a:spLocks xmlns:a="http://schemas.openxmlformats.org/drawingml/2006/main" noGrp="1"/>
          </p:cNvSpPr>
          <p:nvPr/>
        </p:nvSpPr>
        <p:spPr>
          <a:xfrm xmlns:a="http://schemas.openxmlformats.org/drawingml/2006/main">
            <a:off x="533400" y="1933575"/>
            <a:ext cx="11125200" cy="1733550"/>
          </a:xfrm>
          <a:prstGeom xmlns:a="http://schemas.openxmlformats.org/drawingml/2006/main" prst="roundRect">
            <a:avLst>
              <a:gd name="adj" fmla="val 14286"/>
            </a:avLst>
          </a:prstGeom>
          <a:solidFill xmlns:a="http://schemas.openxmlformats.org/drawingml/2006/main">
            <a:srgbClr val="121512"/>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04A6292-ACF1-4086-BFA8-1E23FFDD006B}"/>
              </a:ext>
            </a:extLst>
          </p:cNvPr>
          <p:cNvSpPr>
            <a:spLocks xmlns:a="http://schemas.openxmlformats.org/drawingml/2006/main" noGrp="1"/>
          </p:cNvSpPr>
          <p:nvPr/>
        </p:nvSpPr>
        <p:spPr>
          <a:xfrm xmlns:a="http://schemas.openxmlformats.org/drawingml/2006/main">
            <a:off x="819150" y="2181225"/>
            <a:ext cx="857250" cy="85725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5E845CB-5FE7-4CBF-91E7-3C89E0DAB586}"/>
              </a:ext>
            </a:extLst>
          </p:cNvPr>
          <p:cNvSpPr>
            <a:spLocks xmlns:a="http://schemas.openxmlformats.org/drawingml/2006/main" noGrp="1"/>
          </p:cNvSpPr>
          <p:nvPr/>
        </p:nvSpPr>
        <p:spPr>
          <a:xfrm xmlns:a="http://schemas.openxmlformats.org/drawingml/2006/main">
            <a:off x="819150" y="2181225"/>
            <a:ext cx="857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950" b="1">
                <a:solidFill>
                  <a:srgbClr val="7B6900"/>
                </a:solidFill>
                <a:latin typeface="Aptos Display"/>
                <a:ea typeface="Aptos Display"/>
                <a:cs typeface="Aptos Display"/>
              </a:defRPr>
            </a:pPr>
            <a:r>
              <a:rPr sz="1950" b="1">
                <a:solidFill>
                  <a:srgbClr val="7B6900"/>
                </a:solidFill>
                <a:latin typeface="Aptos Display"/>
                <a:ea typeface="Aptos Display"/>
                <a:cs typeface="Aptos Display"/>
              </a:rPr>
              <a:t>FC</a:t>
            </a:r>
          </a:p>
        </p:txBody>
      </p:sp>
      <p:sp>
        <p:nvSpPr>
          <p:cNvPr id="9" name="">
            <a:extLst xmlns:a="http://schemas.openxmlformats.org/drawingml/2006/main">
              <a:ext uri="{FF2B5EF4-FFF2-40B4-BE49-F238E27FC236}">
                <a16:creationId xmlns:a16="http://schemas.microsoft.com/office/drawing/2014/main" id="{8887D06D-0B51-4E34-8BF9-1AD48098EC84}"/>
              </a:ext>
            </a:extLst>
          </p:cNvPr>
          <p:cNvSpPr>
            <a:spLocks xmlns:a="http://schemas.openxmlformats.org/drawingml/2006/main" noGrp="1"/>
          </p:cNvSpPr>
          <p:nvPr/>
        </p:nvSpPr>
        <p:spPr>
          <a:xfrm xmlns:a="http://schemas.openxmlformats.org/drawingml/2006/main">
            <a:off x="1924050" y="2324100"/>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725" b="1">
                <a:solidFill>
                  <a:srgbClr val="FFFFFF"/>
                </a:solidFill>
                <a:latin typeface="Aptos Display"/>
                <a:ea typeface="Aptos Display"/>
                <a:cs typeface="Aptos Display"/>
              </a:defRPr>
            </a:pPr>
            <a:r>
              <a:rPr sz="1725" b="1">
                <a:solidFill>
                  <a:srgbClr val="FFFFFF"/>
                </a:solidFill>
                <a:latin typeface="Aptos Display"/>
                <a:ea typeface="Aptos Display"/>
                <a:cs typeface="Aptos Display"/>
              </a:rPr>
              <a:t>FC Teugn</a:t>
            </a:r>
          </a:p>
        </p:txBody>
      </p:sp>
      <p:sp>
        <p:nvSpPr>
          <p:cNvPr id="10" name="">
            <a:extLst xmlns:a="http://schemas.openxmlformats.org/drawingml/2006/main">
              <a:ext uri="{FF2B5EF4-FFF2-40B4-BE49-F238E27FC236}">
                <a16:creationId xmlns:a16="http://schemas.microsoft.com/office/drawing/2014/main" id="{684A4804-75C2-48A8-B29B-4DD7C48DA6F7}"/>
              </a:ext>
            </a:extLst>
          </p:cNvPr>
          <p:cNvSpPr>
            <a:spLocks xmlns:a="http://schemas.openxmlformats.org/drawingml/2006/main" noGrp="1"/>
          </p:cNvSpPr>
          <p:nvPr/>
        </p:nvSpPr>
        <p:spPr>
          <a:xfrm xmlns:a="http://schemas.openxmlformats.org/drawingml/2006/main">
            <a:off x="4629150" y="2295525"/>
            <a:ext cx="781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750" b="1">
                <a:solidFill>
                  <a:srgbClr val="FFE500"/>
                </a:solidFill>
                <a:latin typeface="Aptos Display"/>
                <a:ea typeface="Aptos Display"/>
                <a:cs typeface="Aptos Display"/>
              </a:defRPr>
            </a:pPr>
            <a:r>
              <a:rPr sz="3750" b="1">
                <a:solidFill>
                  <a:srgbClr val="FFE500"/>
                </a:solidFill>
                <a:latin typeface="Aptos Display"/>
                <a:ea typeface="Aptos Display"/>
                <a:cs typeface="Aptos Display"/>
              </a:rPr>
              <a:t>0</a:t>
            </a:r>
          </a:p>
        </p:txBody>
      </p:sp>
      <p:sp>
        <p:nvSpPr>
          <p:cNvPr id="11" name="">
            <a:extLst xmlns:a="http://schemas.openxmlformats.org/drawingml/2006/main">
              <a:ext uri="{FF2B5EF4-FFF2-40B4-BE49-F238E27FC236}">
                <a16:creationId xmlns:a16="http://schemas.microsoft.com/office/drawing/2014/main" id="{7CD38EC7-36BA-4207-8E8A-4219513F756D}"/>
              </a:ext>
            </a:extLst>
          </p:cNvPr>
          <p:cNvSpPr>
            <a:spLocks xmlns:a="http://schemas.openxmlformats.org/drawingml/2006/main" noGrp="1"/>
          </p:cNvSpPr>
          <p:nvPr/>
        </p:nvSpPr>
        <p:spPr>
          <a:xfrm xmlns:a="http://schemas.openxmlformats.org/drawingml/2006/main">
            <a:off x="5591175" y="2295525"/>
            <a:ext cx="3429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150" b="1">
                <a:solidFill>
                  <a:srgbClr val="8A8E86"/>
                </a:solidFill>
                <a:latin typeface="Aptos Display"/>
                <a:ea typeface="Aptos Display"/>
                <a:cs typeface="Aptos Display"/>
              </a:defRPr>
            </a:pPr>
            <a:r>
              <a:rPr sz="3150" b="1">
                <a:solidFill>
                  <a:srgbClr val="8A8E86"/>
                </a:solidFill>
                <a:latin typeface="Aptos Display"/>
                <a:ea typeface="Aptos Display"/>
                <a:cs typeface="Aptos Display"/>
              </a:rPr>
              <a:t>:</a:t>
            </a:r>
          </a:p>
        </p:txBody>
      </p:sp>
      <p:sp>
        <p:nvSpPr>
          <p:cNvPr id="12" name="">
            <a:extLst xmlns:a="http://schemas.openxmlformats.org/drawingml/2006/main">
              <a:ext uri="{FF2B5EF4-FFF2-40B4-BE49-F238E27FC236}">
                <a16:creationId xmlns:a16="http://schemas.microsoft.com/office/drawing/2014/main" id="{607AAEC9-2DFF-4D7E-A2F7-9D98A1069A7D}"/>
              </a:ext>
            </a:extLst>
          </p:cNvPr>
          <p:cNvSpPr>
            <a:spLocks xmlns:a="http://schemas.openxmlformats.org/drawingml/2006/main" noGrp="1"/>
          </p:cNvSpPr>
          <p:nvPr/>
        </p:nvSpPr>
        <p:spPr>
          <a:xfrm xmlns:a="http://schemas.openxmlformats.org/drawingml/2006/main">
            <a:off x="6096000" y="2295525"/>
            <a:ext cx="781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750" b="1">
                <a:solidFill>
                  <a:srgbClr val="FFFFFF"/>
                </a:solidFill>
                <a:latin typeface="Aptos Display"/>
                <a:ea typeface="Aptos Display"/>
                <a:cs typeface="Aptos Display"/>
              </a:defRPr>
            </a:pPr>
            <a:r>
              <a:rPr sz="3750" b="1">
                <a:solidFill>
                  <a:srgbClr val="FFFFFF"/>
                </a:solidFill>
                <a:latin typeface="Aptos Display"/>
                <a:ea typeface="Aptos Display"/>
                <a:cs typeface="Aptos Display"/>
              </a:rPr>
              <a:t>0</a:t>
            </a:r>
          </a:p>
        </p:txBody>
      </p:sp>
      <p:sp>
        <p:nvSpPr>
          <p:cNvPr id="13" name="">
            <a:extLst xmlns:a="http://schemas.openxmlformats.org/drawingml/2006/main">
              <a:ext uri="{FF2B5EF4-FFF2-40B4-BE49-F238E27FC236}">
                <a16:creationId xmlns:a16="http://schemas.microsoft.com/office/drawing/2014/main" id="{5296673E-D2BD-4EBF-9D09-F34EB9977933}"/>
              </a:ext>
            </a:extLst>
          </p:cNvPr>
          <p:cNvSpPr>
            <a:spLocks xmlns:a="http://schemas.openxmlformats.org/drawingml/2006/main" noGrp="1"/>
          </p:cNvSpPr>
          <p:nvPr/>
        </p:nvSpPr>
        <p:spPr>
          <a:xfrm xmlns:a="http://schemas.openxmlformats.org/drawingml/2006/main">
            <a:off x="7124700" y="2324100"/>
            <a:ext cx="2743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725" b="1">
                <a:solidFill>
                  <a:srgbClr val="FFFFFF"/>
                </a:solidFill>
                <a:latin typeface="Aptos Display"/>
                <a:ea typeface="Aptos Display"/>
                <a:cs typeface="Aptos Display"/>
              </a:defRPr>
            </a:pPr>
            <a:r>
              <a:rPr sz="1725" b="1">
                <a:solidFill>
                  <a:srgbClr val="FFFFFF"/>
                </a:solidFill>
                <a:latin typeface="Aptos Display"/>
                <a:ea typeface="Aptos Display"/>
                <a:cs typeface="Aptos Display"/>
              </a:rPr>
              <a:t>TSV Langquaid E1</a:t>
            </a:r>
          </a:p>
        </p:txBody>
      </p:sp>
      <p:sp>
        <p:nvSpPr>
          <p:cNvPr id="14" name="">
            <a:extLst xmlns:a="http://schemas.openxmlformats.org/drawingml/2006/main">
              <a:ext uri="{FF2B5EF4-FFF2-40B4-BE49-F238E27FC236}">
                <a16:creationId xmlns:a16="http://schemas.microsoft.com/office/drawing/2014/main" id="{5C2679E6-767D-4D43-9A04-F4A1EA0CC70F}"/>
              </a:ext>
            </a:extLst>
          </p:cNvPr>
          <p:cNvSpPr>
            <a:spLocks xmlns:a="http://schemas.openxmlformats.org/drawingml/2006/main" noGrp="1"/>
          </p:cNvSpPr>
          <p:nvPr/>
        </p:nvSpPr>
        <p:spPr>
          <a:xfrm xmlns:a="http://schemas.openxmlformats.org/drawingml/2006/main">
            <a:off x="10096500" y="2181225"/>
            <a:ext cx="857250" cy="85725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7539D536-E19E-4734-9146-854DA9A666DE}"/>
              </a:ext>
            </a:extLst>
          </p:cNvPr>
          <p:cNvSpPr>
            <a:spLocks xmlns:a="http://schemas.openxmlformats.org/drawingml/2006/main" noGrp="1"/>
          </p:cNvSpPr>
          <p:nvPr/>
        </p:nvSpPr>
        <p:spPr>
          <a:xfrm xmlns:a="http://schemas.openxmlformats.org/drawingml/2006/main">
            <a:off x="10096500" y="2181225"/>
            <a:ext cx="857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315C79"/>
                </a:solidFill>
                <a:latin typeface="Aptos Display"/>
                <a:ea typeface="Aptos Display"/>
                <a:cs typeface="Aptos Display"/>
              </a:defRPr>
            </a:pPr>
            <a:r>
              <a:rPr sz="1650" b="1">
                <a:solidFill>
                  <a:srgbClr val="315C79"/>
                </a:solidFill>
                <a:latin typeface="Aptos Display"/>
                <a:ea typeface="Aptos Display"/>
                <a:cs typeface="Aptos Display"/>
              </a:rPr>
              <a:t>TSV</a:t>
            </a:r>
          </a:p>
        </p:txBody>
      </p:sp>
      <p:sp>
        <p:nvSpPr>
          <p:cNvPr id="16" name="">
            <a:extLst xmlns:a="http://schemas.openxmlformats.org/drawingml/2006/main">
              <a:ext uri="{FF2B5EF4-FFF2-40B4-BE49-F238E27FC236}">
                <a16:creationId xmlns:a16="http://schemas.microsoft.com/office/drawing/2014/main" id="{FCD6C19C-460E-4A35-9121-E48172FDCF1B}"/>
              </a:ext>
            </a:extLst>
          </p:cNvPr>
          <p:cNvSpPr>
            <a:spLocks xmlns:a="http://schemas.openxmlformats.org/drawingml/2006/main" noGrp="1"/>
          </p:cNvSpPr>
          <p:nvPr/>
        </p:nvSpPr>
        <p:spPr>
          <a:xfrm xmlns:a="http://schemas.openxmlformats.org/drawingml/2006/main">
            <a:off x="1924050" y="3067050"/>
            <a:ext cx="7943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125" b="0">
                <a:solidFill>
                  <a:srgbClr val="D7D9D2"/>
                </a:solidFill>
                <a:latin typeface="Aptos"/>
                <a:ea typeface="Aptos"/>
                <a:cs typeface="Aptos"/>
              </a:defRPr>
            </a:pPr>
            <a:r>
              <a:rPr sz="1125" b="0">
                <a:solidFill>
                  <a:srgbClr val="D7D9D2"/>
                </a:solidFill>
                <a:latin typeface="Aptos"/>
                <a:ea typeface="Aptos"/>
                <a:cs typeface="Aptos"/>
              </a:rPr>
              <a:t>08.09.2026 · 17:30 Uhr · Waldstadion</a:t>
            </a:r>
          </a:p>
        </p:txBody>
      </p:sp>
      <p:sp>
        <p:nvSpPr>
          <p:cNvPr id="17" name="">
            <a:extLst xmlns:a="http://schemas.openxmlformats.org/drawingml/2006/main">
              <a:ext uri="{FF2B5EF4-FFF2-40B4-BE49-F238E27FC236}">
                <a16:creationId xmlns:a16="http://schemas.microsoft.com/office/drawing/2014/main" id="{FCADDA43-2D75-4361-8367-6DA3409EFAE4}"/>
              </a:ext>
            </a:extLst>
          </p:cNvPr>
          <p:cNvSpPr>
            <a:spLocks xmlns:a="http://schemas.openxmlformats.org/drawingml/2006/main" noGrp="1"/>
          </p:cNvSpPr>
          <p:nvPr/>
        </p:nvSpPr>
        <p:spPr>
          <a:xfrm xmlns:a="http://schemas.openxmlformats.org/drawingml/2006/main">
            <a:off x="533400" y="4000500"/>
            <a:ext cx="3543300" cy="1314450"/>
          </a:xfrm>
          <a:prstGeom xmlns:a="http://schemas.openxmlformats.org/drawingml/2006/main" prst="roundRect">
            <a:avLst>
              <a:gd name="adj" fmla="val 15942"/>
            </a:avLst>
          </a:prstGeom>
          <a:solidFill xmlns:a="http://schemas.openxmlformats.org/drawingml/2006/main">
            <a:srgbClr val="FFFFFF"/>
          </a:solidFill>
          <a:ln xmlns:a="http://schemas.openxmlformats.org/drawingml/2006/main" w="9525">
            <a:solidFill>
              <a:srgbClr val="E5E7DF"/>
            </a:solidFill>
            <a:prstDash val="solid"/>
          </a:ln>
        </p:spPr>
      </p:sp>
      <p:sp>
        <p:nvSpPr>
          <p:cNvPr id="18" name="">
            <a:extLst xmlns:a="http://schemas.openxmlformats.org/drawingml/2006/main">
              <a:ext uri="{FF2B5EF4-FFF2-40B4-BE49-F238E27FC236}">
                <a16:creationId xmlns:a16="http://schemas.microsoft.com/office/drawing/2014/main" id="{14427014-4C3A-4FA4-9664-8ED6625D8F88}"/>
              </a:ext>
            </a:extLst>
          </p:cNvPr>
          <p:cNvSpPr>
            <a:spLocks xmlns:a="http://schemas.openxmlformats.org/drawingml/2006/main" noGrp="1"/>
          </p:cNvSpPr>
          <p:nvPr/>
        </p:nvSpPr>
        <p:spPr>
          <a:xfrm xmlns:a="http://schemas.openxmlformats.org/drawingml/2006/main">
            <a:off x="762000" y="4248150"/>
            <a:ext cx="400050" cy="400050"/>
          </a:xfrm>
          <a:prstGeom xmlns:a="http://schemas.openxmlformats.org/drawingml/2006/main" prst="ellipse">
            <a:avLst/>
          </a:prstGeom>
          <a:solidFill xmlns:a="http://schemas.openxmlformats.org/drawingml/2006/main">
            <a:srgbClr val="FFE500"/>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BE16BD41-E79C-479C-8E0B-9AB771AC6E23}"/>
              </a:ext>
            </a:extLst>
          </p:cNvPr>
          <p:cNvSpPr>
            <a:spLocks xmlns:a="http://schemas.openxmlformats.org/drawingml/2006/main" noGrp="1"/>
          </p:cNvSpPr>
          <p:nvPr/>
        </p:nvSpPr>
        <p:spPr>
          <a:xfrm xmlns:a="http://schemas.openxmlformats.org/drawingml/2006/main">
            <a:off x="762000" y="4257675"/>
            <a:ext cx="4000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21512"/>
                </a:solidFill>
                <a:latin typeface="Aptos Display"/>
                <a:ea typeface="Aptos Display"/>
                <a:cs typeface="Aptos Display"/>
              </a:defRPr>
            </a:pPr>
            <a:r>
              <a:rPr sz="1200" b="1">
                <a:solidFill>
                  <a:srgbClr val="121512"/>
                </a:solidFill>
                <a:latin typeface="Aptos Display"/>
                <a:ea typeface="Aptos Display"/>
                <a:cs typeface="Aptos Display"/>
              </a:rPr>
              <a:t>1</a:t>
            </a:r>
          </a:p>
        </p:txBody>
      </p:sp>
      <p:sp>
        <p:nvSpPr>
          <p:cNvPr id="20" name="">
            <a:extLst xmlns:a="http://schemas.openxmlformats.org/drawingml/2006/main">
              <a:ext uri="{FF2B5EF4-FFF2-40B4-BE49-F238E27FC236}">
                <a16:creationId xmlns:a16="http://schemas.microsoft.com/office/drawing/2014/main" id="{824A2C29-93F2-4CC5-BE4B-51A7BAE6C69B}"/>
              </a:ext>
            </a:extLst>
          </p:cNvPr>
          <p:cNvSpPr>
            <a:spLocks xmlns:a="http://schemas.openxmlformats.org/drawingml/2006/main" noGrp="1"/>
          </p:cNvSpPr>
          <p:nvPr/>
        </p:nvSpPr>
        <p:spPr>
          <a:xfrm xmlns:a="http://schemas.openxmlformats.org/drawingml/2006/main">
            <a:off x="1333500" y="420052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a:solidFill>
                  <a:srgbClr val="121512"/>
                </a:solidFill>
                <a:latin typeface="Aptos Display"/>
                <a:ea typeface="Aptos Display"/>
                <a:cs typeface="Aptos Display"/>
              </a:defRPr>
            </a:pPr>
            <a:r>
              <a:rPr sz="1500" b="1">
                <a:solidFill>
                  <a:srgbClr val="121512"/>
                </a:solidFill>
                <a:latin typeface="Aptos Display"/>
                <a:ea typeface="Aptos Display"/>
                <a:cs typeface="Aptos Display"/>
              </a:rPr>
              <a:t>KADER</a:t>
            </a:r>
          </a:p>
        </p:txBody>
      </p:sp>
      <p:sp>
        <p:nvSpPr>
          <p:cNvPr id="21" name="">
            <a:extLst xmlns:a="http://schemas.openxmlformats.org/drawingml/2006/main">
              <a:ext uri="{FF2B5EF4-FFF2-40B4-BE49-F238E27FC236}">
                <a16:creationId xmlns:a16="http://schemas.microsoft.com/office/drawing/2014/main" id="{86C5A290-D57D-4884-8B9C-FE96353249A6}"/>
              </a:ext>
            </a:extLst>
          </p:cNvPr>
          <p:cNvSpPr>
            <a:spLocks xmlns:a="http://schemas.openxmlformats.org/drawingml/2006/main" noGrp="1"/>
          </p:cNvSpPr>
          <p:nvPr/>
        </p:nvSpPr>
        <p:spPr>
          <a:xfrm xmlns:a="http://schemas.openxmlformats.org/drawingml/2006/main">
            <a:off x="762000" y="4695825"/>
            <a:ext cx="30861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88" b="0">
                <a:solidFill>
                  <a:srgbClr val="656961"/>
                </a:solidFill>
                <a:latin typeface="Aptos"/>
                <a:ea typeface="Aptos"/>
                <a:cs typeface="Aptos"/>
              </a:defRPr>
            </a:pPr>
            <a:r>
              <a:rPr sz="1088" b="0">
                <a:solidFill>
                  <a:srgbClr val="656961"/>
                </a:solidFill>
                <a:latin typeface="Aptos"/>
                <a:ea typeface="Aptos"/>
                <a:cs typeface="Aptos"/>
              </a:rPr>
              <a:t>Nur der nominierte Mannschaftskader.</a:t>
            </a:r>
          </a:p>
        </p:txBody>
      </p:sp>
      <p:sp>
        <p:nvSpPr>
          <p:cNvPr id="22" name="">
            <a:extLst xmlns:a="http://schemas.openxmlformats.org/drawingml/2006/main">
              <a:ext uri="{FF2B5EF4-FFF2-40B4-BE49-F238E27FC236}">
                <a16:creationId xmlns:a16="http://schemas.microsoft.com/office/drawing/2014/main" id="{3D75895E-19CE-4012-9279-D69DF45DDCA8}"/>
              </a:ext>
            </a:extLst>
          </p:cNvPr>
          <p:cNvSpPr>
            <a:spLocks xmlns:a="http://schemas.openxmlformats.org/drawingml/2006/main" noGrp="1"/>
          </p:cNvSpPr>
          <p:nvPr/>
        </p:nvSpPr>
        <p:spPr>
          <a:xfrm xmlns:a="http://schemas.openxmlformats.org/drawingml/2006/main">
            <a:off x="4314825" y="4000500"/>
            <a:ext cx="3543300" cy="1314450"/>
          </a:xfrm>
          <a:prstGeom xmlns:a="http://schemas.openxmlformats.org/drawingml/2006/main" prst="roundRect">
            <a:avLst>
              <a:gd name="adj" fmla="val 15942"/>
            </a:avLst>
          </a:prstGeom>
          <a:solidFill xmlns:a="http://schemas.openxmlformats.org/drawingml/2006/main">
            <a:srgbClr val="FFFFFF"/>
          </a:solidFill>
          <a:ln xmlns:a="http://schemas.openxmlformats.org/drawingml/2006/main" w="9525">
            <a:solidFill>
              <a:srgbClr val="E5E7DF"/>
            </a:solidFill>
            <a:prstDash val="solid"/>
          </a:ln>
        </p:spPr>
      </p:sp>
      <p:sp>
        <p:nvSpPr>
          <p:cNvPr id="23" name="">
            <a:extLst xmlns:a="http://schemas.openxmlformats.org/drawingml/2006/main">
              <a:ext uri="{FF2B5EF4-FFF2-40B4-BE49-F238E27FC236}">
                <a16:creationId xmlns:a16="http://schemas.microsoft.com/office/drawing/2014/main" id="{5902EEF4-2D9A-4FBA-B024-543C0DB7EE05}"/>
              </a:ext>
            </a:extLst>
          </p:cNvPr>
          <p:cNvSpPr>
            <a:spLocks xmlns:a="http://schemas.openxmlformats.org/drawingml/2006/main" noGrp="1"/>
          </p:cNvSpPr>
          <p:nvPr/>
        </p:nvSpPr>
        <p:spPr>
          <a:xfrm xmlns:a="http://schemas.openxmlformats.org/drawingml/2006/main">
            <a:off x="4543425" y="4248150"/>
            <a:ext cx="400050" cy="400050"/>
          </a:xfrm>
          <a:prstGeom xmlns:a="http://schemas.openxmlformats.org/drawingml/2006/main" prst="ellipse">
            <a:avLst/>
          </a:prstGeom>
          <a:solidFill xmlns:a="http://schemas.openxmlformats.org/drawingml/2006/main">
            <a:srgbClr val="FFE500"/>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662119A4-887C-44A7-9A21-B18E30F29BB3}"/>
              </a:ext>
            </a:extLst>
          </p:cNvPr>
          <p:cNvSpPr>
            <a:spLocks xmlns:a="http://schemas.openxmlformats.org/drawingml/2006/main" noGrp="1"/>
          </p:cNvSpPr>
          <p:nvPr/>
        </p:nvSpPr>
        <p:spPr>
          <a:xfrm xmlns:a="http://schemas.openxmlformats.org/drawingml/2006/main">
            <a:off x="4543425" y="4257675"/>
            <a:ext cx="4000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21512"/>
                </a:solidFill>
                <a:latin typeface="Aptos Display"/>
                <a:ea typeface="Aptos Display"/>
                <a:cs typeface="Aptos Display"/>
              </a:defRPr>
            </a:pPr>
            <a:r>
              <a:rPr sz="1200" b="1">
                <a:solidFill>
                  <a:srgbClr val="121512"/>
                </a:solidFill>
                <a:latin typeface="Aptos Display"/>
                <a:ea typeface="Aptos Display"/>
                <a:cs typeface="Aptos Display"/>
              </a:rPr>
              <a:t>2</a:t>
            </a:r>
          </a:p>
        </p:txBody>
      </p:sp>
      <p:sp>
        <p:nvSpPr>
          <p:cNvPr id="25" name="">
            <a:extLst xmlns:a="http://schemas.openxmlformats.org/drawingml/2006/main">
              <a:ext uri="{FF2B5EF4-FFF2-40B4-BE49-F238E27FC236}">
                <a16:creationId xmlns:a16="http://schemas.microsoft.com/office/drawing/2014/main" id="{FF231905-4906-4890-9A9C-426E587B203A}"/>
              </a:ext>
            </a:extLst>
          </p:cNvPr>
          <p:cNvSpPr>
            <a:spLocks xmlns:a="http://schemas.openxmlformats.org/drawingml/2006/main" noGrp="1"/>
          </p:cNvSpPr>
          <p:nvPr/>
        </p:nvSpPr>
        <p:spPr>
          <a:xfrm xmlns:a="http://schemas.openxmlformats.org/drawingml/2006/main">
            <a:off x="5114925" y="420052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a:solidFill>
                  <a:srgbClr val="121512"/>
                </a:solidFill>
                <a:latin typeface="Aptos Display"/>
                <a:ea typeface="Aptos Display"/>
                <a:cs typeface="Aptos Display"/>
              </a:defRPr>
            </a:pPr>
            <a:r>
              <a:rPr sz="1500" b="1">
                <a:solidFill>
                  <a:srgbClr val="121512"/>
                </a:solidFill>
                <a:latin typeface="Aptos Display"/>
                <a:ea typeface="Aptos Display"/>
                <a:cs typeface="Aptos Display"/>
              </a:rPr>
              <a:t>AUFSTELLUNG</a:t>
            </a:r>
          </a:p>
        </p:txBody>
      </p:sp>
      <p:sp>
        <p:nvSpPr>
          <p:cNvPr id="26" name="">
            <a:extLst xmlns:a="http://schemas.openxmlformats.org/drawingml/2006/main">
              <a:ext uri="{FF2B5EF4-FFF2-40B4-BE49-F238E27FC236}">
                <a16:creationId xmlns:a16="http://schemas.microsoft.com/office/drawing/2014/main" id="{15537115-4553-46EE-8144-F03EAB9C1A17}"/>
              </a:ext>
            </a:extLst>
          </p:cNvPr>
          <p:cNvSpPr>
            <a:spLocks xmlns:a="http://schemas.openxmlformats.org/drawingml/2006/main" noGrp="1"/>
          </p:cNvSpPr>
          <p:nvPr/>
        </p:nvSpPr>
        <p:spPr>
          <a:xfrm xmlns:a="http://schemas.openxmlformats.org/drawingml/2006/main">
            <a:off x="4543425" y="4695825"/>
            <a:ext cx="30861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88" b="0">
                <a:solidFill>
                  <a:srgbClr val="656961"/>
                </a:solidFill>
                <a:latin typeface="Aptos"/>
                <a:ea typeface="Aptos"/>
                <a:cs typeface="Aptos"/>
              </a:defRPr>
            </a:pPr>
            <a:r>
              <a:rPr sz="1088" b="0">
                <a:solidFill>
                  <a:srgbClr val="656961"/>
                </a:solidFill>
                <a:latin typeface="Aptos"/>
                <a:ea typeface="Aptos"/>
                <a:cs typeface="Aptos"/>
              </a:rPr>
              <a:t>Erst nach bewusster Veröffentlichung.</a:t>
            </a:r>
          </a:p>
        </p:txBody>
      </p:sp>
      <p:sp>
        <p:nvSpPr>
          <p:cNvPr id="27" name="">
            <a:extLst xmlns:a="http://schemas.openxmlformats.org/drawingml/2006/main">
              <a:ext uri="{FF2B5EF4-FFF2-40B4-BE49-F238E27FC236}">
                <a16:creationId xmlns:a16="http://schemas.microsoft.com/office/drawing/2014/main" id="{965E6DAA-A97E-4A62-94BB-5DCDDD4C9602}"/>
              </a:ext>
            </a:extLst>
          </p:cNvPr>
          <p:cNvSpPr>
            <a:spLocks xmlns:a="http://schemas.openxmlformats.org/drawingml/2006/main" noGrp="1"/>
          </p:cNvSpPr>
          <p:nvPr/>
        </p:nvSpPr>
        <p:spPr>
          <a:xfrm xmlns:a="http://schemas.openxmlformats.org/drawingml/2006/main">
            <a:off x="8096250" y="4000500"/>
            <a:ext cx="3543300" cy="1314450"/>
          </a:xfrm>
          <a:prstGeom xmlns:a="http://schemas.openxmlformats.org/drawingml/2006/main" prst="roundRect">
            <a:avLst>
              <a:gd name="adj" fmla="val 15942"/>
            </a:avLst>
          </a:prstGeom>
          <a:solidFill xmlns:a="http://schemas.openxmlformats.org/drawingml/2006/main">
            <a:srgbClr val="FFF5A8"/>
          </a:solidFill>
          <a:ln xmlns:a="http://schemas.openxmlformats.org/drawingml/2006/main" w="9525">
            <a:solidFill>
              <a:srgbClr val="E5E7DF"/>
            </a:solidFill>
            <a:prstDash val="solid"/>
          </a:ln>
        </p:spPr>
      </p:sp>
      <p:sp>
        <p:nvSpPr>
          <p:cNvPr id="28" name="">
            <a:extLst xmlns:a="http://schemas.openxmlformats.org/drawingml/2006/main">
              <a:ext uri="{FF2B5EF4-FFF2-40B4-BE49-F238E27FC236}">
                <a16:creationId xmlns:a16="http://schemas.microsoft.com/office/drawing/2014/main" id="{EF6EB36A-FBB0-4825-A70E-67CA960E0271}"/>
              </a:ext>
            </a:extLst>
          </p:cNvPr>
          <p:cNvSpPr>
            <a:spLocks xmlns:a="http://schemas.openxmlformats.org/drawingml/2006/main" noGrp="1"/>
          </p:cNvSpPr>
          <p:nvPr/>
        </p:nvSpPr>
        <p:spPr>
          <a:xfrm xmlns:a="http://schemas.openxmlformats.org/drawingml/2006/main">
            <a:off x="8324850" y="4248150"/>
            <a:ext cx="400050" cy="400050"/>
          </a:xfrm>
          <a:prstGeom xmlns:a="http://schemas.openxmlformats.org/drawingml/2006/main" prst="ellipse">
            <a:avLst/>
          </a:prstGeom>
          <a:solidFill xmlns:a="http://schemas.openxmlformats.org/drawingml/2006/main">
            <a:srgbClr val="121512"/>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C8362C04-0392-4C02-B155-F7FEADCB078D}"/>
              </a:ext>
            </a:extLst>
          </p:cNvPr>
          <p:cNvSpPr>
            <a:spLocks xmlns:a="http://schemas.openxmlformats.org/drawingml/2006/main" noGrp="1"/>
          </p:cNvSpPr>
          <p:nvPr/>
        </p:nvSpPr>
        <p:spPr>
          <a:xfrm xmlns:a="http://schemas.openxmlformats.org/drawingml/2006/main">
            <a:off x="8324850" y="4257675"/>
            <a:ext cx="4000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FFF"/>
                </a:solidFill>
                <a:latin typeface="Aptos Display"/>
                <a:ea typeface="Aptos Display"/>
                <a:cs typeface="Aptos Display"/>
              </a:defRPr>
            </a:pPr>
            <a:r>
              <a:rPr sz="1200" b="1">
                <a:solidFill>
                  <a:srgbClr val="FFFFFF"/>
                </a:solidFill>
                <a:latin typeface="Aptos Display"/>
                <a:ea typeface="Aptos Display"/>
                <a:cs typeface="Aptos Display"/>
              </a:rPr>
              <a:t>3</a:t>
            </a:r>
          </a:p>
        </p:txBody>
      </p:sp>
      <p:sp>
        <p:nvSpPr>
          <p:cNvPr id="30" name="">
            <a:extLst xmlns:a="http://schemas.openxmlformats.org/drawingml/2006/main">
              <a:ext uri="{FF2B5EF4-FFF2-40B4-BE49-F238E27FC236}">
                <a16:creationId xmlns:a16="http://schemas.microsoft.com/office/drawing/2014/main" id="{6D8585A1-D4BB-46BD-B731-9DB393CBC397}"/>
              </a:ext>
            </a:extLst>
          </p:cNvPr>
          <p:cNvSpPr>
            <a:spLocks xmlns:a="http://schemas.openxmlformats.org/drawingml/2006/main" noGrp="1"/>
          </p:cNvSpPr>
          <p:nvPr/>
        </p:nvSpPr>
        <p:spPr>
          <a:xfrm xmlns:a="http://schemas.openxmlformats.org/drawingml/2006/main">
            <a:off x="8896350" y="420052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a:solidFill>
                  <a:srgbClr val="121512"/>
                </a:solidFill>
                <a:latin typeface="Aptos Display"/>
                <a:ea typeface="Aptos Display"/>
                <a:cs typeface="Aptos Display"/>
              </a:defRPr>
            </a:pPr>
            <a:r>
              <a:rPr sz="1500" b="1">
                <a:solidFill>
                  <a:srgbClr val="121512"/>
                </a:solidFill>
                <a:latin typeface="Aptos Display"/>
                <a:ea typeface="Aptos Display"/>
                <a:cs typeface="Aptos Display"/>
              </a:rPr>
              <a:t>LIVETICKER</a:t>
            </a:r>
          </a:p>
        </p:txBody>
      </p:sp>
      <p:sp>
        <p:nvSpPr>
          <p:cNvPr id="31" name="">
            <a:extLst xmlns:a="http://schemas.openxmlformats.org/drawingml/2006/main">
              <a:ext uri="{FF2B5EF4-FFF2-40B4-BE49-F238E27FC236}">
                <a16:creationId xmlns:a16="http://schemas.microsoft.com/office/drawing/2014/main" id="{D5CEF868-DCFE-467F-BAAB-4B1480C88949}"/>
              </a:ext>
            </a:extLst>
          </p:cNvPr>
          <p:cNvSpPr>
            <a:spLocks xmlns:a="http://schemas.openxmlformats.org/drawingml/2006/main" noGrp="1"/>
          </p:cNvSpPr>
          <p:nvPr/>
        </p:nvSpPr>
        <p:spPr>
          <a:xfrm xmlns:a="http://schemas.openxmlformats.org/drawingml/2006/main">
            <a:off x="8324850" y="4695825"/>
            <a:ext cx="30861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88" b="0">
                <a:solidFill>
                  <a:srgbClr val="656961"/>
                </a:solidFill>
                <a:latin typeface="Aptos"/>
                <a:ea typeface="Aptos"/>
                <a:cs typeface="Aptos"/>
              </a:defRPr>
            </a:pPr>
            <a:r>
              <a:rPr sz="1088" b="0">
                <a:solidFill>
                  <a:srgbClr val="656961"/>
                </a:solidFill>
                <a:latin typeface="Aptos"/>
                <a:ea typeface="Aptos"/>
                <a:cs typeface="Aptos"/>
              </a:rPr>
              <a:t>Uhr, Spielstand und freigegebene Tore live.</a:t>
            </a:r>
          </a:p>
        </p:txBody>
      </p:sp>
      <p:sp>
        <p:nvSpPr>
          <p:cNvPr id="32" name="">
            <a:extLst xmlns:a="http://schemas.openxmlformats.org/drawingml/2006/main">
              <a:ext uri="{FF2B5EF4-FFF2-40B4-BE49-F238E27FC236}">
                <a16:creationId xmlns:a16="http://schemas.microsoft.com/office/drawing/2014/main" id="{95C09253-90CB-49D8-9D79-16FF3382B475}"/>
              </a:ext>
            </a:extLst>
          </p:cNvPr>
          <p:cNvSpPr>
            <a:spLocks xmlns:a="http://schemas.openxmlformats.org/drawingml/2006/main" noGrp="1"/>
          </p:cNvSpPr>
          <p:nvPr/>
        </p:nvSpPr>
        <p:spPr>
          <a:xfrm xmlns:a="http://schemas.openxmlformats.org/drawingml/2006/main">
            <a:off x="1809750" y="5648325"/>
            <a:ext cx="8572500" cy="514350"/>
          </a:xfrm>
          <a:prstGeom xmlns:a="http://schemas.openxmlformats.org/drawingml/2006/main" prst="roundRect">
            <a:avLst>
              <a:gd name="adj" fmla="val 29630"/>
            </a:avLst>
          </a:prstGeom>
          <a:solidFill xmlns:a="http://schemas.openxmlformats.org/drawingml/2006/main">
            <a:srgbClr val="121512"/>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BF0FF02D-C70A-4C50-8F20-89B938EC96D7}"/>
              </a:ext>
            </a:extLst>
          </p:cNvPr>
          <p:cNvSpPr>
            <a:spLocks xmlns:a="http://schemas.openxmlformats.org/drawingml/2006/main" noGrp="1"/>
          </p:cNvSpPr>
          <p:nvPr/>
        </p:nvSpPr>
        <p:spPr>
          <a:xfrm xmlns:a="http://schemas.openxmlformats.org/drawingml/2006/main">
            <a:off x="2000250" y="5762625"/>
            <a:ext cx="8191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FFF"/>
                </a:solidFill>
                <a:latin typeface="Aptos Display"/>
                <a:ea typeface="Aptos Display"/>
                <a:cs typeface="Aptos Display"/>
              </a:defRPr>
            </a:pPr>
            <a:r>
              <a:rPr sz="1275" b="1">
                <a:solidFill>
                  <a:srgbClr val="FFFFFF"/>
                </a:solidFill>
                <a:latin typeface="Aptos Display"/>
                <a:ea typeface="Aptos Display"/>
                <a:cs typeface="Aptos Display"/>
              </a:rPr>
              <a:t>Bewertungen, interne Notizen und Trainerentscheidungen sind niemals öffentlich.</a:t>
            </a:r>
          </a:p>
        </p:txBody>
      </p:sp>
      <p:sp>
        <p:nvSpPr>
          <p:cNvPr id="34" name="">
            <a:extLst xmlns:a="http://schemas.openxmlformats.org/drawingml/2006/main">
              <a:ext uri="{FF2B5EF4-FFF2-40B4-BE49-F238E27FC236}">
                <a16:creationId xmlns:a16="http://schemas.microsoft.com/office/drawing/2014/main" id="{940B0648-C922-4D16-99DF-6BA05575621D}"/>
              </a:ext>
            </a:extLst>
          </p:cNvPr>
          <p:cNvSpPr>
            <a:spLocks xmlns:a="http://schemas.openxmlformats.org/drawingml/2006/main" noGrp="1"/>
          </p:cNvSpPr>
          <p:nvPr/>
        </p:nvSpPr>
        <p:spPr>
          <a:xfrm xmlns:a="http://schemas.openxmlformats.org/drawingml/2006/main">
            <a:off x="533400" y="6572250"/>
            <a:ext cx="733425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713" b="0">
                <a:solidFill>
                  <a:srgbClr val="656961"/>
                </a:solidFill>
                <a:latin typeface="Aptos"/>
                <a:ea typeface="Aptos"/>
                <a:cs typeface="Aptos"/>
              </a:defRPr>
            </a:pPr>
            <a:r>
              <a:rPr sz="713" b="0">
                <a:solidFill>
                  <a:srgbClr val="656961"/>
                </a:solidFill>
                <a:latin typeface="Aptos"/>
                <a:ea typeface="Aptos"/>
                <a:cs typeface="Aptos"/>
              </a:rPr>
              <a:t>FC Teugn Talents · Hilfe für Eltern &amp; Familien</a:t>
            </a:r>
          </a:p>
        </p:txBody>
      </p:sp>
    </p:spTree>
    <p:extLst>
      <p:ext uri="{BB962C8B-B14F-4D97-AF65-F5344CB8AC3E}">
        <p14:creationId xmlns:p14="http://schemas.microsoft.com/office/powerpoint/2010/main" val="61181288"/>
      </p:ext>
    </p:extLst>
  </p:cSld>
</p:sld>
</file>

<file path=ppt/slides/slide9.xml><?xml version="1.0" encoding="utf-8"?>
<p:sld xmlns:p="http://schemas.openxmlformats.org/presentationml/2006/main">
  <p:cSld>
    <p:bg>
      <p:bgPr>
        <a:solidFill xmlns:a="http://schemas.openxmlformats.org/drawingml/2006/main">
          <a:srgbClr val="FCFBF6"/>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A2753CFD-FAA1-4B7A-AB19-BB0272816C05}"/>
              </a:ext>
            </a:extLst>
          </p:cNvPr>
          <p:cNvSpPr>
            <a:spLocks xmlns:a="http://schemas.openxmlformats.org/drawingml/2006/main" noGrp="1"/>
          </p:cNvSpPr>
          <p:nvPr/>
        </p:nvSpPr>
        <p:spPr>
          <a:xfrm xmlns:a="http://schemas.openxmlformats.org/drawingml/2006/main">
            <a:off x="533400" y="2667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7B6900"/>
                </a:solidFill>
                <a:latin typeface="Aptos Display"/>
                <a:ea typeface="Aptos Display"/>
                <a:cs typeface="Aptos Display"/>
              </a:defRPr>
            </a:pPr>
            <a:r>
              <a:rPr sz="975" b="1">
                <a:solidFill>
                  <a:srgbClr val="7B6900"/>
                </a:solidFill>
                <a:latin typeface="Aptos Display"/>
                <a:ea typeface="Aptos Display"/>
                <a:cs typeface="Aptos Display"/>
              </a:rPr>
              <a:t>TURNIER</a:t>
            </a:r>
          </a:p>
        </p:txBody>
      </p:sp>
      <p:sp>
        <p:nvSpPr>
          <p:cNvPr id="2" name="">
            <a:extLst xmlns:a="http://schemas.openxmlformats.org/drawingml/2006/main">
              <a:ext uri="{FF2B5EF4-FFF2-40B4-BE49-F238E27FC236}">
                <a16:creationId xmlns:a16="http://schemas.microsoft.com/office/drawing/2014/main" id="{43677FAF-C61A-4322-86B3-1734CB4BB6E1}"/>
              </a:ext>
            </a:extLst>
          </p:cNvPr>
          <p:cNvSpPr>
            <a:spLocks xmlns:a="http://schemas.openxmlformats.org/drawingml/2006/main" noGrp="1"/>
          </p:cNvSpPr>
          <p:nvPr/>
        </p:nvSpPr>
        <p:spPr>
          <a:xfrm xmlns:a="http://schemas.openxmlformats.org/drawingml/2006/main">
            <a:off x="533400" y="552450"/>
            <a:ext cx="1028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625" b="1">
                <a:solidFill>
                  <a:srgbClr val="121512"/>
                </a:solidFill>
                <a:latin typeface="Aptos Display"/>
                <a:ea typeface="Aptos Display"/>
                <a:cs typeface="Aptos Display"/>
              </a:defRPr>
            </a:pPr>
            <a:r>
              <a:rPr sz="2625" b="1">
                <a:solidFill>
                  <a:srgbClr val="121512"/>
                </a:solidFill>
                <a:latin typeface="Aptos Display"/>
                <a:ea typeface="Aptos Display"/>
                <a:cs typeface="Aptos Display"/>
              </a:rPr>
              <a:t>Ein Turnier – alle freigegebenen Partien</a:t>
            </a:r>
          </a:p>
        </p:txBody>
      </p:sp>
      <p:sp>
        <p:nvSpPr>
          <p:cNvPr id="3" name="">
            <a:extLst xmlns:a="http://schemas.openxmlformats.org/drawingml/2006/main">
              <a:ext uri="{FF2B5EF4-FFF2-40B4-BE49-F238E27FC236}">
                <a16:creationId xmlns:a16="http://schemas.microsoft.com/office/drawing/2014/main" id="{7E39C497-42A2-4521-95A1-A002EF25A94D}"/>
              </a:ext>
            </a:extLst>
          </p:cNvPr>
          <p:cNvSpPr>
            <a:spLocks xmlns:a="http://schemas.openxmlformats.org/drawingml/2006/main" noGrp="1"/>
          </p:cNvSpPr>
          <p:nvPr/>
        </p:nvSpPr>
        <p:spPr>
          <a:xfrm xmlns:a="http://schemas.openxmlformats.org/drawingml/2006/main">
            <a:off x="533400" y="1143000"/>
            <a:ext cx="990600" cy="57150"/>
          </a:xfrm>
          <a:prstGeom xmlns:a="http://schemas.openxmlformats.org/drawingml/2006/main" prst="roundRect">
            <a:avLst>
              <a:gd name="adj" fmla="val 50000"/>
            </a:avLst>
          </a:prstGeom>
          <a:solidFill xmlns:a="http://schemas.openxmlformats.org/drawingml/2006/main">
            <a:srgbClr val="FFE50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DA25705-9830-4AA6-BF10-B3D392CDD67E}"/>
              </a:ext>
            </a:extLst>
          </p:cNvPr>
          <p:cNvSpPr>
            <a:spLocks xmlns:a="http://schemas.openxmlformats.org/drawingml/2006/main" noGrp="1"/>
          </p:cNvSpPr>
          <p:nvPr/>
        </p:nvSpPr>
        <p:spPr>
          <a:xfrm xmlns:a="http://schemas.openxmlformats.org/drawingml/2006/main">
            <a:off x="10896600" y="266700"/>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1">
                <a:solidFill>
                  <a:srgbClr val="656961"/>
                </a:solidFill>
                <a:latin typeface="Aptos Display"/>
                <a:ea typeface="Aptos Display"/>
                <a:cs typeface="Aptos Display"/>
              </a:defRPr>
            </a:pPr>
            <a:r>
              <a:rPr sz="900" b="1">
                <a:solidFill>
                  <a:srgbClr val="656961"/>
                </a:solidFill>
                <a:latin typeface="Aptos Display"/>
                <a:ea typeface="Aptos Display"/>
                <a:cs typeface="Aptos Display"/>
              </a:rPr>
              <a:t>9</a:t>
            </a:r>
          </a:p>
        </p:txBody>
      </p:sp>
      <p:sp>
        <p:nvSpPr>
          <p:cNvPr id="5" name="">
            <a:extLst xmlns:a="http://schemas.openxmlformats.org/drawingml/2006/main">
              <a:ext uri="{FF2B5EF4-FFF2-40B4-BE49-F238E27FC236}">
                <a16:creationId xmlns:a16="http://schemas.microsoft.com/office/drawing/2014/main" id="{A5D10340-4134-4D1A-9198-9CFEB5D851A2}"/>
              </a:ext>
            </a:extLst>
          </p:cNvPr>
          <p:cNvSpPr>
            <a:spLocks xmlns:a="http://schemas.openxmlformats.org/drawingml/2006/main" noGrp="1"/>
          </p:cNvSpPr>
          <p:nvPr/>
        </p:nvSpPr>
        <p:spPr>
          <a:xfrm xmlns:a="http://schemas.openxmlformats.org/drawingml/2006/main">
            <a:off x="533400" y="1352550"/>
            <a:ext cx="106680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75" b="0">
                <a:solidFill>
                  <a:srgbClr val="656961"/>
                </a:solidFill>
                <a:latin typeface="Aptos"/>
                <a:ea typeface="Aptos"/>
                <a:cs typeface="Aptos"/>
              </a:defRPr>
            </a:pPr>
            <a:r>
              <a:rPr sz="1275" b="0">
                <a:solidFill>
                  <a:srgbClr val="656961"/>
                </a:solidFill>
                <a:latin typeface="Aptos"/>
                <a:ea typeface="Aptos"/>
                <a:cs typeface="Aptos"/>
              </a:rPr>
              <a:t>Die Übersicht verbindet Organisation, Live-Plan und einzelne Spiele.</a:t>
            </a:r>
          </a:p>
        </p:txBody>
      </p:sp>
      <p:sp>
        <p:nvSpPr>
          <p:cNvPr id="6" name="">
            <a:extLst xmlns:a="http://schemas.openxmlformats.org/drawingml/2006/main">
              <a:ext uri="{FF2B5EF4-FFF2-40B4-BE49-F238E27FC236}">
                <a16:creationId xmlns:a16="http://schemas.microsoft.com/office/drawing/2014/main" id="{7EBC26AA-4A5C-4EFC-946D-86B01C597A59}"/>
              </a:ext>
            </a:extLst>
          </p:cNvPr>
          <p:cNvSpPr>
            <a:spLocks xmlns:a="http://schemas.openxmlformats.org/drawingml/2006/main" noGrp="1"/>
          </p:cNvSpPr>
          <p:nvPr/>
        </p:nvSpPr>
        <p:spPr>
          <a:xfrm xmlns:a="http://schemas.openxmlformats.org/drawingml/2006/main">
            <a:off x="533400" y="1952625"/>
            <a:ext cx="11125200" cy="3581400"/>
          </a:xfrm>
          <a:prstGeom xmlns:a="http://schemas.openxmlformats.org/drawingml/2006/main" prst="roundRect">
            <a:avLst>
              <a:gd name="adj" fmla="val 6383"/>
            </a:avLst>
          </a:prstGeom>
          <a:solidFill xmlns:a="http://schemas.openxmlformats.org/drawingml/2006/main">
            <a:srgbClr val="FFFFFF"/>
          </a:solidFill>
          <a:ln xmlns:a="http://schemas.openxmlformats.org/drawingml/2006/main" w="9525">
            <a:solidFill>
              <a:srgbClr val="E5E7DF"/>
            </a:solidFill>
            <a:prstDash val="solid"/>
          </a:ln>
        </p:spPr>
      </p:sp>
      <p:sp>
        <p:nvSpPr>
          <p:cNvPr id="7" name="">
            <a:extLst xmlns:a="http://schemas.openxmlformats.org/drawingml/2006/main">
              <a:ext uri="{FF2B5EF4-FFF2-40B4-BE49-F238E27FC236}">
                <a16:creationId xmlns:a16="http://schemas.microsoft.com/office/drawing/2014/main" id="{ACAE7F9D-89D1-4967-A6CF-54005AA619B5}"/>
              </a:ext>
            </a:extLst>
          </p:cNvPr>
          <p:cNvSpPr>
            <a:spLocks xmlns:a="http://schemas.openxmlformats.org/drawingml/2006/main" noGrp="1"/>
          </p:cNvSpPr>
          <p:nvPr/>
        </p:nvSpPr>
        <p:spPr>
          <a:xfrm xmlns:a="http://schemas.openxmlformats.org/drawingml/2006/main">
            <a:off x="533400" y="1952625"/>
            <a:ext cx="11125200" cy="1066800"/>
          </a:xfrm>
          <a:prstGeom xmlns:a="http://schemas.openxmlformats.org/drawingml/2006/main" prst="roundRect">
            <a:avLst>
              <a:gd name="adj" fmla="val 21429"/>
            </a:avLst>
          </a:prstGeom>
          <a:solidFill xmlns:a="http://schemas.openxmlformats.org/drawingml/2006/main">
            <a:srgbClr val="121512"/>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0C7FCFB-2A6F-437A-A945-9C47B08D8E6B}"/>
              </a:ext>
            </a:extLst>
          </p:cNvPr>
          <p:cNvSpPr>
            <a:spLocks xmlns:a="http://schemas.openxmlformats.org/drawingml/2006/main" noGrp="1"/>
          </p:cNvSpPr>
          <p:nvPr/>
        </p:nvSpPr>
        <p:spPr>
          <a:xfrm xmlns:a="http://schemas.openxmlformats.org/drawingml/2006/main">
            <a:off x="838200" y="2171700"/>
            <a:ext cx="514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950" b="1">
                <a:solidFill>
                  <a:srgbClr val="FFFFFF"/>
                </a:solidFill>
                <a:latin typeface="Aptos Display"/>
                <a:ea typeface="Aptos Display"/>
                <a:cs typeface="Aptos Display"/>
              </a:defRPr>
            </a:pPr>
            <a:r>
              <a:rPr sz="1950" b="1">
                <a:solidFill>
                  <a:srgbClr val="FFFFFF"/>
                </a:solidFill>
                <a:latin typeface="Aptos Display"/>
                <a:ea typeface="Aptos Display"/>
                <a:cs typeface="Aptos Display"/>
              </a:rPr>
              <a:t>3. Hopfenbach-Cup</a:t>
            </a:r>
          </a:p>
        </p:txBody>
      </p:sp>
      <p:sp>
        <p:nvSpPr>
          <p:cNvPr id="9" name="">
            <a:extLst xmlns:a="http://schemas.openxmlformats.org/drawingml/2006/main">
              <a:ext uri="{FF2B5EF4-FFF2-40B4-BE49-F238E27FC236}">
                <a16:creationId xmlns:a16="http://schemas.microsoft.com/office/drawing/2014/main" id="{28337D5D-7256-49DA-B5C2-7D390A0055D1}"/>
              </a:ext>
            </a:extLst>
          </p:cNvPr>
          <p:cNvSpPr>
            <a:spLocks xmlns:a="http://schemas.openxmlformats.org/drawingml/2006/main" noGrp="1"/>
          </p:cNvSpPr>
          <p:nvPr/>
        </p:nvSpPr>
        <p:spPr>
          <a:xfrm xmlns:a="http://schemas.openxmlformats.org/drawingml/2006/main">
            <a:off x="838200" y="2571750"/>
            <a:ext cx="5143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0">
                <a:solidFill>
                  <a:srgbClr val="D7D9D2"/>
                </a:solidFill>
                <a:latin typeface="Aptos"/>
                <a:ea typeface="Aptos"/>
                <a:cs typeface="Aptos"/>
              </a:defRPr>
            </a:pPr>
            <a:r>
              <a:rPr sz="1125" b="0">
                <a:solidFill>
                  <a:srgbClr val="D7D9D2"/>
                </a:solidFill>
                <a:latin typeface="Aptos"/>
                <a:ea typeface="Aptos"/>
                <a:cs typeface="Aptos"/>
              </a:rPr>
              <a:t>12.09.2026 · Hopfenbach-Arena</a:t>
            </a:r>
          </a:p>
        </p:txBody>
      </p:sp>
      <p:sp>
        <p:nvSpPr>
          <p:cNvPr id="10" name="">
            <a:extLst xmlns:a="http://schemas.openxmlformats.org/drawingml/2006/main">
              <a:ext uri="{FF2B5EF4-FFF2-40B4-BE49-F238E27FC236}">
                <a16:creationId xmlns:a16="http://schemas.microsoft.com/office/drawing/2014/main" id="{16D0D258-6EEB-496D-8056-CA4058178D10}"/>
              </a:ext>
            </a:extLst>
          </p:cNvPr>
          <p:cNvSpPr>
            <a:spLocks xmlns:a="http://schemas.openxmlformats.org/drawingml/2006/main" noGrp="1"/>
          </p:cNvSpPr>
          <p:nvPr/>
        </p:nvSpPr>
        <p:spPr>
          <a:xfrm xmlns:a="http://schemas.openxmlformats.org/drawingml/2006/main">
            <a:off x="8591550" y="2286000"/>
            <a:ext cx="2571750" cy="381000"/>
          </a:xfrm>
          <a:prstGeom xmlns:a="http://schemas.openxmlformats.org/drawingml/2006/main" prst="roundRect">
            <a:avLst>
              <a:gd name="adj" fmla="val 50000"/>
            </a:avLst>
          </a:prstGeom>
          <a:solidFill xmlns:a="http://schemas.openxmlformats.org/drawingml/2006/main">
            <a:srgbClr val="FFE500"/>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EF799396-B90C-42F1-B5C1-D900B6E6490E}"/>
              </a:ext>
            </a:extLst>
          </p:cNvPr>
          <p:cNvSpPr>
            <a:spLocks xmlns:a="http://schemas.openxmlformats.org/drawingml/2006/main" noGrp="1"/>
          </p:cNvSpPr>
          <p:nvPr/>
        </p:nvSpPr>
        <p:spPr>
          <a:xfrm xmlns:a="http://schemas.openxmlformats.org/drawingml/2006/main">
            <a:off x="8724900" y="2295525"/>
            <a:ext cx="2305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21512"/>
                </a:solidFill>
                <a:latin typeface="Aptos Display"/>
                <a:ea typeface="Aptos Display"/>
                <a:cs typeface="Aptos Display"/>
              </a:defRPr>
            </a:pPr>
            <a:r>
              <a:rPr sz="1200" b="1">
                <a:solidFill>
                  <a:srgbClr val="121512"/>
                </a:solidFill>
                <a:latin typeface="Aptos Display"/>
                <a:ea typeface="Aptos Display"/>
                <a:cs typeface="Aptos Display"/>
              </a:rPr>
              <a:t>LIVE-TURNIERPLAN</a:t>
            </a:r>
          </a:p>
        </p:txBody>
      </p:sp>
      <p:sp>
        <p:nvSpPr>
          <p:cNvPr id="12" name="">
            <a:extLst xmlns:a="http://schemas.openxmlformats.org/drawingml/2006/main">
              <a:ext uri="{FF2B5EF4-FFF2-40B4-BE49-F238E27FC236}">
                <a16:creationId xmlns:a16="http://schemas.microsoft.com/office/drawing/2014/main" id="{836D0C14-2728-40EB-90F5-D11E8FFEA6C2}"/>
              </a:ext>
            </a:extLst>
          </p:cNvPr>
          <p:cNvSpPr>
            <a:spLocks xmlns:a="http://schemas.openxmlformats.org/drawingml/2006/main" noGrp="1"/>
          </p:cNvSpPr>
          <p:nvPr/>
        </p:nvSpPr>
        <p:spPr>
          <a:xfrm xmlns:a="http://schemas.openxmlformats.org/drawingml/2006/main">
            <a:off x="800100" y="3276600"/>
            <a:ext cx="1066800" cy="381000"/>
          </a:xfrm>
          <a:prstGeom xmlns:a="http://schemas.openxmlformats.org/drawingml/2006/main" prst="roundRect">
            <a:avLst>
              <a:gd name="adj" fmla="val 50000"/>
            </a:avLst>
          </a:prstGeom>
          <a:solidFill xmlns:a="http://schemas.openxmlformats.org/drawingml/2006/main">
            <a:srgbClr val="FFF5A8"/>
          </a:solidFill>
          <a:ln xmlns:a="http://schemas.openxmlformats.org/drawingml/2006/main" w="9525">
            <a:solidFill>
              <a:srgbClr val="E5E7DF"/>
            </a:solidFill>
            <a:prstDash val="solid"/>
          </a:ln>
        </p:spPr>
      </p:sp>
      <p:sp>
        <p:nvSpPr>
          <p:cNvPr id="13" name="">
            <a:extLst xmlns:a="http://schemas.openxmlformats.org/drawingml/2006/main">
              <a:ext uri="{FF2B5EF4-FFF2-40B4-BE49-F238E27FC236}">
                <a16:creationId xmlns:a16="http://schemas.microsoft.com/office/drawing/2014/main" id="{26D9CF09-9D0E-4FA8-941C-1783D1E0F5CB}"/>
              </a:ext>
            </a:extLst>
          </p:cNvPr>
          <p:cNvSpPr>
            <a:spLocks xmlns:a="http://schemas.openxmlformats.org/drawingml/2006/main" noGrp="1"/>
          </p:cNvSpPr>
          <p:nvPr/>
        </p:nvSpPr>
        <p:spPr>
          <a:xfrm xmlns:a="http://schemas.openxmlformats.org/drawingml/2006/main">
            <a:off x="933450" y="3286125"/>
            <a:ext cx="8001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21512"/>
                </a:solidFill>
                <a:latin typeface="Aptos Display"/>
                <a:ea typeface="Aptos Display"/>
                <a:cs typeface="Aptos Display"/>
              </a:defRPr>
            </a:pPr>
            <a:r>
              <a:rPr sz="1200" b="1">
                <a:solidFill>
                  <a:srgbClr val="121512"/>
                </a:solidFill>
                <a:latin typeface="Aptos Display"/>
                <a:ea typeface="Aptos Display"/>
                <a:cs typeface="Aptos Display"/>
              </a:rPr>
              <a:t>15:00</a:t>
            </a:r>
          </a:p>
        </p:txBody>
      </p:sp>
      <p:sp>
        <p:nvSpPr>
          <p:cNvPr id="14" name="">
            <a:extLst xmlns:a="http://schemas.openxmlformats.org/drawingml/2006/main">
              <a:ext uri="{FF2B5EF4-FFF2-40B4-BE49-F238E27FC236}">
                <a16:creationId xmlns:a16="http://schemas.microsoft.com/office/drawing/2014/main" id="{3A5B0902-6056-4203-9BBD-DB5BBB82F05D}"/>
              </a:ext>
            </a:extLst>
          </p:cNvPr>
          <p:cNvSpPr>
            <a:spLocks xmlns:a="http://schemas.openxmlformats.org/drawingml/2006/main" noGrp="1"/>
          </p:cNvSpPr>
          <p:nvPr/>
        </p:nvSpPr>
        <p:spPr>
          <a:xfrm xmlns:a="http://schemas.openxmlformats.org/drawingml/2006/main">
            <a:off x="2114550" y="3295650"/>
            <a:ext cx="361950" cy="361950"/>
          </a:xfrm>
          <a:prstGeom xmlns:a="http://schemas.openxmlformats.org/drawingml/2006/main" prst="ellipse">
            <a:avLst/>
          </a:prstGeom>
          <a:solidFill xmlns:a="http://schemas.openxmlformats.org/drawingml/2006/main">
            <a:srgbClr val="E4EFF5"/>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4A77ACA-B87F-4772-A716-0D1295B1C924}"/>
              </a:ext>
            </a:extLst>
          </p:cNvPr>
          <p:cNvSpPr>
            <a:spLocks xmlns:a="http://schemas.openxmlformats.org/drawingml/2006/main" noGrp="1"/>
          </p:cNvSpPr>
          <p:nvPr/>
        </p:nvSpPr>
        <p:spPr>
          <a:xfrm xmlns:a="http://schemas.openxmlformats.org/drawingml/2006/main">
            <a:off x="2114550" y="3305175"/>
            <a:ext cx="3619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315C79"/>
                </a:solidFill>
                <a:latin typeface="Aptos Display"/>
                <a:ea typeface="Aptos Display"/>
                <a:cs typeface="Aptos Display"/>
              </a:defRPr>
            </a:pPr>
            <a:r>
              <a:rPr sz="1050" b="1">
                <a:solidFill>
                  <a:srgbClr val="315C79"/>
                </a:solidFill>
                <a:latin typeface="Aptos Display"/>
                <a:ea typeface="Aptos Display"/>
                <a:cs typeface="Aptos Display"/>
              </a:rPr>
              <a:t>G</a:t>
            </a:r>
          </a:p>
        </p:txBody>
      </p:sp>
      <p:sp>
        <p:nvSpPr>
          <p:cNvPr id="16" name="">
            <a:extLst xmlns:a="http://schemas.openxmlformats.org/drawingml/2006/main">
              <a:ext uri="{FF2B5EF4-FFF2-40B4-BE49-F238E27FC236}">
                <a16:creationId xmlns:a16="http://schemas.microsoft.com/office/drawing/2014/main" id="{1883B5E6-3CB1-42BF-AFDC-09DE5578F509}"/>
              </a:ext>
            </a:extLst>
          </p:cNvPr>
          <p:cNvSpPr>
            <a:spLocks xmlns:a="http://schemas.openxmlformats.org/drawingml/2006/main" noGrp="1"/>
          </p:cNvSpPr>
          <p:nvPr/>
        </p:nvSpPr>
        <p:spPr>
          <a:xfrm xmlns:a="http://schemas.openxmlformats.org/drawingml/2006/main">
            <a:off x="2686050" y="3305175"/>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1">
                <a:solidFill>
                  <a:srgbClr val="121512"/>
                </a:solidFill>
                <a:latin typeface="Aptos Display"/>
                <a:ea typeface="Aptos Display"/>
                <a:cs typeface="Aptos Display"/>
              </a:defRPr>
            </a:pPr>
            <a:r>
              <a:rPr sz="1425" b="1">
                <a:solidFill>
                  <a:srgbClr val="121512"/>
                </a:solidFill>
                <a:latin typeface="Aptos Display"/>
                <a:ea typeface="Aptos Display"/>
                <a:cs typeface="Aptos Display"/>
              </a:rPr>
              <a:t>ATSV Kelheim E1</a:t>
            </a:r>
          </a:p>
        </p:txBody>
      </p:sp>
      <p:sp>
        <p:nvSpPr>
          <p:cNvPr id="17" name="">
            <a:extLst xmlns:a="http://schemas.openxmlformats.org/drawingml/2006/main">
              <a:ext uri="{FF2B5EF4-FFF2-40B4-BE49-F238E27FC236}">
                <a16:creationId xmlns:a16="http://schemas.microsoft.com/office/drawing/2014/main" id="{CCC08FB6-23F7-40D6-8E81-00D1E182B239}"/>
              </a:ext>
            </a:extLst>
          </p:cNvPr>
          <p:cNvSpPr>
            <a:spLocks xmlns:a="http://schemas.openxmlformats.org/drawingml/2006/main" noGrp="1"/>
          </p:cNvSpPr>
          <p:nvPr/>
        </p:nvSpPr>
        <p:spPr>
          <a:xfrm xmlns:a="http://schemas.openxmlformats.org/drawingml/2006/main">
            <a:off x="9772650" y="3276600"/>
            <a:ext cx="1428750" cy="381000"/>
          </a:xfrm>
          <a:prstGeom xmlns:a="http://schemas.openxmlformats.org/drawingml/2006/main" prst="roundRect">
            <a:avLst>
              <a:gd name="adj" fmla="val 50000"/>
            </a:avLst>
          </a:prstGeom>
          <a:solidFill xmlns:a="http://schemas.openxmlformats.org/drawingml/2006/main">
            <a:srgbClr val="FFE500"/>
          </a:solidFill>
          <a:ln xmlns:a="http://schemas.openxmlformats.org/drawingml/2006/main" w="9525">
            <a:solidFill>
              <a:srgbClr val="E5E7DF"/>
            </a:solidFill>
            <a:prstDash val="solid"/>
          </a:ln>
        </p:spPr>
      </p:sp>
      <p:sp>
        <p:nvSpPr>
          <p:cNvPr id="18" name="">
            <a:extLst xmlns:a="http://schemas.openxmlformats.org/drawingml/2006/main">
              <a:ext uri="{FF2B5EF4-FFF2-40B4-BE49-F238E27FC236}">
                <a16:creationId xmlns:a16="http://schemas.microsoft.com/office/drawing/2014/main" id="{FF274BC7-700E-4131-B122-2DA598C4A598}"/>
              </a:ext>
            </a:extLst>
          </p:cNvPr>
          <p:cNvSpPr>
            <a:spLocks xmlns:a="http://schemas.openxmlformats.org/drawingml/2006/main" noGrp="1"/>
          </p:cNvSpPr>
          <p:nvPr/>
        </p:nvSpPr>
        <p:spPr>
          <a:xfrm xmlns:a="http://schemas.openxmlformats.org/drawingml/2006/main">
            <a:off x="9906000" y="3286125"/>
            <a:ext cx="1162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21512"/>
                </a:solidFill>
                <a:latin typeface="Aptos Display"/>
                <a:ea typeface="Aptos Display"/>
                <a:cs typeface="Aptos Display"/>
              </a:defRPr>
            </a:pPr>
            <a:r>
              <a:rPr sz="1200" b="1">
                <a:solidFill>
                  <a:srgbClr val="121512"/>
                </a:solidFill>
                <a:latin typeface="Aptos Display"/>
                <a:ea typeface="Aptos Display"/>
                <a:cs typeface="Aptos Display"/>
              </a:rPr>
              <a:t>Öffnen</a:t>
            </a:r>
          </a:p>
        </p:txBody>
      </p:sp>
      <p:cxnSp>
        <p:nvCxnSpPr>
          <p:cNvPr id="56" name=""/>
          <p:cNvCxnSpPr/>
          <p:nvPr/>
        </p:nvCxnSpPr>
        <p:spPr>
          <a:xfrm xmlns:a="http://schemas.openxmlformats.org/drawingml/2006/main">
            <a:off x="800100" y="3838575"/>
            <a:ext cx="10572750" cy="0"/>
          </a:xfrm>
          <a:prstGeom xmlns:a="http://schemas.openxmlformats.org/drawingml/2006/main" prst="straightConnector1">
            <a:avLst/>
          </a:prstGeom>
          <a:ln xmlns:a="http://schemas.openxmlformats.org/drawingml/2006/main" w="9525">
            <a:solidFill>
              <a:srgbClr val="E5E7DF"/>
            </a:solidFill>
            <a:prstDash val="solid"/>
          </a:ln>
        </p:spPr>
      </p:cxnSp>
      <p:sp>
        <p:nvSpPr>
          <p:cNvPr id="20" name="">
            <a:extLst xmlns:a="http://schemas.openxmlformats.org/drawingml/2006/main">
              <a:ext uri="{FF2B5EF4-FFF2-40B4-BE49-F238E27FC236}">
                <a16:creationId xmlns:a16="http://schemas.microsoft.com/office/drawing/2014/main" id="{4CD84270-DCF5-4754-8E6D-610FB8AEB59C}"/>
              </a:ext>
            </a:extLst>
          </p:cNvPr>
          <p:cNvSpPr>
            <a:spLocks xmlns:a="http://schemas.openxmlformats.org/drawingml/2006/main" noGrp="1"/>
          </p:cNvSpPr>
          <p:nvPr/>
        </p:nvSpPr>
        <p:spPr>
          <a:xfrm xmlns:a="http://schemas.openxmlformats.org/drawingml/2006/main">
            <a:off x="800100" y="3943350"/>
            <a:ext cx="1066800" cy="381000"/>
          </a:xfrm>
          <a:prstGeom xmlns:a="http://schemas.openxmlformats.org/drawingml/2006/main" prst="roundRect">
            <a:avLst>
              <a:gd name="adj" fmla="val 50000"/>
            </a:avLst>
          </a:prstGeom>
          <a:solidFill xmlns:a="http://schemas.openxmlformats.org/drawingml/2006/main">
            <a:srgbClr val="FCFBF6"/>
          </a:solidFill>
          <a:ln xmlns:a="http://schemas.openxmlformats.org/drawingml/2006/main" w="9525">
            <a:solidFill>
              <a:srgbClr val="E5E7DF"/>
            </a:solidFill>
            <a:prstDash val="solid"/>
          </a:ln>
        </p:spPr>
      </p:sp>
      <p:sp>
        <p:nvSpPr>
          <p:cNvPr id="21" name="">
            <a:extLst xmlns:a="http://schemas.openxmlformats.org/drawingml/2006/main">
              <a:ext uri="{FF2B5EF4-FFF2-40B4-BE49-F238E27FC236}">
                <a16:creationId xmlns:a16="http://schemas.microsoft.com/office/drawing/2014/main" id="{3CDD640B-5A53-4DE2-9023-D18DCCFF7664}"/>
              </a:ext>
            </a:extLst>
          </p:cNvPr>
          <p:cNvSpPr>
            <a:spLocks xmlns:a="http://schemas.openxmlformats.org/drawingml/2006/main" noGrp="1"/>
          </p:cNvSpPr>
          <p:nvPr/>
        </p:nvSpPr>
        <p:spPr>
          <a:xfrm xmlns:a="http://schemas.openxmlformats.org/drawingml/2006/main">
            <a:off x="933450" y="3952875"/>
            <a:ext cx="8001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21512"/>
                </a:solidFill>
                <a:latin typeface="Aptos Display"/>
                <a:ea typeface="Aptos Display"/>
                <a:cs typeface="Aptos Display"/>
              </a:defRPr>
            </a:pPr>
            <a:r>
              <a:rPr sz="1200" b="1">
                <a:solidFill>
                  <a:srgbClr val="121512"/>
                </a:solidFill>
                <a:latin typeface="Aptos Display"/>
                <a:ea typeface="Aptos Display"/>
                <a:cs typeface="Aptos Display"/>
              </a:rPr>
              <a:t>15:30</a:t>
            </a:r>
          </a:p>
        </p:txBody>
      </p:sp>
      <p:sp>
        <p:nvSpPr>
          <p:cNvPr id="22" name="">
            <a:extLst xmlns:a="http://schemas.openxmlformats.org/drawingml/2006/main">
              <a:ext uri="{FF2B5EF4-FFF2-40B4-BE49-F238E27FC236}">
                <a16:creationId xmlns:a16="http://schemas.microsoft.com/office/drawing/2014/main" id="{857D6BD0-8554-4B9C-A7B8-98829194B84C}"/>
              </a:ext>
            </a:extLst>
          </p:cNvPr>
          <p:cNvSpPr>
            <a:spLocks xmlns:a="http://schemas.openxmlformats.org/drawingml/2006/main" noGrp="1"/>
          </p:cNvSpPr>
          <p:nvPr/>
        </p:nvSpPr>
        <p:spPr>
          <a:xfrm xmlns:a="http://schemas.openxmlformats.org/drawingml/2006/main">
            <a:off x="2114550" y="3962400"/>
            <a:ext cx="361950" cy="361950"/>
          </a:xfrm>
          <a:prstGeom xmlns:a="http://schemas.openxmlformats.org/drawingml/2006/main" prst="ellipse">
            <a:avLst/>
          </a:prstGeom>
          <a:solidFill xmlns:a="http://schemas.openxmlformats.org/drawingml/2006/main">
            <a:srgbClr val="E4EFF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BB4C8D03-5880-48E7-AE38-2C380C92E3F2}"/>
              </a:ext>
            </a:extLst>
          </p:cNvPr>
          <p:cNvSpPr>
            <a:spLocks xmlns:a="http://schemas.openxmlformats.org/drawingml/2006/main" noGrp="1"/>
          </p:cNvSpPr>
          <p:nvPr/>
        </p:nvSpPr>
        <p:spPr>
          <a:xfrm xmlns:a="http://schemas.openxmlformats.org/drawingml/2006/main">
            <a:off x="2114550" y="3971925"/>
            <a:ext cx="3619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315C79"/>
                </a:solidFill>
                <a:latin typeface="Aptos Display"/>
                <a:ea typeface="Aptos Display"/>
                <a:cs typeface="Aptos Display"/>
              </a:defRPr>
            </a:pPr>
            <a:r>
              <a:rPr sz="1050" b="1">
                <a:solidFill>
                  <a:srgbClr val="315C79"/>
                </a:solidFill>
                <a:latin typeface="Aptos Display"/>
                <a:ea typeface="Aptos Display"/>
                <a:cs typeface="Aptos Display"/>
              </a:rPr>
              <a:t>G</a:t>
            </a:r>
          </a:p>
        </p:txBody>
      </p:sp>
      <p:sp>
        <p:nvSpPr>
          <p:cNvPr id="24" name="">
            <a:extLst xmlns:a="http://schemas.openxmlformats.org/drawingml/2006/main">
              <a:ext uri="{FF2B5EF4-FFF2-40B4-BE49-F238E27FC236}">
                <a16:creationId xmlns:a16="http://schemas.microsoft.com/office/drawing/2014/main" id="{429F625B-E21B-436C-97B4-029CE0784F6A}"/>
              </a:ext>
            </a:extLst>
          </p:cNvPr>
          <p:cNvSpPr>
            <a:spLocks xmlns:a="http://schemas.openxmlformats.org/drawingml/2006/main" noGrp="1"/>
          </p:cNvSpPr>
          <p:nvPr/>
        </p:nvSpPr>
        <p:spPr>
          <a:xfrm xmlns:a="http://schemas.openxmlformats.org/drawingml/2006/main">
            <a:off x="2686050" y="3971925"/>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1">
                <a:solidFill>
                  <a:srgbClr val="121512"/>
                </a:solidFill>
                <a:latin typeface="Aptos Display"/>
                <a:ea typeface="Aptos Display"/>
                <a:cs typeface="Aptos Display"/>
              </a:defRPr>
            </a:pPr>
            <a:r>
              <a:rPr sz="1425" b="1">
                <a:solidFill>
                  <a:srgbClr val="121512"/>
                </a:solidFill>
                <a:latin typeface="Aptos Display"/>
                <a:ea typeface="Aptos Display"/>
                <a:cs typeface="Aptos Display"/>
              </a:rPr>
              <a:t>TSV Langquaid E1</a:t>
            </a:r>
          </a:p>
        </p:txBody>
      </p:sp>
      <p:sp>
        <p:nvSpPr>
          <p:cNvPr id="25" name="">
            <a:extLst xmlns:a="http://schemas.openxmlformats.org/drawingml/2006/main">
              <a:ext uri="{FF2B5EF4-FFF2-40B4-BE49-F238E27FC236}">
                <a16:creationId xmlns:a16="http://schemas.microsoft.com/office/drawing/2014/main" id="{CACD9BD4-DD53-4A5E-9369-6484F9C0EF54}"/>
              </a:ext>
            </a:extLst>
          </p:cNvPr>
          <p:cNvSpPr>
            <a:spLocks xmlns:a="http://schemas.openxmlformats.org/drawingml/2006/main" noGrp="1"/>
          </p:cNvSpPr>
          <p:nvPr/>
        </p:nvSpPr>
        <p:spPr>
          <a:xfrm xmlns:a="http://schemas.openxmlformats.org/drawingml/2006/main">
            <a:off x="9772650" y="3943350"/>
            <a:ext cx="1428750" cy="381000"/>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E5E7DF"/>
            </a:solidFill>
            <a:prstDash val="solid"/>
          </a:ln>
        </p:spPr>
      </p:sp>
      <p:sp>
        <p:nvSpPr>
          <p:cNvPr id="26" name="">
            <a:extLst xmlns:a="http://schemas.openxmlformats.org/drawingml/2006/main">
              <a:ext uri="{FF2B5EF4-FFF2-40B4-BE49-F238E27FC236}">
                <a16:creationId xmlns:a16="http://schemas.microsoft.com/office/drawing/2014/main" id="{4F6A5BA0-3FCE-48BA-A78E-8440B8243788}"/>
              </a:ext>
            </a:extLst>
          </p:cNvPr>
          <p:cNvSpPr>
            <a:spLocks xmlns:a="http://schemas.openxmlformats.org/drawingml/2006/main" noGrp="1"/>
          </p:cNvSpPr>
          <p:nvPr/>
        </p:nvSpPr>
        <p:spPr>
          <a:xfrm xmlns:a="http://schemas.openxmlformats.org/drawingml/2006/main">
            <a:off x="9906000" y="3952875"/>
            <a:ext cx="1162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21512"/>
                </a:solidFill>
                <a:latin typeface="Aptos Display"/>
                <a:ea typeface="Aptos Display"/>
                <a:cs typeface="Aptos Display"/>
              </a:defRPr>
            </a:pPr>
            <a:r>
              <a:rPr sz="1200" b="1">
                <a:solidFill>
                  <a:srgbClr val="121512"/>
                </a:solidFill>
                <a:latin typeface="Aptos Display"/>
                <a:ea typeface="Aptos Display"/>
                <a:cs typeface="Aptos Display"/>
              </a:rPr>
              <a:t>Öffnen</a:t>
            </a:r>
          </a:p>
        </p:txBody>
      </p:sp>
      <p:cxnSp>
        <p:nvCxnSpPr>
          <p:cNvPr id="64" name=""/>
          <p:cNvCxnSpPr/>
          <p:nvPr/>
        </p:nvCxnSpPr>
        <p:spPr>
          <a:xfrm xmlns:a="http://schemas.openxmlformats.org/drawingml/2006/main">
            <a:off x="800100" y="4505325"/>
            <a:ext cx="10572750" cy="0"/>
          </a:xfrm>
          <a:prstGeom xmlns:a="http://schemas.openxmlformats.org/drawingml/2006/main" prst="straightConnector1">
            <a:avLst/>
          </a:prstGeom>
          <a:ln xmlns:a="http://schemas.openxmlformats.org/drawingml/2006/main" w="9525">
            <a:solidFill>
              <a:srgbClr val="E5E7DF"/>
            </a:solidFill>
            <a:prstDash val="solid"/>
          </a:ln>
        </p:spPr>
      </p:cxnSp>
      <p:sp>
        <p:nvSpPr>
          <p:cNvPr id="28" name="">
            <a:extLst xmlns:a="http://schemas.openxmlformats.org/drawingml/2006/main">
              <a:ext uri="{FF2B5EF4-FFF2-40B4-BE49-F238E27FC236}">
                <a16:creationId xmlns:a16="http://schemas.microsoft.com/office/drawing/2014/main" id="{BFE2675F-2A12-4D00-99F6-E165909190BA}"/>
              </a:ext>
            </a:extLst>
          </p:cNvPr>
          <p:cNvSpPr>
            <a:spLocks xmlns:a="http://schemas.openxmlformats.org/drawingml/2006/main" noGrp="1"/>
          </p:cNvSpPr>
          <p:nvPr/>
        </p:nvSpPr>
        <p:spPr>
          <a:xfrm xmlns:a="http://schemas.openxmlformats.org/drawingml/2006/main">
            <a:off x="800100" y="4610100"/>
            <a:ext cx="1066800" cy="381000"/>
          </a:xfrm>
          <a:prstGeom xmlns:a="http://schemas.openxmlformats.org/drawingml/2006/main" prst="roundRect">
            <a:avLst>
              <a:gd name="adj" fmla="val 50000"/>
            </a:avLst>
          </a:prstGeom>
          <a:solidFill xmlns:a="http://schemas.openxmlformats.org/drawingml/2006/main">
            <a:srgbClr val="FCFBF6"/>
          </a:solidFill>
          <a:ln xmlns:a="http://schemas.openxmlformats.org/drawingml/2006/main" w="9525">
            <a:solidFill>
              <a:srgbClr val="E5E7DF"/>
            </a:solidFill>
            <a:prstDash val="solid"/>
          </a:ln>
        </p:spPr>
      </p:sp>
      <p:sp>
        <p:nvSpPr>
          <p:cNvPr id="29" name="">
            <a:extLst xmlns:a="http://schemas.openxmlformats.org/drawingml/2006/main">
              <a:ext uri="{FF2B5EF4-FFF2-40B4-BE49-F238E27FC236}">
                <a16:creationId xmlns:a16="http://schemas.microsoft.com/office/drawing/2014/main" id="{4ABC32B1-B299-4E30-B05D-E5C60684F374}"/>
              </a:ext>
            </a:extLst>
          </p:cNvPr>
          <p:cNvSpPr>
            <a:spLocks xmlns:a="http://schemas.openxmlformats.org/drawingml/2006/main" noGrp="1"/>
          </p:cNvSpPr>
          <p:nvPr/>
        </p:nvSpPr>
        <p:spPr>
          <a:xfrm xmlns:a="http://schemas.openxmlformats.org/drawingml/2006/main">
            <a:off x="933450" y="4619625"/>
            <a:ext cx="8001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21512"/>
                </a:solidFill>
                <a:latin typeface="Aptos Display"/>
                <a:ea typeface="Aptos Display"/>
                <a:cs typeface="Aptos Display"/>
              </a:defRPr>
            </a:pPr>
            <a:r>
              <a:rPr sz="1200" b="1">
                <a:solidFill>
                  <a:srgbClr val="121512"/>
                </a:solidFill>
                <a:latin typeface="Aptos Display"/>
                <a:ea typeface="Aptos Display"/>
                <a:cs typeface="Aptos Display"/>
              </a:rPr>
              <a:t>16:15</a:t>
            </a:r>
          </a:p>
        </p:txBody>
      </p:sp>
      <p:sp>
        <p:nvSpPr>
          <p:cNvPr id="30" name="">
            <a:extLst xmlns:a="http://schemas.openxmlformats.org/drawingml/2006/main">
              <a:ext uri="{FF2B5EF4-FFF2-40B4-BE49-F238E27FC236}">
                <a16:creationId xmlns:a16="http://schemas.microsoft.com/office/drawing/2014/main" id="{159C663E-38F1-4513-80DA-0A87FADDD3BD}"/>
              </a:ext>
            </a:extLst>
          </p:cNvPr>
          <p:cNvSpPr>
            <a:spLocks xmlns:a="http://schemas.openxmlformats.org/drawingml/2006/main" noGrp="1"/>
          </p:cNvSpPr>
          <p:nvPr/>
        </p:nvSpPr>
        <p:spPr>
          <a:xfrm xmlns:a="http://schemas.openxmlformats.org/drawingml/2006/main">
            <a:off x="2114550" y="4629150"/>
            <a:ext cx="361950" cy="361950"/>
          </a:xfrm>
          <a:prstGeom xmlns:a="http://schemas.openxmlformats.org/drawingml/2006/main" prst="ellipse">
            <a:avLst/>
          </a:prstGeom>
          <a:solidFill xmlns:a="http://schemas.openxmlformats.org/drawingml/2006/main">
            <a:srgbClr val="E4EFF5"/>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C20AC252-7C38-4BE1-89B1-569940980C18}"/>
              </a:ext>
            </a:extLst>
          </p:cNvPr>
          <p:cNvSpPr>
            <a:spLocks xmlns:a="http://schemas.openxmlformats.org/drawingml/2006/main" noGrp="1"/>
          </p:cNvSpPr>
          <p:nvPr/>
        </p:nvSpPr>
        <p:spPr>
          <a:xfrm xmlns:a="http://schemas.openxmlformats.org/drawingml/2006/main">
            <a:off x="2114550" y="4638675"/>
            <a:ext cx="3619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315C79"/>
                </a:solidFill>
                <a:latin typeface="Aptos Display"/>
                <a:ea typeface="Aptos Display"/>
                <a:cs typeface="Aptos Display"/>
              </a:defRPr>
            </a:pPr>
            <a:r>
              <a:rPr sz="1050" b="1">
                <a:solidFill>
                  <a:srgbClr val="315C79"/>
                </a:solidFill>
                <a:latin typeface="Aptos Display"/>
                <a:ea typeface="Aptos Display"/>
                <a:cs typeface="Aptos Display"/>
              </a:rPr>
              <a:t>G</a:t>
            </a:r>
          </a:p>
        </p:txBody>
      </p:sp>
      <p:sp>
        <p:nvSpPr>
          <p:cNvPr id="32" name="">
            <a:extLst xmlns:a="http://schemas.openxmlformats.org/drawingml/2006/main">
              <a:ext uri="{FF2B5EF4-FFF2-40B4-BE49-F238E27FC236}">
                <a16:creationId xmlns:a16="http://schemas.microsoft.com/office/drawing/2014/main" id="{E3E75868-4327-4B4A-A544-BAAAB42A404B}"/>
              </a:ext>
            </a:extLst>
          </p:cNvPr>
          <p:cNvSpPr>
            <a:spLocks xmlns:a="http://schemas.openxmlformats.org/drawingml/2006/main" noGrp="1"/>
          </p:cNvSpPr>
          <p:nvPr/>
        </p:nvSpPr>
        <p:spPr>
          <a:xfrm xmlns:a="http://schemas.openxmlformats.org/drawingml/2006/main">
            <a:off x="2686050" y="4638675"/>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1">
                <a:solidFill>
                  <a:srgbClr val="121512"/>
                </a:solidFill>
                <a:latin typeface="Aptos Display"/>
                <a:ea typeface="Aptos Display"/>
                <a:cs typeface="Aptos Display"/>
              </a:defRPr>
            </a:pPr>
            <a:r>
              <a:rPr sz="1425" b="1">
                <a:solidFill>
                  <a:srgbClr val="121512"/>
                </a:solidFill>
                <a:latin typeface="Aptos Display"/>
                <a:ea typeface="Aptos Display"/>
                <a:cs typeface="Aptos Display"/>
              </a:rPr>
              <a:t>SV Saal E1</a:t>
            </a:r>
          </a:p>
        </p:txBody>
      </p:sp>
      <p:sp>
        <p:nvSpPr>
          <p:cNvPr id="33" name="">
            <a:extLst xmlns:a="http://schemas.openxmlformats.org/drawingml/2006/main">
              <a:ext uri="{FF2B5EF4-FFF2-40B4-BE49-F238E27FC236}">
                <a16:creationId xmlns:a16="http://schemas.microsoft.com/office/drawing/2014/main" id="{E5447CBC-2ADD-4FC2-83E7-A1616F010525}"/>
              </a:ext>
            </a:extLst>
          </p:cNvPr>
          <p:cNvSpPr>
            <a:spLocks xmlns:a="http://schemas.openxmlformats.org/drawingml/2006/main" noGrp="1"/>
          </p:cNvSpPr>
          <p:nvPr/>
        </p:nvSpPr>
        <p:spPr>
          <a:xfrm xmlns:a="http://schemas.openxmlformats.org/drawingml/2006/main">
            <a:off x="9772650" y="4610100"/>
            <a:ext cx="1428750" cy="381000"/>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E5E7DF"/>
            </a:solidFill>
            <a:prstDash val="solid"/>
          </a:ln>
        </p:spPr>
      </p:sp>
      <p:sp>
        <p:nvSpPr>
          <p:cNvPr id="34" name="">
            <a:extLst xmlns:a="http://schemas.openxmlformats.org/drawingml/2006/main">
              <a:ext uri="{FF2B5EF4-FFF2-40B4-BE49-F238E27FC236}">
                <a16:creationId xmlns:a16="http://schemas.microsoft.com/office/drawing/2014/main" id="{E45C69A4-6728-4E3B-B584-8ED07F9DB2F0}"/>
              </a:ext>
            </a:extLst>
          </p:cNvPr>
          <p:cNvSpPr>
            <a:spLocks xmlns:a="http://schemas.openxmlformats.org/drawingml/2006/main" noGrp="1"/>
          </p:cNvSpPr>
          <p:nvPr/>
        </p:nvSpPr>
        <p:spPr>
          <a:xfrm xmlns:a="http://schemas.openxmlformats.org/drawingml/2006/main">
            <a:off x="9906000" y="4619625"/>
            <a:ext cx="1162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21512"/>
                </a:solidFill>
                <a:latin typeface="Aptos Display"/>
                <a:ea typeface="Aptos Display"/>
                <a:cs typeface="Aptos Display"/>
              </a:defRPr>
            </a:pPr>
            <a:r>
              <a:rPr sz="1200" b="1">
                <a:solidFill>
                  <a:srgbClr val="121512"/>
                </a:solidFill>
                <a:latin typeface="Aptos Display"/>
                <a:ea typeface="Aptos Display"/>
                <a:cs typeface="Aptos Display"/>
              </a:rPr>
              <a:t>Öffnen</a:t>
            </a:r>
          </a:p>
        </p:txBody>
      </p:sp>
      <p:sp>
        <p:nvSpPr>
          <p:cNvPr id="35" name="">
            <a:extLst xmlns:a="http://schemas.openxmlformats.org/drawingml/2006/main">
              <a:ext uri="{FF2B5EF4-FFF2-40B4-BE49-F238E27FC236}">
                <a16:creationId xmlns:a16="http://schemas.microsoft.com/office/drawing/2014/main" id="{60326412-0C8B-4C8A-B9C3-9E2D42FC83FB}"/>
              </a:ext>
            </a:extLst>
          </p:cNvPr>
          <p:cNvSpPr>
            <a:spLocks xmlns:a="http://schemas.openxmlformats.org/drawingml/2006/main" noGrp="1"/>
          </p:cNvSpPr>
          <p:nvPr/>
        </p:nvSpPr>
        <p:spPr>
          <a:xfrm xmlns:a="http://schemas.openxmlformats.org/drawingml/2006/main">
            <a:off x="2247900" y="5791200"/>
            <a:ext cx="7696200" cy="514350"/>
          </a:xfrm>
          <a:prstGeom xmlns:a="http://schemas.openxmlformats.org/drawingml/2006/main" prst="roundRect">
            <a:avLst>
              <a:gd name="adj" fmla="val 29630"/>
            </a:avLst>
          </a:prstGeom>
          <a:solidFill xmlns:a="http://schemas.openxmlformats.org/drawingml/2006/main">
            <a:srgbClr val="FFF5A8"/>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922301AF-9644-482E-979C-CB81F8B3DD72}"/>
              </a:ext>
            </a:extLst>
          </p:cNvPr>
          <p:cNvSpPr>
            <a:spLocks xmlns:a="http://schemas.openxmlformats.org/drawingml/2006/main" noGrp="1"/>
          </p:cNvSpPr>
          <p:nvPr/>
        </p:nvSpPr>
        <p:spPr>
          <a:xfrm xmlns:a="http://schemas.openxmlformats.org/drawingml/2006/main">
            <a:off x="2438400" y="5905500"/>
            <a:ext cx="7315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21512"/>
                </a:solidFill>
                <a:latin typeface="Aptos Display"/>
                <a:ea typeface="Aptos Display"/>
                <a:cs typeface="Aptos Display"/>
              </a:defRPr>
            </a:pPr>
            <a:r>
              <a:rPr sz="1275" b="1">
                <a:solidFill>
                  <a:srgbClr val="121512"/>
                </a:solidFill>
                <a:latin typeface="Aptos Display"/>
                <a:ea typeface="Aptos Display"/>
                <a:cs typeface="Aptos Display"/>
              </a:rPr>
              <a:t>Noch nicht freigegebene Partien erscheinen nicht in der Familienansicht.</a:t>
            </a:r>
          </a:p>
        </p:txBody>
      </p:sp>
      <p:sp>
        <p:nvSpPr>
          <p:cNvPr id="37" name="">
            <a:extLst xmlns:a="http://schemas.openxmlformats.org/drawingml/2006/main">
              <a:ext uri="{FF2B5EF4-FFF2-40B4-BE49-F238E27FC236}">
                <a16:creationId xmlns:a16="http://schemas.microsoft.com/office/drawing/2014/main" id="{A9C84B7E-F14C-4581-98A0-F4D3D7FA2678}"/>
              </a:ext>
            </a:extLst>
          </p:cNvPr>
          <p:cNvSpPr>
            <a:spLocks xmlns:a="http://schemas.openxmlformats.org/drawingml/2006/main" noGrp="1"/>
          </p:cNvSpPr>
          <p:nvPr/>
        </p:nvSpPr>
        <p:spPr>
          <a:xfrm xmlns:a="http://schemas.openxmlformats.org/drawingml/2006/main">
            <a:off x="533400" y="6572250"/>
            <a:ext cx="733425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713" b="0">
                <a:solidFill>
                  <a:srgbClr val="656961"/>
                </a:solidFill>
                <a:latin typeface="Aptos"/>
                <a:ea typeface="Aptos"/>
                <a:cs typeface="Aptos"/>
              </a:defRPr>
            </a:pPr>
            <a:r>
              <a:rPr sz="713" b="0">
                <a:solidFill>
                  <a:srgbClr val="656961"/>
                </a:solidFill>
                <a:latin typeface="Aptos"/>
                <a:ea typeface="Aptos"/>
                <a:cs typeface="Aptos"/>
              </a:rPr>
              <a:t>FC Teugn Talents · Hilfe für Eltern &amp; Familien</a:t>
            </a:r>
          </a:p>
        </p:txBody>
      </p:sp>
    </p:spTree>
    <p:extLst>
      <p:ext uri="{BB962C8B-B14F-4D97-AF65-F5344CB8AC3E}">
        <p14:creationId xmlns:p14="http://schemas.microsoft.com/office/powerpoint/2010/main" val="383470545"/>
      </p:ext>
    </p:extLst>
  </p:cSld>
</p:sld>
</file>

<file path=ppt/slides/slide10.xml><?xml version="1.0" encoding="utf-8"?>
<p:sld xmlns:p="http://schemas.openxmlformats.org/presentationml/2006/main">
  <p:cSld>
    <p:bg>
      <p:bgPr>
        <a:solidFill xmlns:a="http://schemas.openxmlformats.org/drawingml/2006/main">
          <a:srgbClr val="121512"/>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7140A5D6-AF23-4630-8B4C-7BF1A911E910}"/>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FFE50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7E32EDD-05F2-4D83-9BC2-B4CC0E004AF4}"/>
              </a:ext>
            </a:extLst>
          </p:cNvPr>
          <p:cNvSpPr>
            <a:spLocks xmlns:a="http://schemas.openxmlformats.org/drawingml/2006/main" noGrp="1"/>
          </p:cNvSpPr>
          <p:nvPr/>
        </p:nvSpPr>
        <p:spPr>
          <a:xfrm xmlns:a="http://schemas.openxmlformats.org/drawingml/2006/main">
            <a:off x="552450" y="333375"/>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FFE500"/>
                </a:solidFill>
                <a:latin typeface="Aptos Display"/>
                <a:ea typeface="Aptos Display"/>
                <a:cs typeface="Aptos Display"/>
              </a:defRPr>
            </a:pPr>
            <a:r>
              <a:rPr sz="975" b="1">
                <a:solidFill>
                  <a:srgbClr val="FFE500"/>
                </a:solidFill>
                <a:latin typeface="Aptos Display"/>
                <a:ea typeface="Aptos Display"/>
                <a:cs typeface="Aptos Display"/>
              </a:rPr>
              <a:t>LIVE DABEI</a:t>
            </a:r>
          </a:p>
        </p:txBody>
      </p:sp>
      <p:sp>
        <p:nvSpPr>
          <p:cNvPr id="3" name="">
            <a:extLst xmlns:a="http://schemas.openxmlformats.org/drawingml/2006/main">
              <a:ext uri="{FF2B5EF4-FFF2-40B4-BE49-F238E27FC236}">
                <a16:creationId xmlns:a16="http://schemas.microsoft.com/office/drawing/2014/main" id="{C83860DF-3876-49A3-B5F1-64D012BEC35E}"/>
              </a:ext>
            </a:extLst>
          </p:cNvPr>
          <p:cNvSpPr>
            <a:spLocks xmlns:a="http://schemas.openxmlformats.org/drawingml/2006/main" noGrp="1"/>
          </p:cNvSpPr>
          <p:nvPr/>
        </p:nvSpPr>
        <p:spPr>
          <a:xfrm xmlns:a="http://schemas.openxmlformats.org/drawingml/2006/main">
            <a:off x="552450" y="628650"/>
            <a:ext cx="7143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700" b="1">
                <a:solidFill>
                  <a:srgbClr val="FFFFFF"/>
                </a:solidFill>
                <a:latin typeface="Aptos Display"/>
                <a:ea typeface="Aptos Display"/>
                <a:cs typeface="Aptos Display"/>
              </a:defRPr>
            </a:pPr>
            <a:r>
              <a:rPr sz="2700" b="1">
                <a:solidFill>
                  <a:srgbClr val="FFFFFF"/>
                </a:solidFill>
                <a:latin typeface="Aptos Display"/>
                <a:ea typeface="Aptos Display"/>
                <a:cs typeface="Aptos Display"/>
              </a:rPr>
              <a:t>Die Uhr bleibt im Mittelpunkt</a:t>
            </a:r>
          </a:p>
        </p:txBody>
      </p:sp>
      <p:sp>
        <p:nvSpPr>
          <p:cNvPr id="4" name="">
            <a:extLst xmlns:a="http://schemas.openxmlformats.org/drawingml/2006/main">
              <a:ext uri="{FF2B5EF4-FFF2-40B4-BE49-F238E27FC236}">
                <a16:creationId xmlns:a16="http://schemas.microsoft.com/office/drawing/2014/main" id="{FFC10600-AF29-43A7-A026-3B920DF3962D}"/>
              </a:ext>
            </a:extLst>
          </p:cNvPr>
          <p:cNvSpPr>
            <a:spLocks xmlns:a="http://schemas.openxmlformats.org/drawingml/2006/main" noGrp="1"/>
          </p:cNvSpPr>
          <p:nvPr/>
        </p:nvSpPr>
        <p:spPr>
          <a:xfrm xmlns:a="http://schemas.openxmlformats.org/drawingml/2006/main">
            <a:off x="552450" y="1209675"/>
            <a:ext cx="695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75" b="0">
                <a:solidFill>
                  <a:srgbClr val="D7D9D2"/>
                </a:solidFill>
                <a:latin typeface="Aptos"/>
                <a:ea typeface="Aptos"/>
                <a:cs typeface="Aptos"/>
              </a:defRPr>
            </a:pPr>
            <a:r>
              <a:rPr sz="1275" b="0">
                <a:solidFill>
                  <a:srgbClr val="D7D9D2"/>
                </a:solidFill>
                <a:latin typeface="Aptos"/>
                <a:ea typeface="Aptos"/>
                <a:cs typeface="Aptos"/>
              </a:rPr>
              <a:t>Nach der Familienfreigabe aktualisieren sich Zeit, Spielstand und Tore laufend.</a:t>
            </a:r>
          </a:p>
        </p:txBody>
      </p:sp>
      <p:sp>
        <p:nvSpPr>
          <p:cNvPr id="5" name="">
            <a:extLst xmlns:a="http://schemas.openxmlformats.org/drawingml/2006/main">
              <a:ext uri="{FF2B5EF4-FFF2-40B4-BE49-F238E27FC236}">
                <a16:creationId xmlns:a16="http://schemas.microsoft.com/office/drawing/2014/main" id="{E9124E54-6E25-4727-B0BB-449D00DE7E63}"/>
              </a:ext>
            </a:extLst>
          </p:cNvPr>
          <p:cNvSpPr>
            <a:spLocks xmlns:a="http://schemas.openxmlformats.org/drawingml/2006/main" noGrp="1"/>
          </p:cNvSpPr>
          <p:nvPr/>
        </p:nvSpPr>
        <p:spPr>
          <a:xfrm xmlns:a="http://schemas.openxmlformats.org/drawingml/2006/main">
            <a:off x="552450" y="1952625"/>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a:solidFill>
                  <a:srgbClr val="AEB2AA"/>
                </a:solidFill>
                <a:latin typeface="Aptos Display"/>
                <a:ea typeface="Aptos Display"/>
                <a:cs typeface="Aptos Display"/>
              </a:defRPr>
            </a:pPr>
            <a:r>
              <a:rPr sz="1500" b="1">
                <a:solidFill>
                  <a:srgbClr val="AEB2AA"/>
                </a:solidFill>
                <a:latin typeface="Aptos Display"/>
                <a:ea typeface="Aptos Display"/>
                <a:cs typeface="Aptos Display"/>
              </a:rPr>
              <a:t>1. Viertel · läuft</a:t>
            </a:r>
          </a:p>
        </p:txBody>
      </p:sp>
      <p:sp>
        <p:nvSpPr>
          <p:cNvPr id="6" name="">
            <a:extLst xmlns:a="http://schemas.openxmlformats.org/drawingml/2006/main">
              <a:ext uri="{FF2B5EF4-FFF2-40B4-BE49-F238E27FC236}">
                <a16:creationId xmlns:a16="http://schemas.microsoft.com/office/drawing/2014/main" id="{D76F93B6-146E-4C2D-BB74-0D63D6347E8C}"/>
              </a:ext>
            </a:extLst>
          </p:cNvPr>
          <p:cNvSpPr>
            <a:spLocks xmlns:a="http://schemas.openxmlformats.org/drawingml/2006/main" noGrp="1"/>
          </p:cNvSpPr>
          <p:nvPr/>
        </p:nvSpPr>
        <p:spPr>
          <a:xfrm xmlns:a="http://schemas.openxmlformats.org/drawingml/2006/main">
            <a:off x="552450" y="2305050"/>
            <a:ext cx="485775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6450" b="1">
                <a:solidFill>
                  <a:srgbClr val="FFE500"/>
                </a:solidFill>
                <a:latin typeface="Aptos Display"/>
                <a:ea typeface="Aptos Display"/>
                <a:cs typeface="Aptos Display"/>
              </a:defRPr>
            </a:pPr>
            <a:r>
              <a:rPr sz="6450" b="1">
                <a:solidFill>
                  <a:srgbClr val="FFE500"/>
                </a:solidFill>
                <a:latin typeface="Aptos Display"/>
                <a:ea typeface="Aptos Display"/>
                <a:cs typeface="Aptos Display"/>
              </a:rPr>
              <a:t>12:44</a:t>
            </a:r>
          </a:p>
        </p:txBody>
      </p:sp>
      <p:sp>
        <p:nvSpPr>
          <p:cNvPr id="7" name="">
            <a:extLst xmlns:a="http://schemas.openxmlformats.org/drawingml/2006/main">
              <a:ext uri="{FF2B5EF4-FFF2-40B4-BE49-F238E27FC236}">
                <a16:creationId xmlns:a16="http://schemas.microsoft.com/office/drawing/2014/main" id="{3E882D7B-E145-4CB3-BBD0-43C566F60DD4}"/>
              </a:ext>
            </a:extLst>
          </p:cNvPr>
          <p:cNvSpPr>
            <a:spLocks xmlns:a="http://schemas.openxmlformats.org/drawingml/2006/main" noGrp="1"/>
          </p:cNvSpPr>
          <p:nvPr/>
        </p:nvSpPr>
        <p:spPr>
          <a:xfrm xmlns:a="http://schemas.openxmlformats.org/drawingml/2006/main">
            <a:off x="552450" y="3638550"/>
            <a:ext cx="4857750" cy="76200"/>
          </a:xfrm>
          <a:prstGeom xmlns:a="http://schemas.openxmlformats.org/drawingml/2006/main" prst="roundRect">
            <a:avLst>
              <a:gd name="adj" fmla="val 50000"/>
            </a:avLst>
          </a:prstGeom>
          <a:solidFill xmlns:a="http://schemas.openxmlformats.org/drawingml/2006/main">
            <a:srgbClr val="FFE50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3E7DD9E-D553-410C-8FDC-A3888CC6E61A}"/>
              </a:ext>
            </a:extLst>
          </p:cNvPr>
          <p:cNvSpPr>
            <a:spLocks xmlns:a="http://schemas.openxmlformats.org/drawingml/2006/main" noGrp="1"/>
          </p:cNvSpPr>
          <p:nvPr/>
        </p:nvSpPr>
        <p:spPr>
          <a:xfrm xmlns:a="http://schemas.openxmlformats.org/drawingml/2006/main">
            <a:off x="552450" y="411480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00" b="1">
                <a:solidFill>
                  <a:srgbClr val="AEB2AA"/>
                </a:solidFill>
                <a:latin typeface="Aptos Display"/>
                <a:ea typeface="Aptos Display"/>
                <a:cs typeface="Aptos Display"/>
              </a:defRPr>
            </a:pPr>
            <a:r>
              <a:rPr sz="1200" b="1">
                <a:solidFill>
                  <a:srgbClr val="AEB2AA"/>
                </a:solidFill>
                <a:latin typeface="Aptos Display"/>
                <a:ea typeface="Aptos Display"/>
                <a:cs typeface="Aptos Display"/>
              </a:rPr>
              <a:t>FC TEUGN</a:t>
            </a:r>
          </a:p>
        </p:txBody>
      </p:sp>
      <p:sp>
        <p:nvSpPr>
          <p:cNvPr id="9" name="">
            <a:extLst xmlns:a="http://schemas.openxmlformats.org/drawingml/2006/main">
              <a:ext uri="{FF2B5EF4-FFF2-40B4-BE49-F238E27FC236}">
                <a16:creationId xmlns:a16="http://schemas.microsoft.com/office/drawing/2014/main" id="{6CE20B1B-2184-4FF9-8364-B0322D01ABA9}"/>
              </a:ext>
            </a:extLst>
          </p:cNvPr>
          <p:cNvSpPr>
            <a:spLocks xmlns:a="http://schemas.openxmlformats.org/drawingml/2006/main" noGrp="1"/>
          </p:cNvSpPr>
          <p:nvPr/>
        </p:nvSpPr>
        <p:spPr>
          <a:xfrm xmlns:a="http://schemas.openxmlformats.org/drawingml/2006/main">
            <a:off x="552450" y="4457700"/>
            <a:ext cx="161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4350" b="1">
                <a:solidFill>
                  <a:srgbClr val="FFE500"/>
                </a:solidFill>
                <a:latin typeface="Aptos Display"/>
                <a:ea typeface="Aptos Display"/>
                <a:cs typeface="Aptos Display"/>
              </a:defRPr>
            </a:pPr>
            <a:r>
              <a:rPr sz="4350" b="1">
                <a:solidFill>
                  <a:srgbClr val="FFE500"/>
                </a:solidFill>
                <a:latin typeface="Aptos Display"/>
                <a:ea typeface="Aptos Display"/>
                <a:cs typeface="Aptos Display"/>
              </a:rPr>
              <a:t>2</a:t>
            </a:r>
          </a:p>
        </p:txBody>
      </p:sp>
      <p:sp>
        <p:nvSpPr>
          <p:cNvPr id="10" name="">
            <a:extLst xmlns:a="http://schemas.openxmlformats.org/drawingml/2006/main">
              <a:ext uri="{FF2B5EF4-FFF2-40B4-BE49-F238E27FC236}">
                <a16:creationId xmlns:a16="http://schemas.microsoft.com/office/drawing/2014/main" id="{AA45479B-306E-48BA-8D05-ECC576D4B322}"/>
              </a:ext>
            </a:extLst>
          </p:cNvPr>
          <p:cNvSpPr>
            <a:spLocks xmlns:a="http://schemas.openxmlformats.org/drawingml/2006/main" noGrp="1"/>
          </p:cNvSpPr>
          <p:nvPr/>
        </p:nvSpPr>
        <p:spPr>
          <a:xfrm xmlns:a="http://schemas.openxmlformats.org/drawingml/2006/main">
            <a:off x="2362200" y="4457700"/>
            <a:ext cx="3429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3300" b="1">
                <a:solidFill>
                  <a:srgbClr val="6F746C"/>
                </a:solidFill>
                <a:latin typeface="Aptos Display"/>
                <a:ea typeface="Aptos Display"/>
                <a:cs typeface="Aptos Display"/>
              </a:defRPr>
            </a:pPr>
            <a:r>
              <a:rPr sz="3300" b="1">
                <a:solidFill>
                  <a:srgbClr val="6F746C"/>
                </a:solidFill>
                <a:latin typeface="Aptos Display"/>
                <a:ea typeface="Aptos Display"/>
                <a:cs typeface="Aptos Display"/>
              </a:rPr>
              <a:t>:</a:t>
            </a:r>
          </a:p>
        </p:txBody>
      </p:sp>
      <p:sp>
        <p:nvSpPr>
          <p:cNvPr id="11" name="">
            <a:extLst xmlns:a="http://schemas.openxmlformats.org/drawingml/2006/main">
              <a:ext uri="{FF2B5EF4-FFF2-40B4-BE49-F238E27FC236}">
                <a16:creationId xmlns:a16="http://schemas.microsoft.com/office/drawing/2014/main" id="{55666DEA-847A-4D4D-8152-126E4A839110}"/>
              </a:ext>
            </a:extLst>
          </p:cNvPr>
          <p:cNvSpPr>
            <a:spLocks xmlns:a="http://schemas.openxmlformats.org/drawingml/2006/main" noGrp="1"/>
          </p:cNvSpPr>
          <p:nvPr/>
        </p:nvSpPr>
        <p:spPr>
          <a:xfrm xmlns:a="http://schemas.openxmlformats.org/drawingml/2006/main">
            <a:off x="2914650" y="4457700"/>
            <a:ext cx="161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4350" b="1">
                <a:solidFill>
                  <a:srgbClr val="FFFFFF"/>
                </a:solidFill>
                <a:latin typeface="Aptos Display"/>
                <a:ea typeface="Aptos Display"/>
                <a:cs typeface="Aptos Display"/>
              </a:defRPr>
            </a:pPr>
            <a:r>
              <a:rPr sz="4350" b="1">
                <a:solidFill>
                  <a:srgbClr val="FFFFFF"/>
                </a:solidFill>
                <a:latin typeface="Aptos Display"/>
                <a:ea typeface="Aptos Display"/>
                <a:cs typeface="Aptos Display"/>
              </a:rPr>
              <a:t>1</a:t>
            </a:r>
          </a:p>
        </p:txBody>
      </p:sp>
      <p:sp>
        <p:nvSpPr>
          <p:cNvPr id="12" name="">
            <a:extLst xmlns:a="http://schemas.openxmlformats.org/drawingml/2006/main">
              <a:ext uri="{FF2B5EF4-FFF2-40B4-BE49-F238E27FC236}">
                <a16:creationId xmlns:a16="http://schemas.microsoft.com/office/drawing/2014/main" id="{61EA052C-6625-489B-A2B4-4CC859860BEB}"/>
              </a:ext>
            </a:extLst>
          </p:cNvPr>
          <p:cNvSpPr>
            <a:spLocks xmlns:a="http://schemas.openxmlformats.org/drawingml/2006/main" noGrp="1"/>
          </p:cNvSpPr>
          <p:nvPr/>
        </p:nvSpPr>
        <p:spPr>
          <a:xfrm xmlns:a="http://schemas.openxmlformats.org/drawingml/2006/main">
            <a:off x="2914650" y="527685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200" b="1">
                <a:solidFill>
                  <a:srgbClr val="AEB2AA"/>
                </a:solidFill>
                <a:latin typeface="Aptos Display"/>
                <a:ea typeface="Aptos Display"/>
                <a:cs typeface="Aptos Display"/>
              </a:defRPr>
            </a:pPr>
            <a:r>
              <a:rPr sz="1200" b="1">
                <a:solidFill>
                  <a:srgbClr val="AEB2AA"/>
                </a:solidFill>
                <a:latin typeface="Aptos Display"/>
                <a:ea typeface="Aptos Display"/>
                <a:cs typeface="Aptos Display"/>
              </a:rPr>
              <a:t>GAST</a:t>
            </a:r>
          </a:p>
        </p:txBody>
      </p:sp>
      <p:sp>
        <p:nvSpPr>
          <p:cNvPr id="13" name="">
            <a:extLst xmlns:a="http://schemas.openxmlformats.org/drawingml/2006/main">
              <a:ext uri="{FF2B5EF4-FFF2-40B4-BE49-F238E27FC236}">
                <a16:creationId xmlns:a16="http://schemas.microsoft.com/office/drawing/2014/main" id="{2A0CE228-A8FE-4917-877A-02AE6F6021B3}"/>
              </a:ext>
            </a:extLst>
          </p:cNvPr>
          <p:cNvSpPr>
            <a:spLocks xmlns:a="http://schemas.openxmlformats.org/drawingml/2006/main" noGrp="1"/>
          </p:cNvSpPr>
          <p:nvPr/>
        </p:nvSpPr>
        <p:spPr>
          <a:xfrm xmlns:a="http://schemas.openxmlformats.org/drawingml/2006/main">
            <a:off x="6496050" y="1762125"/>
            <a:ext cx="4800600" cy="3943350"/>
          </a:xfrm>
          <a:prstGeom xmlns:a="http://schemas.openxmlformats.org/drawingml/2006/main" prst="roundRect">
            <a:avLst>
              <a:gd name="adj" fmla="val 6763"/>
            </a:avLst>
          </a:prstGeom>
          <a:solidFill xmlns:a="http://schemas.openxmlformats.org/drawingml/2006/main">
            <a:srgbClr val="242821"/>
          </a:solidFill>
          <a:ln xmlns:a="http://schemas.openxmlformats.org/drawingml/2006/main" w="9525">
            <a:solidFill>
              <a:srgbClr val="3D4239"/>
            </a:solidFill>
            <a:prstDash val="solid"/>
          </a:ln>
        </p:spPr>
      </p:sp>
      <p:sp>
        <p:nvSpPr>
          <p:cNvPr id="14" name="">
            <a:extLst xmlns:a="http://schemas.openxmlformats.org/drawingml/2006/main">
              <a:ext uri="{FF2B5EF4-FFF2-40B4-BE49-F238E27FC236}">
                <a16:creationId xmlns:a16="http://schemas.microsoft.com/office/drawing/2014/main" id="{9AE257B3-9259-406C-A255-E8744BB7A56C}"/>
              </a:ext>
            </a:extLst>
          </p:cNvPr>
          <p:cNvSpPr>
            <a:spLocks xmlns:a="http://schemas.openxmlformats.org/drawingml/2006/main" noGrp="1"/>
          </p:cNvSpPr>
          <p:nvPr/>
        </p:nvSpPr>
        <p:spPr>
          <a:xfrm xmlns:a="http://schemas.openxmlformats.org/drawingml/2006/main">
            <a:off x="6838950" y="2085975"/>
            <a:ext cx="190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1">
                <a:solidFill>
                  <a:srgbClr val="FFE500"/>
                </a:solidFill>
                <a:latin typeface="Aptos Display"/>
                <a:ea typeface="Aptos Display"/>
                <a:cs typeface="Aptos Display"/>
              </a:defRPr>
            </a:pPr>
            <a:r>
              <a:rPr sz="900" b="1">
                <a:solidFill>
                  <a:srgbClr val="FFE500"/>
                </a:solidFill>
                <a:latin typeface="Aptos Display"/>
                <a:ea typeface="Aptos Display"/>
                <a:cs typeface="Aptos Display"/>
              </a:rPr>
              <a:t>TORVERLAUF</a:t>
            </a:r>
          </a:p>
        </p:txBody>
      </p:sp>
      <p:sp>
        <p:nvSpPr>
          <p:cNvPr id="15" name="">
            <a:extLst xmlns:a="http://schemas.openxmlformats.org/drawingml/2006/main">
              <a:ext uri="{FF2B5EF4-FFF2-40B4-BE49-F238E27FC236}">
                <a16:creationId xmlns:a16="http://schemas.microsoft.com/office/drawing/2014/main" id="{324E6A7F-360C-415E-B005-3CD6B0F273D8}"/>
              </a:ext>
            </a:extLst>
          </p:cNvPr>
          <p:cNvSpPr>
            <a:spLocks xmlns:a="http://schemas.openxmlformats.org/drawingml/2006/main" noGrp="1"/>
          </p:cNvSpPr>
          <p:nvPr/>
        </p:nvSpPr>
        <p:spPr>
          <a:xfrm xmlns:a="http://schemas.openxmlformats.org/drawingml/2006/main">
            <a:off x="6838950" y="2505075"/>
            <a:ext cx="476250" cy="476250"/>
          </a:xfrm>
          <a:prstGeom xmlns:a="http://schemas.openxmlformats.org/drawingml/2006/main" prst="ellipse">
            <a:avLst/>
          </a:prstGeom>
          <a:solidFill xmlns:a="http://schemas.openxmlformats.org/drawingml/2006/main">
            <a:srgbClr val="FFF5A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89260378-B1D1-496E-84BE-79A078AA1DFB}"/>
              </a:ext>
            </a:extLst>
          </p:cNvPr>
          <p:cNvSpPr>
            <a:spLocks xmlns:a="http://schemas.openxmlformats.org/drawingml/2006/main" noGrp="1"/>
          </p:cNvSpPr>
          <p:nvPr/>
        </p:nvSpPr>
        <p:spPr>
          <a:xfrm xmlns:a="http://schemas.openxmlformats.org/drawingml/2006/main">
            <a:off x="6838950" y="2514600"/>
            <a:ext cx="47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21512"/>
                </a:solidFill>
                <a:latin typeface="Aptos Display"/>
                <a:ea typeface="Aptos Display"/>
                <a:cs typeface="Aptos Display"/>
              </a:defRPr>
            </a:pPr>
            <a:r>
              <a:rPr sz="1575" b="1">
                <a:solidFill>
                  <a:srgbClr val="121512"/>
                </a:solidFill>
                <a:latin typeface="Aptos Display"/>
                <a:ea typeface="Aptos Display"/>
                <a:cs typeface="Aptos Display"/>
              </a:rPr>
              <a:t>+</a:t>
            </a:r>
          </a:p>
        </p:txBody>
      </p:sp>
      <p:sp>
        <p:nvSpPr>
          <p:cNvPr id="17" name="">
            <a:extLst xmlns:a="http://schemas.openxmlformats.org/drawingml/2006/main">
              <a:ext uri="{FF2B5EF4-FFF2-40B4-BE49-F238E27FC236}">
                <a16:creationId xmlns:a16="http://schemas.microsoft.com/office/drawing/2014/main" id="{8026BE56-18E1-4215-A4D1-D787B9A2A279}"/>
              </a:ext>
            </a:extLst>
          </p:cNvPr>
          <p:cNvSpPr>
            <a:spLocks xmlns:a="http://schemas.openxmlformats.org/drawingml/2006/main" noGrp="1"/>
          </p:cNvSpPr>
          <p:nvPr/>
        </p:nvSpPr>
        <p:spPr>
          <a:xfrm xmlns:a="http://schemas.openxmlformats.org/drawingml/2006/main">
            <a:off x="7524750" y="2514600"/>
            <a:ext cx="857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a:solidFill>
                  <a:srgbClr val="BFC2BA"/>
                </a:solidFill>
                <a:latin typeface="Aptos Display"/>
                <a:ea typeface="Aptos Display"/>
                <a:cs typeface="Aptos Display"/>
              </a:defRPr>
            </a:pPr>
            <a:r>
              <a:rPr sz="1125" b="1">
                <a:solidFill>
                  <a:srgbClr val="BFC2BA"/>
                </a:solidFill>
                <a:latin typeface="Aptos Display"/>
                <a:ea typeface="Aptos Display"/>
                <a:cs typeface="Aptos Display"/>
              </a:rPr>
              <a:t>04:12</a:t>
            </a:r>
          </a:p>
        </p:txBody>
      </p:sp>
      <p:sp>
        <p:nvSpPr>
          <p:cNvPr id="18" name="">
            <a:extLst xmlns:a="http://schemas.openxmlformats.org/drawingml/2006/main">
              <a:ext uri="{FF2B5EF4-FFF2-40B4-BE49-F238E27FC236}">
                <a16:creationId xmlns:a16="http://schemas.microsoft.com/office/drawing/2014/main" id="{5D250396-1244-4488-8AE8-AF0FBC8DFC12}"/>
              </a:ext>
            </a:extLst>
          </p:cNvPr>
          <p:cNvSpPr>
            <a:spLocks xmlns:a="http://schemas.openxmlformats.org/drawingml/2006/main" noGrp="1"/>
          </p:cNvSpPr>
          <p:nvPr/>
        </p:nvSpPr>
        <p:spPr>
          <a:xfrm xmlns:a="http://schemas.openxmlformats.org/drawingml/2006/main">
            <a:off x="8534400" y="2486025"/>
            <a:ext cx="7048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a:solidFill>
                  <a:srgbClr val="FFFFFF"/>
                </a:solidFill>
                <a:latin typeface="Aptos Display"/>
                <a:ea typeface="Aptos Display"/>
                <a:cs typeface="Aptos Display"/>
              </a:defRPr>
            </a:pPr>
            <a:r>
              <a:rPr sz="1500" b="1">
                <a:solidFill>
                  <a:srgbClr val="FFFFFF"/>
                </a:solidFill>
                <a:latin typeface="Aptos Display"/>
                <a:ea typeface="Aptos Display"/>
                <a:cs typeface="Aptos Display"/>
              </a:rPr>
              <a:t>1:0</a:t>
            </a:r>
          </a:p>
        </p:txBody>
      </p:sp>
      <p:sp>
        <p:nvSpPr>
          <p:cNvPr id="19" name="">
            <a:extLst xmlns:a="http://schemas.openxmlformats.org/drawingml/2006/main">
              <a:ext uri="{FF2B5EF4-FFF2-40B4-BE49-F238E27FC236}">
                <a16:creationId xmlns:a16="http://schemas.microsoft.com/office/drawing/2014/main" id="{2E49051C-1508-425C-B128-283DE9BB1E63}"/>
              </a:ext>
            </a:extLst>
          </p:cNvPr>
          <p:cNvSpPr>
            <a:spLocks xmlns:a="http://schemas.openxmlformats.org/drawingml/2006/main" noGrp="1"/>
          </p:cNvSpPr>
          <p:nvPr/>
        </p:nvSpPr>
        <p:spPr>
          <a:xfrm xmlns:a="http://schemas.openxmlformats.org/drawingml/2006/main">
            <a:off x="7524750" y="2828925"/>
            <a:ext cx="32385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00" b="1">
                <a:solidFill>
                  <a:srgbClr val="FFFFFF"/>
                </a:solidFill>
                <a:latin typeface="Aptos Display"/>
                <a:ea typeface="Aptos Display"/>
                <a:cs typeface="Aptos Display"/>
              </a:defRPr>
            </a:pPr>
            <a:r>
              <a:rPr sz="1200" b="1">
                <a:solidFill>
                  <a:srgbClr val="FFFFFF"/>
                </a:solidFill>
                <a:latin typeface="Aptos Display"/>
                <a:ea typeface="Aptos Display"/>
                <a:cs typeface="Aptos Display"/>
              </a:rPr>
              <a:t>Alex · Vorlage Mia</a:t>
            </a:r>
          </a:p>
        </p:txBody>
      </p:sp>
      <p:sp>
        <p:nvSpPr>
          <p:cNvPr id="20" name="">
            <a:extLst xmlns:a="http://schemas.openxmlformats.org/drawingml/2006/main">
              <a:ext uri="{FF2B5EF4-FFF2-40B4-BE49-F238E27FC236}">
                <a16:creationId xmlns:a16="http://schemas.microsoft.com/office/drawing/2014/main" id="{A4B8868D-0BCB-4C63-9006-E0F8BD642FAA}"/>
              </a:ext>
            </a:extLst>
          </p:cNvPr>
          <p:cNvSpPr>
            <a:spLocks xmlns:a="http://schemas.openxmlformats.org/drawingml/2006/main" noGrp="1"/>
          </p:cNvSpPr>
          <p:nvPr/>
        </p:nvSpPr>
        <p:spPr>
          <a:xfrm xmlns:a="http://schemas.openxmlformats.org/drawingml/2006/main">
            <a:off x="6838950" y="3419475"/>
            <a:ext cx="476250" cy="476250"/>
          </a:xfrm>
          <a:prstGeom xmlns:a="http://schemas.openxmlformats.org/drawingml/2006/main" prst="ellipse">
            <a:avLst/>
          </a:prstGeom>
          <a:solidFill xmlns:a="http://schemas.openxmlformats.org/drawingml/2006/main">
            <a:srgbClr val="FBE7E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2F9F4346-601D-43C3-B9AC-2C78FE0EFA3F}"/>
              </a:ext>
            </a:extLst>
          </p:cNvPr>
          <p:cNvSpPr>
            <a:spLocks xmlns:a="http://schemas.openxmlformats.org/drawingml/2006/main" noGrp="1"/>
          </p:cNvSpPr>
          <p:nvPr/>
        </p:nvSpPr>
        <p:spPr>
          <a:xfrm xmlns:a="http://schemas.openxmlformats.org/drawingml/2006/main">
            <a:off x="6838950" y="3429000"/>
            <a:ext cx="47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D34B4B"/>
                </a:solidFill>
                <a:latin typeface="Aptos Display"/>
                <a:ea typeface="Aptos Display"/>
                <a:cs typeface="Aptos Display"/>
              </a:defRPr>
            </a:pPr>
            <a:r>
              <a:rPr sz="1575" b="1">
                <a:solidFill>
                  <a:srgbClr val="D34B4B"/>
                </a:solidFill>
                <a:latin typeface="Aptos Display"/>
                <a:ea typeface="Aptos Display"/>
                <a:cs typeface="Aptos Display"/>
              </a:rPr>
              <a:t>–</a:t>
            </a:r>
          </a:p>
        </p:txBody>
      </p:sp>
      <p:sp>
        <p:nvSpPr>
          <p:cNvPr id="22" name="">
            <a:extLst xmlns:a="http://schemas.openxmlformats.org/drawingml/2006/main">
              <a:ext uri="{FF2B5EF4-FFF2-40B4-BE49-F238E27FC236}">
                <a16:creationId xmlns:a16="http://schemas.microsoft.com/office/drawing/2014/main" id="{124891C3-FD3A-4FD4-A8D9-1A24BE96B228}"/>
              </a:ext>
            </a:extLst>
          </p:cNvPr>
          <p:cNvSpPr>
            <a:spLocks xmlns:a="http://schemas.openxmlformats.org/drawingml/2006/main" noGrp="1"/>
          </p:cNvSpPr>
          <p:nvPr/>
        </p:nvSpPr>
        <p:spPr>
          <a:xfrm xmlns:a="http://schemas.openxmlformats.org/drawingml/2006/main">
            <a:off x="7524750" y="3429000"/>
            <a:ext cx="857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a:solidFill>
                  <a:srgbClr val="BFC2BA"/>
                </a:solidFill>
                <a:latin typeface="Aptos Display"/>
                <a:ea typeface="Aptos Display"/>
                <a:cs typeface="Aptos Display"/>
              </a:defRPr>
            </a:pPr>
            <a:r>
              <a:rPr sz="1125" b="1">
                <a:solidFill>
                  <a:srgbClr val="BFC2BA"/>
                </a:solidFill>
                <a:latin typeface="Aptos Display"/>
                <a:ea typeface="Aptos Display"/>
                <a:cs typeface="Aptos Display"/>
              </a:rPr>
              <a:t>07:38</a:t>
            </a:r>
          </a:p>
        </p:txBody>
      </p:sp>
      <p:sp>
        <p:nvSpPr>
          <p:cNvPr id="23" name="">
            <a:extLst xmlns:a="http://schemas.openxmlformats.org/drawingml/2006/main">
              <a:ext uri="{FF2B5EF4-FFF2-40B4-BE49-F238E27FC236}">
                <a16:creationId xmlns:a16="http://schemas.microsoft.com/office/drawing/2014/main" id="{317BD692-2133-4E79-B215-24A2B503997E}"/>
              </a:ext>
            </a:extLst>
          </p:cNvPr>
          <p:cNvSpPr>
            <a:spLocks xmlns:a="http://schemas.openxmlformats.org/drawingml/2006/main" noGrp="1"/>
          </p:cNvSpPr>
          <p:nvPr/>
        </p:nvSpPr>
        <p:spPr>
          <a:xfrm xmlns:a="http://schemas.openxmlformats.org/drawingml/2006/main">
            <a:off x="8534400" y="3400425"/>
            <a:ext cx="7048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a:solidFill>
                  <a:srgbClr val="FFFFFF"/>
                </a:solidFill>
                <a:latin typeface="Aptos Display"/>
                <a:ea typeface="Aptos Display"/>
                <a:cs typeface="Aptos Display"/>
              </a:defRPr>
            </a:pPr>
            <a:r>
              <a:rPr sz="1500" b="1">
                <a:solidFill>
                  <a:srgbClr val="FFFFFF"/>
                </a:solidFill>
                <a:latin typeface="Aptos Display"/>
                <a:ea typeface="Aptos Display"/>
                <a:cs typeface="Aptos Display"/>
              </a:rPr>
              <a:t>1:1</a:t>
            </a:r>
          </a:p>
        </p:txBody>
      </p:sp>
      <p:sp>
        <p:nvSpPr>
          <p:cNvPr id="24" name="">
            <a:extLst xmlns:a="http://schemas.openxmlformats.org/drawingml/2006/main">
              <a:ext uri="{FF2B5EF4-FFF2-40B4-BE49-F238E27FC236}">
                <a16:creationId xmlns:a16="http://schemas.microsoft.com/office/drawing/2014/main" id="{3510DED5-DD6C-4629-89BB-7A20219AF658}"/>
              </a:ext>
            </a:extLst>
          </p:cNvPr>
          <p:cNvSpPr>
            <a:spLocks xmlns:a="http://schemas.openxmlformats.org/drawingml/2006/main" noGrp="1"/>
          </p:cNvSpPr>
          <p:nvPr/>
        </p:nvSpPr>
        <p:spPr>
          <a:xfrm xmlns:a="http://schemas.openxmlformats.org/drawingml/2006/main">
            <a:off x="7524750" y="3743325"/>
            <a:ext cx="32385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00" b="1">
                <a:solidFill>
                  <a:srgbClr val="FFFFFF"/>
                </a:solidFill>
                <a:latin typeface="Aptos Display"/>
                <a:ea typeface="Aptos Display"/>
                <a:cs typeface="Aptos Display"/>
              </a:defRPr>
            </a:pPr>
            <a:r>
              <a:rPr sz="1200" b="1">
                <a:solidFill>
                  <a:srgbClr val="FFFFFF"/>
                </a:solidFill>
                <a:latin typeface="Aptos Display"/>
                <a:ea typeface="Aptos Display"/>
                <a:cs typeface="Aptos Display"/>
              </a:rPr>
              <a:t>Gegentor</a:t>
            </a:r>
          </a:p>
        </p:txBody>
      </p:sp>
      <p:sp>
        <p:nvSpPr>
          <p:cNvPr id="25" name="">
            <a:extLst xmlns:a="http://schemas.openxmlformats.org/drawingml/2006/main">
              <a:ext uri="{FF2B5EF4-FFF2-40B4-BE49-F238E27FC236}">
                <a16:creationId xmlns:a16="http://schemas.microsoft.com/office/drawing/2014/main" id="{AD0D6545-E1A8-4D3F-92B9-63169A839DDA}"/>
              </a:ext>
            </a:extLst>
          </p:cNvPr>
          <p:cNvSpPr>
            <a:spLocks xmlns:a="http://schemas.openxmlformats.org/drawingml/2006/main" noGrp="1"/>
          </p:cNvSpPr>
          <p:nvPr/>
        </p:nvSpPr>
        <p:spPr>
          <a:xfrm xmlns:a="http://schemas.openxmlformats.org/drawingml/2006/main">
            <a:off x="6838950" y="4333875"/>
            <a:ext cx="476250" cy="476250"/>
          </a:xfrm>
          <a:prstGeom xmlns:a="http://schemas.openxmlformats.org/drawingml/2006/main" prst="ellipse">
            <a:avLst/>
          </a:prstGeom>
          <a:solidFill xmlns:a="http://schemas.openxmlformats.org/drawingml/2006/main">
            <a:srgbClr val="FFF5A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BE09CFE1-AB95-405D-A07E-3322620335DC}"/>
              </a:ext>
            </a:extLst>
          </p:cNvPr>
          <p:cNvSpPr>
            <a:spLocks xmlns:a="http://schemas.openxmlformats.org/drawingml/2006/main" noGrp="1"/>
          </p:cNvSpPr>
          <p:nvPr/>
        </p:nvSpPr>
        <p:spPr>
          <a:xfrm xmlns:a="http://schemas.openxmlformats.org/drawingml/2006/main">
            <a:off x="6838950" y="4343400"/>
            <a:ext cx="47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21512"/>
                </a:solidFill>
                <a:latin typeface="Aptos Display"/>
                <a:ea typeface="Aptos Display"/>
                <a:cs typeface="Aptos Display"/>
              </a:defRPr>
            </a:pPr>
            <a:r>
              <a:rPr sz="1575" b="1">
                <a:solidFill>
                  <a:srgbClr val="121512"/>
                </a:solidFill>
                <a:latin typeface="Aptos Display"/>
                <a:ea typeface="Aptos Display"/>
                <a:cs typeface="Aptos Display"/>
              </a:rPr>
              <a:t>+</a:t>
            </a:r>
          </a:p>
        </p:txBody>
      </p:sp>
      <p:sp>
        <p:nvSpPr>
          <p:cNvPr id="27" name="">
            <a:extLst xmlns:a="http://schemas.openxmlformats.org/drawingml/2006/main">
              <a:ext uri="{FF2B5EF4-FFF2-40B4-BE49-F238E27FC236}">
                <a16:creationId xmlns:a16="http://schemas.microsoft.com/office/drawing/2014/main" id="{0B77BB57-E289-4AA6-B0D3-229B87E28857}"/>
              </a:ext>
            </a:extLst>
          </p:cNvPr>
          <p:cNvSpPr>
            <a:spLocks xmlns:a="http://schemas.openxmlformats.org/drawingml/2006/main" noGrp="1"/>
          </p:cNvSpPr>
          <p:nvPr/>
        </p:nvSpPr>
        <p:spPr>
          <a:xfrm xmlns:a="http://schemas.openxmlformats.org/drawingml/2006/main">
            <a:off x="7524750" y="4343400"/>
            <a:ext cx="857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a:solidFill>
                  <a:srgbClr val="BFC2BA"/>
                </a:solidFill>
                <a:latin typeface="Aptos Display"/>
                <a:ea typeface="Aptos Display"/>
                <a:cs typeface="Aptos Display"/>
              </a:defRPr>
            </a:pPr>
            <a:r>
              <a:rPr sz="1125" b="1">
                <a:solidFill>
                  <a:srgbClr val="BFC2BA"/>
                </a:solidFill>
                <a:latin typeface="Aptos Display"/>
                <a:ea typeface="Aptos Display"/>
                <a:cs typeface="Aptos Display"/>
              </a:rPr>
              <a:t>11:56</a:t>
            </a:r>
          </a:p>
        </p:txBody>
      </p:sp>
      <p:sp>
        <p:nvSpPr>
          <p:cNvPr id="28" name="">
            <a:extLst xmlns:a="http://schemas.openxmlformats.org/drawingml/2006/main">
              <a:ext uri="{FF2B5EF4-FFF2-40B4-BE49-F238E27FC236}">
                <a16:creationId xmlns:a16="http://schemas.microsoft.com/office/drawing/2014/main" id="{A022F17F-44A9-445A-812C-D676CB8E6F3B}"/>
              </a:ext>
            </a:extLst>
          </p:cNvPr>
          <p:cNvSpPr>
            <a:spLocks xmlns:a="http://schemas.openxmlformats.org/drawingml/2006/main" noGrp="1"/>
          </p:cNvSpPr>
          <p:nvPr/>
        </p:nvSpPr>
        <p:spPr>
          <a:xfrm xmlns:a="http://schemas.openxmlformats.org/drawingml/2006/main">
            <a:off x="8534400" y="4314825"/>
            <a:ext cx="7048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a:solidFill>
                  <a:srgbClr val="FFFFFF"/>
                </a:solidFill>
                <a:latin typeface="Aptos Display"/>
                <a:ea typeface="Aptos Display"/>
                <a:cs typeface="Aptos Display"/>
              </a:defRPr>
            </a:pPr>
            <a:r>
              <a:rPr sz="1500" b="1">
                <a:solidFill>
                  <a:srgbClr val="FFFFFF"/>
                </a:solidFill>
                <a:latin typeface="Aptos Display"/>
                <a:ea typeface="Aptos Display"/>
                <a:cs typeface="Aptos Display"/>
              </a:rPr>
              <a:t>2:1</a:t>
            </a:r>
          </a:p>
        </p:txBody>
      </p:sp>
      <p:sp>
        <p:nvSpPr>
          <p:cNvPr id="29" name="">
            <a:extLst xmlns:a="http://schemas.openxmlformats.org/drawingml/2006/main">
              <a:ext uri="{FF2B5EF4-FFF2-40B4-BE49-F238E27FC236}">
                <a16:creationId xmlns:a16="http://schemas.microsoft.com/office/drawing/2014/main" id="{1578FB7A-B4A0-4ACA-B340-46D5AF8111E6}"/>
              </a:ext>
            </a:extLst>
          </p:cNvPr>
          <p:cNvSpPr>
            <a:spLocks xmlns:a="http://schemas.openxmlformats.org/drawingml/2006/main" noGrp="1"/>
          </p:cNvSpPr>
          <p:nvPr/>
        </p:nvSpPr>
        <p:spPr>
          <a:xfrm xmlns:a="http://schemas.openxmlformats.org/drawingml/2006/main">
            <a:off x="7524750" y="4657725"/>
            <a:ext cx="32385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00" b="1">
                <a:solidFill>
                  <a:srgbClr val="FFFFFF"/>
                </a:solidFill>
                <a:latin typeface="Aptos Display"/>
                <a:ea typeface="Aptos Display"/>
                <a:cs typeface="Aptos Display"/>
              </a:defRPr>
            </a:pPr>
            <a:r>
              <a:rPr sz="1200" b="1">
                <a:solidFill>
                  <a:srgbClr val="FFFFFF"/>
                </a:solidFill>
                <a:latin typeface="Aptos Display"/>
                <a:ea typeface="Aptos Display"/>
                <a:cs typeface="Aptos Display"/>
              </a:rPr>
              <a:t>Jonas · ohne Vorlage</a:t>
            </a:r>
          </a:p>
        </p:txBody>
      </p:sp>
      <p:sp>
        <p:nvSpPr>
          <p:cNvPr id="30" name="">
            <a:extLst xmlns:a="http://schemas.openxmlformats.org/drawingml/2006/main">
              <a:ext uri="{FF2B5EF4-FFF2-40B4-BE49-F238E27FC236}">
                <a16:creationId xmlns:a16="http://schemas.microsoft.com/office/drawing/2014/main" id="{8F143151-22B1-4BE5-9836-E6E3B3C0FA66}"/>
              </a:ext>
            </a:extLst>
          </p:cNvPr>
          <p:cNvSpPr>
            <a:spLocks xmlns:a="http://schemas.openxmlformats.org/drawingml/2006/main" noGrp="1"/>
          </p:cNvSpPr>
          <p:nvPr/>
        </p:nvSpPr>
        <p:spPr>
          <a:xfrm xmlns:a="http://schemas.openxmlformats.org/drawingml/2006/main">
            <a:off x="6572250" y="5038725"/>
            <a:ext cx="4591050" cy="514350"/>
          </a:xfrm>
          <a:prstGeom xmlns:a="http://schemas.openxmlformats.org/drawingml/2006/main" prst="roundRect">
            <a:avLst>
              <a:gd name="adj" fmla="val 29630"/>
            </a:avLst>
          </a:prstGeom>
          <a:solidFill xmlns:a="http://schemas.openxmlformats.org/drawingml/2006/main">
            <a:srgbClr val="FFE500"/>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0A904E7E-276F-4CB6-BACA-B7A08515746C}"/>
              </a:ext>
            </a:extLst>
          </p:cNvPr>
          <p:cNvSpPr>
            <a:spLocks xmlns:a="http://schemas.openxmlformats.org/drawingml/2006/main" noGrp="1"/>
          </p:cNvSpPr>
          <p:nvPr/>
        </p:nvSpPr>
        <p:spPr>
          <a:xfrm xmlns:a="http://schemas.openxmlformats.org/drawingml/2006/main">
            <a:off x="6762750" y="5153025"/>
            <a:ext cx="42100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75903"/>
          </a:bodyPr>
          <a:lstStyle xmlns:a="http://schemas.openxmlformats.org/drawingml/2006/main"/>
          <a:p xmlns:a="http://schemas.openxmlformats.org/drawingml/2006/main">
            <a:pPr algn="ctr">
              <a:defRPr sz="1275" b="1">
                <a:solidFill>
                  <a:srgbClr val="121512"/>
                </a:solidFill>
                <a:latin typeface="Aptos Display"/>
                <a:ea typeface="Aptos Display"/>
                <a:cs typeface="Aptos Display"/>
              </a:defRPr>
            </a:pPr>
            <a:r>
              <a:rPr sz="1275" b="1">
                <a:solidFill>
                  <a:srgbClr val="121512"/>
                </a:solidFill>
                <a:latin typeface="Aptos Display"/>
                <a:ea typeface="Aptos Display"/>
                <a:cs typeface="Aptos Display"/>
              </a:rPr>
              <a:t>Live bedeutet: mitlesen. Die Bedienung bleibt beim freigegebenen Spieltagsteam.</a:t>
            </a:r>
          </a:p>
        </p:txBody>
      </p:sp>
      <p:sp>
        <p:nvSpPr>
          <p:cNvPr id="32" name="">
            <a:extLst xmlns:a="http://schemas.openxmlformats.org/drawingml/2006/main">
              <a:ext uri="{FF2B5EF4-FFF2-40B4-BE49-F238E27FC236}">
                <a16:creationId xmlns:a16="http://schemas.microsoft.com/office/drawing/2014/main" id="{7866036F-0E5B-42A7-A2B0-8E6723D242A0}"/>
              </a:ext>
            </a:extLst>
          </p:cNvPr>
          <p:cNvSpPr>
            <a:spLocks xmlns:a="http://schemas.openxmlformats.org/drawingml/2006/main" noGrp="1"/>
          </p:cNvSpPr>
          <p:nvPr/>
        </p:nvSpPr>
        <p:spPr>
          <a:xfrm xmlns:a="http://schemas.openxmlformats.org/drawingml/2006/main">
            <a:off x="552450" y="6572250"/>
            <a:ext cx="733425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713" b="0">
                <a:solidFill>
                  <a:srgbClr val="9EA29A"/>
                </a:solidFill>
                <a:latin typeface="Aptos"/>
                <a:ea typeface="Aptos"/>
                <a:cs typeface="Aptos"/>
              </a:defRPr>
            </a:pPr>
            <a:r>
              <a:rPr sz="713" b="0">
                <a:solidFill>
                  <a:srgbClr val="9EA29A"/>
                </a:solidFill>
                <a:latin typeface="Aptos"/>
                <a:ea typeface="Aptos"/>
                <a:cs typeface="Aptos"/>
              </a:rPr>
              <a:t>FC Teugn Talents · Hilfe für Eltern &amp; Familien</a:t>
            </a:r>
          </a:p>
        </p:txBody>
      </p:sp>
    </p:spTree>
    <p:extLst>
      <p:ext uri="{BB962C8B-B14F-4D97-AF65-F5344CB8AC3E}">
        <p14:creationId xmlns:p14="http://schemas.microsoft.com/office/powerpoint/2010/main" val="1626264042"/>
      </p:ext>
    </p:extLst>
  </p:cSld>
</p:sld>
</file>

<file path=ppt/slides/slide11.xml><?xml version="1.0" encoding="utf-8"?>
<p:sld xmlns:p="http://schemas.openxmlformats.org/presentationml/2006/main">
  <p:cSld>
    <p:bg>
      <p:bgPr>
        <a:solidFill xmlns:a="http://schemas.openxmlformats.org/drawingml/2006/main">
          <a:srgbClr val="FCFBF6"/>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40334661-9120-4225-AC93-244785956CB5}"/>
              </a:ext>
            </a:extLst>
          </p:cNvPr>
          <p:cNvSpPr>
            <a:spLocks xmlns:a="http://schemas.openxmlformats.org/drawingml/2006/main" noGrp="1"/>
          </p:cNvSpPr>
          <p:nvPr/>
        </p:nvSpPr>
        <p:spPr>
          <a:xfrm xmlns:a="http://schemas.openxmlformats.org/drawingml/2006/main">
            <a:off x="533400" y="2667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7B6900"/>
                </a:solidFill>
                <a:latin typeface="Aptos Display"/>
                <a:ea typeface="Aptos Display"/>
                <a:cs typeface="Aptos Display"/>
              </a:defRPr>
            </a:pPr>
            <a:r>
              <a:rPr sz="975" b="1">
                <a:solidFill>
                  <a:srgbClr val="7B6900"/>
                </a:solidFill>
                <a:latin typeface="Aptos Display"/>
                <a:ea typeface="Aptos Display"/>
                <a:cs typeface="Aptos Display"/>
              </a:rPr>
              <a:t>NACHRICHTEN</a:t>
            </a:r>
          </a:p>
        </p:txBody>
      </p:sp>
      <p:sp>
        <p:nvSpPr>
          <p:cNvPr id="2" name="">
            <a:extLst xmlns:a="http://schemas.openxmlformats.org/drawingml/2006/main">
              <a:ext uri="{FF2B5EF4-FFF2-40B4-BE49-F238E27FC236}">
                <a16:creationId xmlns:a16="http://schemas.microsoft.com/office/drawing/2014/main" id="{3F17AC4F-629C-4CED-A5C7-DD754A5CBD05}"/>
              </a:ext>
            </a:extLst>
          </p:cNvPr>
          <p:cNvSpPr>
            <a:spLocks xmlns:a="http://schemas.openxmlformats.org/drawingml/2006/main" noGrp="1"/>
          </p:cNvSpPr>
          <p:nvPr/>
        </p:nvSpPr>
        <p:spPr>
          <a:xfrm xmlns:a="http://schemas.openxmlformats.org/drawingml/2006/main">
            <a:off x="533400" y="552450"/>
            <a:ext cx="1028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625" b="1">
                <a:solidFill>
                  <a:srgbClr val="121512"/>
                </a:solidFill>
                <a:latin typeface="Aptos Display"/>
                <a:ea typeface="Aptos Display"/>
                <a:cs typeface="Aptos Display"/>
              </a:defRPr>
            </a:pPr>
            <a:r>
              <a:rPr sz="2625" b="1">
                <a:solidFill>
                  <a:srgbClr val="121512"/>
                </a:solidFill>
                <a:latin typeface="Aptos Display"/>
                <a:ea typeface="Aptos Display"/>
                <a:cs typeface="Aptos Display"/>
              </a:rPr>
              <a:t>Wichtige Änderungen erreichen dich direkt</a:t>
            </a:r>
          </a:p>
        </p:txBody>
      </p:sp>
      <p:sp>
        <p:nvSpPr>
          <p:cNvPr id="3" name="">
            <a:extLst xmlns:a="http://schemas.openxmlformats.org/drawingml/2006/main">
              <a:ext uri="{FF2B5EF4-FFF2-40B4-BE49-F238E27FC236}">
                <a16:creationId xmlns:a16="http://schemas.microsoft.com/office/drawing/2014/main" id="{7C4E7AC2-FD18-4129-B63D-7FE749EACD38}"/>
              </a:ext>
            </a:extLst>
          </p:cNvPr>
          <p:cNvSpPr>
            <a:spLocks xmlns:a="http://schemas.openxmlformats.org/drawingml/2006/main" noGrp="1"/>
          </p:cNvSpPr>
          <p:nvPr/>
        </p:nvSpPr>
        <p:spPr>
          <a:xfrm xmlns:a="http://schemas.openxmlformats.org/drawingml/2006/main">
            <a:off x="533400" y="1143000"/>
            <a:ext cx="990600" cy="57150"/>
          </a:xfrm>
          <a:prstGeom xmlns:a="http://schemas.openxmlformats.org/drawingml/2006/main" prst="roundRect">
            <a:avLst>
              <a:gd name="adj" fmla="val 50000"/>
            </a:avLst>
          </a:prstGeom>
          <a:solidFill xmlns:a="http://schemas.openxmlformats.org/drawingml/2006/main">
            <a:srgbClr val="FFE50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7B79663-C182-427F-820F-2012CF1D9673}"/>
              </a:ext>
            </a:extLst>
          </p:cNvPr>
          <p:cNvSpPr>
            <a:spLocks xmlns:a="http://schemas.openxmlformats.org/drawingml/2006/main" noGrp="1"/>
          </p:cNvSpPr>
          <p:nvPr/>
        </p:nvSpPr>
        <p:spPr>
          <a:xfrm xmlns:a="http://schemas.openxmlformats.org/drawingml/2006/main">
            <a:off x="10896600" y="266700"/>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1">
                <a:solidFill>
                  <a:srgbClr val="656961"/>
                </a:solidFill>
                <a:latin typeface="Aptos Display"/>
                <a:ea typeface="Aptos Display"/>
                <a:cs typeface="Aptos Display"/>
              </a:defRPr>
            </a:pPr>
            <a:r>
              <a:rPr sz="900" b="1">
                <a:solidFill>
                  <a:srgbClr val="656961"/>
                </a:solidFill>
                <a:latin typeface="Aptos Display"/>
                <a:ea typeface="Aptos Display"/>
                <a:cs typeface="Aptos Display"/>
              </a:rPr>
              <a:t>11</a:t>
            </a:r>
          </a:p>
        </p:txBody>
      </p:sp>
      <p:sp>
        <p:nvSpPr>
          <p:cNvPr id="5" name="">
            <a:extLst xmlns:a="http://schemas.openxmlformats.org/drawingml/2006/main">
              <a:ext uri="{FF2B5EF4-FFF2-40B4-BE49-F238E27FC236}">
                <a16:creationId xmlns:a16="http://schemas.microsoft.com/office/drawing/2014/main" id="{BE108485-C349-4E8E-A274-11D851182817}"/>
              </a:ext>
            </a:extLst>
          </p:cNvPr>
          <p:cNvSpPr>
            <a:spLocks xmlns:a="http://schemas.openxmlformats.org/drawingml/2006/main" noGrp="1"/>
          </p:cNvSpPr>
          <p:nvPr/>
        </p:nvSpPr>
        <p:spPr>
          <a:xfrm xmlns:a="http://schemas.openxmlformats.org/drawingml/2006/main">
            <a:off x="533400" y="1352550"/>
            <a:ext cx="106680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75" b="0">
                <a:solidFill>
                  <a:srgbClr val="656961"/>
                </a:solidFill>
                <a:latin typeface="Aptos"/>
                <a:ea typeface="Aptos"/>
                <a:cs typeface="Aptos"/>
              </a:defRPr>
            </a:pPr>
            <a:r>
              <a:rPr sz="1275" b="0">
                <a:solidFill>
                  <a:srgbClr val="656961"/>
                </a:solidFill>
                <a:latin typeface="Aptos"/>
                <a:ea typeface="Aptos"/>
                <a:cs typeface="Aptos"/>
              </a:rPr>
              <a:t>Push ist freiwillig und lässt sich je Kategorie steuern.</a:t>
            </a:r>
          </a:p>
        </p:txBody>
      </p:sp>
      <p:sp>
        <p:nvSpPr>
          <p:cNvPr id="6" name="">
            <a:extLst xmlns:a="http://schemas.openxmlformats.org/drawingml/2006/main">
              <a:ext uri="{FF2B5EF4-FFF2-40B4-BE49-F238E27FC236}">
                <a16:creationId xmlns:a16="http://schemas.microsoft.com/office/drawing/2014/main" id="{188867B9-4A9A-4217-9222-1A98F456023A}"/>
              </a:ext>
            </a:extLst>
          </p:cNvPr>
          <p:cNvSpPr>
            <a:spLocks xmlns:a="http://schemas.openxmlformats.org/drawingml/2006/main" noGrp="1"/>
          </p:cNvSpPr>
          <p:nvPr/>
        </p:nvSpPr>
        <p:spPr>
          <a:xfrm xmlns:a="http://schemas.openxmlformats.org/drawingml/2006/main">
            <a:off x="533400" y="1924050"/>
            <a:ext cx="6191250" cy="3657600"/>
          </a:xfrm>
          <a:prstGeom xmlns:a="http://schemas.openxmlformats.org/drawingml/2006/main" prst="roundRect">
            <a:avLst>
              <a:gd name="adj" fmla="val 6250"/>
            </a:avLst>
          </a:prstGeom>
          <a:solidFill xmlns:a="http://schemas.openxmlformats.org/drawingml/2006/main">
            <a:srgbClr val="FFFFFF"/>
          </a:solidFill>
          <a:ln xmlns:a="http://schemas.openxmlformats.org/drawingml/2006/main" w="9525">
            <a:solidFill>
              <a:srgbClr val="E5E7DF"/>
            </a:solidFill>
            <a:prstDash val="solid"/>
          </a:ln>
        </p:spPr>
      </p:sp>
      <p:sp>
        <p:nvSpPr>
          <p:cNvPr id="7" name="">
            <a:extLst xmlns:a="http://schemas.openxmlformats.org/drawingml/2006/main">
              <a:ext uri="{FF2B5EF4-FFF2-40B4-BE49-F238E27FC236}">
                <a16:creationId xmlns:a16="http://schemas.microsoft.com/office/drawing/2014/main" id="{5AFC9D88-B5A5-4D0C-8B54-B6107AAD13BB}"/>
              </a:ext>
            </a:extLst>
          </p:cNvPr>
          <p:cNvSpPr>
            <a:spLocks xmlns:a="http://schemas.openxmlformats.org/drawingml/2006/main" noGrp="1"/>
          </p:cNvSpPr>
          <p:nvPr/>
        </p:nvSpPr>
        <p:spPr>
          <a:xfrm xmlns:a="http://schemas.openxmlformats.org/drawingml/2006/main">
            <a:off x="762000" y="2152650"/>
            <a:ext cx="5734050" cy="819150"/>
          </a:xfrm>
          <a:prstGeom xmlns:a="http://schemas.openxmlformats.org/drawingml/2006/main" prst="roundRect">
            <a:avLst>
              <a:gd name="adj" fmla="val 20930"/>
            </a:avLst>
          </a:prstGeom>
          <a:solidFill xmlns:a="http://schemas.openxmlformats.org/drawingml/2006/main">
            <a:srgbClr val="FFF5A8"/>
          </a:solidFill>
          <a:ln xmlns:a="http://schemas.openxmlformats.org/drawingml/2006/main" w="9525">
            <a:solidFill>
              <a:srgbClr val="E5E7DF"/>
            </a:solidFill>
            <a:prstDash val="solid"/>
          </a:ln>
        </p:spPr>
      </p:sp>
      <p:sp>
        <p:nvSpPr>
          <p:cNvPr id="8" name="">
            <a:extLst xmlns:a="http://schemas.openxmlformats.org/drawingml/2006/main">
              <a:ext uri="{FF2B5EF4-FFF2-40B4-BE49-F238E27FC236}">
                <a16:creationId xmlns:a16="http://schemas.microsoft.com/office/drawing/2014/main" id="{2120515F-A8AB-4384-ABF4-8978138E6E2A}"/>
              </a:ext>
            </a:extLst>
          </p:cNvPr>
          <p:cNvSpPr>
            <a:spLocks xmlns:a="http://schemas.openxmlformats.org/drawingml/2006/main" noGrp="1"/>
          </p:cNvSpPr>
          <p:nvPr/>
        </p:nvSpPr>
        <p:spPr>
          <a:xfrm xmlns:a="http://schemas.openxmlformats.org/drawingml/2006/main">
            <a:off x="933450" y="2324100"/>
            <a:ext cx="781050" cy="247650"/>
          </a:xfrm>
          <a:prstGeom xmlns:a="http://schemas.openxmlformats.org/drawingml/2006/main" prst="roundRect">
            <a:avLst>
              <a:gd name="adj" fmla="val 50000"/>
            </a:avLst>
          </a:prstGeom>
          <a:solidFill xmlns:a="http://schemas.openxmlformats.org/drawingml/2006/main">
            <a:srgbClr val="FFE500"/>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B969BA4-3514-43DE-816B-6C5106B38BEA}"/>
              </a:ext>
            </a:extLst>
          </p:cNvPr>
          <p:cNvSpPr>
            <a:spLocks xmlns:a="http://schemas.openxmlformats.org/drawingml/2006/main" noGrp="1"/>
          </p:cNvSpPr>
          <p:nvPr/>
        </p:nvSpPr>
        <p:spPr>
          <a:xfrm xmlns:a="http://schemas.openxmlformats.org/drawingml/2006/main">
            <a:off x="933450" y="2324100"/>
            <a:ext cx="7810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750" b="1">
                <a:solidFill>
                  <a:srgbClr val="121512"/>
                </a:solidFill>
                <a:latin typeface="Aptos Display"/>
                <a:ea typeface="Aptos Display"/>
                <a:cs typeface="Aptos Display"/>
              </a:defRPr>
            </a:pPr>
            <a:r>
              <a:rPr sz="750" b="1">
                <a:solidFill>
                  <a:srgbClr val="121512"/>
                </a:solidFill>
                <a:latin typeface="Aptos Display"/>
                <a:ea typeface="Aptos Display"/>
                <a:cs typeface="Aptos Display"/>
              </a:rPr>
              <a:t>TERMIN</a:t>
            </a:r>
          </a:p>
        </p:txBody>
      </p:sp>
      <p:sp>
        <p:nvSpPr>
          <p:cNvPr id="10" name="">
            <a:extLst xmlns:a="http://schemas.openxmlformats.org/drawingml/2006/main">
              <a:ext uri="{FF2B5EF4-FFF2-40B4-BE49-F238E27FC236}">
                <a16:creationId xmlns:a16="http://schemas.microsoft.com/office/drawing/2014/main" id="{DB68AB41-B5D9-4F05-82E4-2D89AF08B38F}"/>
              </a:ext>
            </a:extLst>
          </p:cNvPr>
          <p:cNvSpPr>
            <a:spLocks xmlns:a="http://schemas.openxmlformats.org/drawingml/2006/main" noGrp="1"/>
          </p:cNvSpPr>
          <p:nvPr/>
        </p:nvSpPr>
        <p:spPr>
          <a:xfrm xmlns:a="http://schemas.openxmlformats.org/drawingml/2006/main">
            <a:off x="1943100" y="2314575"/>
            <a:ext cx="4191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38" b="1">
                <a:solidFill>
                  <a:srgbClr val="121512"/>
                </a:solidFill>
                <a:latin typeface="Aptos Display"/>
                <a:ea typeface="Aptos Display"/>
                <a:cs typeface="Aptos Display"/>
              </a:defRPr>
            </a:pPr>
            <a:r>
              <a:rPr sz="1238" b="1">
                <a:solidFill>
                  <a:srgbClr val="121512"/>
                </a:solidFill>
                <a:latin typeface="Aptos Display"/>
                <a:ea typeface="Aptos Display"/>
                <a:cs typeface="Aptos Display"/>
              </a:rPr>
              <a:t>Training beginnt heute 30 Minuten später.</a:t>
            </a:r>
          </a:p>
        </p:txBody>
      </p:sp>
      <p:sp>
        <p:nvSpPr>
          <p:cNvPr id="11" name="">
            <a:extLst xmlns:a="http://schemas.openxmlformats.org/drawingml/2006/main">
              <a:ext uri="{FF2B5EF4-FFF2-40B4-BE49-F238E27FC236}">
                <a16:creationId xmlns:a16="http://schemas.microsoft.com/office/drawing/2014/main" id="{2C0A831D-AF51-44A7-BBD6-9331A1FDAF4E}"/>
              </a:ext>
            </a:extLst>
          </p:cNvPr>
          <p:cNvSpPr>
            <a:spLocks xmlns:a="http://schemas.openxmlformats.org/drawingml/2006/main" noGrp="1"/>
          </p:cNvSpPr>
          <p:nvPr/>
        </p:nvSpPr>
        <p:spPr>
          <a:xfrm xmlns:a="http://schemas.openxmlformats.org/drawingml/2006/main">
            <a:off x="762000" y="3181350"/>
            <a:ext cx="5734050" cy="819150"/>
          </a:xfrm>
          <a:prstGeom xmlns:a="http://schemas.openxmlformats.org/drawingml/2006/main" prst="roundRect">
            <a:avLst>
              <a:gd name="adj" fmla="val 20930"/>
            </a:avLst>
          </a:prstGeom>
          <a:solidFill xmlns:a="http://schemas.openxmlformats.org/drawingml/2006/main">
            <a:srgbClr val="FCFBF6"/>
          </a:solidFill>
          <a:ln xmlns:a="http://schemas.openxmlformats.org/drawingml/2006/main" w="9525">
            <a:solidFill>
              <a:srgbClr val="E5E7DF"/>
            </a:solidFill>
            <a:prstDash val="solid"/>
          </a:ln>
        </p:spPr>
      </p:sp>
      <p:sp>
        <p:nvSpPr>
          <p:cNvPr id="12" name="">
            <a:extLst xmlns:a="http://schemas.openxmlformats.org/drawingml/2006/main">
              <a:ext uri="{FF2B5EF4-FFF2-40B4-BE49-F238E27FC236}">
                <a16:creationId xmlns:a16="http://schemas.microsoft.com/office/drawing/2014/main" id="{7B3885DD-5612-4259-A6C5-1F6A926270CA}"/>
              </a:ext>
            </a:extLst>
          </p:cNvPr>
          <p:cNvSpPr>
            <a:spLocks xmlns:a="http://schemas.openxmlformats.org/drawingml/2006/main" noGrp="1"/>
          </p:cNvSpPr>
          <p:nvPr/>
        </p:nvSpPr>
        <p:spPr>
          <a:xfrm xmlns:a="http://schemas.openxmlformats.org/drawingml/2006/main">
            <a:off x="933450" y="3352800"/>
            <a:ext cx="781050" cy="247650"/>
          </a:xfrm>
          <a:prstGeom xmlns:a="http://schemas.openxmlformats.org/drawingml/2006/main" prst="roundRect">
            <a:avLst>
              <a:gd name="adj" fmla="val 50000"/>
            </a:avLst>
          </a:prstGeom>
          <a:solidFill xmlns:a="http://schemas.openxmlformats.org/drawingml/2006/main">
            <a:srgbClr val="E4EFF5"/>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FFED26C5-7006-43DF-A15A-D36A60CCC4F8}"/>
              </a:ext>
            </a:extLst>
          </p:cNvPr>
          <p:cNvSpPr>
            <a:spLocks xmlns:a="http://schemas.openxmlformats.org/drawingml/2006/main" noGrp="1"/>
          </p:cNvSpPr>
          <p:nvPr/>
        </p:nvSpPr>
        <p:spPr>
          <a:xfrm xmlns:a="http://schemas.openxmlformats.org/drawingml/2006/main">
            <a:off x="933450" y="3352800"/>
            <a:ext cx="7810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750" b="1">
                <a:solidFill>
                  <a:srgbClr val="121512"/>
                </a:solidFill>
                <a:latin typeface="Aptos Display"/>
                <a:ea typeface="Aptos Display"/>
                <a:cs typeface="Aptos Display"/>
              </a:defRPr>
            </a:pPr>
            <a:r>
              <a:rPr sz="750" b="1">
                <a:solidFill>
                  <a:srgbClr val="121512"/>
                </a:solidFill>
                <a:latin typeface="Aptos Display"/>
                <a:ea typeface="Aptos Display"/>
                <a:cs typeface="Aptos Display"/>
              </a:rPr>
              <a:t>SPIELTAG</a:t>
            </a:r>
          </a:p>
        </p:txBody>
      </p:sp>
      <p:sp>
        <p:nvSpPr>
          <p:cNvPr id="14" name="">
            <a:extLst xmlns:a="http://schemas.openxmlformats.org/drawingml/2006/main">
              <a:ext uri="{FF2B5EF4-FFF2-40B4-BE49-F238E27FC236}">
                <a16:creationId xmlns:a16="http://schemas.microsoft.com/office/drawing/2014/main" id="{F10D87FF-6B63-43EA-AB39-B4EBA0FDFCD0}"/>
              </a:ext>
            </a:extLst>
          </p:cNvPr>
          <p:cNvSpPr>
            <a:spLocks xmlns:a="http://schemas.openxmlformats.org/drawingml/2006/main" noGrp="1"/>
          </p:cNvSpPr>
          <p:nvPr/>
        </p:nvSpPr>
        <p:spPr>
          <a:xfrm xmlns:a="http://schemas.openxmlformats.org/drawingml/2006/main">
            <a:off x="1943100" y="3343275"/>
            <a:ext cx="4191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38" b="1">
                <a:solidFill>
                  <a:srgbClr val="121512"/>
                </a:solidFill>
                <a:latin typeface="Aptos Display"/>
                <a:ea typeface="Aptos Display"/>
                <a:cs typeface="Aptos Display"/>
              </a:defRPr>
            </a:pPr>
            <a:r>
              <a:rPr sz="1238" b="1">
                <a:solidFill>
                  <a:srgbClr val="121512"/>
                </a:solidFill>
                <a:latin typeface="Aptos Display"/>
                <a:ea typeface="Aptos Display"/>
                <a:cs typeface="Aptos Display"/>
              </a:rPr>
              <a:t>Treffpunkt wurde auf 09:45 Uhr geändert.</a:t>
            </a:r>
          </a:p>
        </p:txBody>
      </p:sp>
      <p:sp>
        <p:nvSpPr>
          <p:cNvPr id="15" name="">
            <a:extLst xmlns:a="http://schemas.openxmlformats.org/drawingml/2006/main">
              <a:ext uri="{FF2B5EF4-FFF2-40B4-BE49-F238E27FC236}">
                <a16:creationId xmlns:a16="http://schemas.microsoft.com/office/drawing/2014/main" id="{F100091B-561B-4CB6-9487-051E9765EC2E}"/>
              </a:ext>
            </a:extLst>
          </p:cNvPr>
          <p:cNvSpPr>
            <a:spLocks xmlns:a="http://schemas.openxmlformats.org/drawingml/2006/main" noGrp="1"/>
          </p:cNvSpPr>
          <p:nvPr/>
        </p:nvSpPr>
        <p:spPr>
          <a:xfrm xmlns:a="http://schemas.openxmlformats.org/drawingml/2006/main">
            <a:off x="762000" y="4210050"/>
            <a:ext cx="5734050" cy="819150"/>
          </a:xfrm>
          <a:prstGeom xmlns:a="http://schemas.openxmlformats.org/drawingml/2006/main" prst="roundRect">
            <a:avLst>
              <a:gd name="adj" fmla="val 20930"/>
            </a:avLst>
          </a:prstGeom>
          <a:solidFill xmlns:a="http://schemas.openxmlformats.org/drawingml/2006/main">
            <a:srgbClr val="FCFBF6"/>
          </a:solidFill>
          <a:ln xmlns:a="http://schemas.openxmlformats.org/drawingml/2006/main" w="9525">
            <a:solidFill>
              <a:srgbClr val="E5E7DF"/>
            </a:solidFill>
            <a:prstDash val="solid"/>
          </a:ln>
        </p:spPr>
      </p:sp>
      <p:sp>
        <p:nvSpPr>
          <p:cNvPr id="16" name="">
            <a:extLst xmlns:a="http://schemas.openxmlformats.org/drawingml/2006/main">
              <a:ext uri="{FF2B5EF4-FFF2-40B4-BE49-F238E27FC236}">
                <a16:creationId xmlns:a16="http://schemas.microsoft.com/office/drawing/2014/main" id="{9675EC6F-DC49-4737-BE9E-8215D699CAF9}"/>
              </a:ext>
            </a:extLst>
          </p:cNvPr>
          <p:cNvSpPr>
            <a:spLocks xmlns:a="http://schemas.openxmlformats.org/drawingml/2006/main" noGrp="1"/>
          </p:cNvSpPr>
          <p:nvPr/>
        </p:nvSpPr>
        <p:spPr>
          <a:xfrm xmlns:a="http://schemas.openxmlformats.org/drawingml/2006/main">
            <a:off x="933450" y="4381500"/>
            <a:ext cx="781050" cy="247650"/>
          </a:xfrm>
          <a:prstGeom xmlns:a="http://schemas.openxmlformats.org/drawingml/2006/main" prst="roundRect">
            <a:avLst>
              <a:gd name="adj" fmla="val 50000"/>
            </a:avLst>
          </a:prstGeom>
          <a:solidFill xmlns:a="http://schemas.openxmlformats.org/drawingml/2006/main">
            <a:srgbClr val="DFF3EA"/>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780502CB-158A-4352-AC68-7FF8774170FC}"/>
              </a:ext>
            </a:extLst>
          </p:cNvPr>
          <p:cNvSpPr>
            <a:spLocks xmlns:a="http://schemas.openxmlformats.org/drawingml/2006/main" noGrp="1"/>
          </p:cNvSpPr>
          <p:nvPr/>
        </p:nvSpPr>
        <p:spPr>
          <a:xfrm xmlns:a="http://schemas.openxmlformats.org/drawingml/2006/main">
            <a:off x="933450" y="4381500"/>
            <a:ext cx="7810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750" b="1">
                <a:solidFill>
                  <a:srgbClr val="121512"/>
                </a:solidFill>
                <a:latin typeface="Aptos Display"/>
                <a:ea typeface="Aptos Display"/>
                <a:cs typeface="Aptos Display"/>
              </a:defRPr>
            </a:pPr>
            <a:r>
              <a:rPr sz="750" b="1">
                <a:solidFill>
                  <a:srgbClr val="121512"/>
                </a:solidFill>
                <a:latin typeface="Aptos Display"/>
                <a:ea typeface="Aptos Display"/>
                <a:cs typeface="Aptos Display"/>
              </a:rPr>
              <a:t>TEAM</a:t>
            </a:r>
          </a:p>
        </p:txBody>
      </p:sp>
      <p:sp>
        <p:nvSpPr>
          <p:cNvPr id="18" name="">
            <a:extLst xmlns:a="http://schemas.openxmlformats.org/drawingml/2006/main">
              <a:ext uri="{FF2B5EF4-FFF2-40B4-BE49-F238E27FC236}">
                <a16:creationId xmlns:a16="http://schemas.microsoft.com/office/drawing/2014/main" id="{F807BCD6-0851-442C-8307-4D30D0BBDE7C}"/>
              </a:ext>
            </a:extLst>
          </p:cNvPr>
          <p:cNvSpPr>
            <a:spLocks xmlns:a="http://schemas.openxmlformats.org/drawingml/2006/main" noGrp="1"/>
          </p:cNvSpPr>
          <p:nvPr/>
        </p:nvSpPr>
        <p:spPr>
          <a:xfrm xmlns:a="http://schemas.openxmlformats.org/drawingml/2006/main">
            <a:off x="1943100" y="4371975"/>
            <a:ext cx="4191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38" b="1">
                <a:solidFill>
                  <a:srgbClr val="121512"/>
                </a:solidFill>
                <a:latin typeface="Aptos Display"/>
                <a:ea typeface="Aptos Display"/>
                <a:cs typeface="Aptos Display"/>
              </a:defRPr>
            </a:pPr>
            <a:r>
              <a:rPr sz="1238" b="1">
                <a:solidFill>
                  <a:srgbClr val="121512"/>
                </a:solidFill>
                <a:latin typeface="Aptos Display"/>
                <a:ea typeface="Aptos Display"/>
                <a:cs typeface="Aptos Display"/>
              </a:rPr>
              <a:t>Neue Nachricht des Trainerteams.</a:t>
            </a:r>
          </a:p>
        </p:txBody>
      </p:sp>
      <p:sp>
        <p:nvSpPr>
          <p:cNvPr id="19" name="">
            <a:extLst xmlns:a="http://schemas.openxmlformats.org/drawingml/2006/main">
              <a:ext uri="{FF2B5EF4-FFF2-40B4-BE49-F238E27FC236}">
                <a16:creationId xmlns:a16="http://schemas.microsoft.com/office/drawing/2014/main" id="{A804C6EB-7491-4E78-B641-DAD011FB87CF}"/>
              </a:ext>
            </a:extLst>
          </p:cNvPr>
          <p:cNvSpPr>
            <a:spLocks xmlns:a="http://schemas.openxmlformats.org/drawingml/2006/main" noGrp="1"/>
          </p:cNvSpPr>
          <p:nvPr/>
        </p:nvSpPr>
        <p:spPr>
          <a:xfrm xmlns:a="http://schemas.openxmlformats.org/drawingml/2006/main">
            <a:off x="7181850" y="1924050"/>
            <a:ext cx="4133850" cy="3657600"/>
          </a:xfrm>
          <a:prstGeom xmlns:a="http://schemas.openxmlformats.org/drawingml/2006/main" prst="roundRect">
            <a:avLst>
              <a:gd name="adj" fmla="val 6250"/>
            </a:avLst>
          </a:prstGeom>
          <a:solidFill xmlns:a="http://schemas.openxmlformats.org/drawingml/2006/main">
            <a:srgbClr val="121512"/>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5AE87F2-236D-4E44-BC81-619EE4E82140}"/>
              </a:ext>
            </a:extLst>
          </p:cNvPr>
          <p:cNvSpPr>
            <a:spLocks xmlns:a="http://schemas.openxmlformats.org/drawingml/2006/main" noGrp="1"/>
          </p:cNvSpPr>
          <p:nvPr/>
        </p:nvSpPr>
        <p:spPr>
          <a:xfrm xmlns:a="http://schemas.openxmlformats.org/drawingml/2006/main">
            <a:off x="7524750" y="22479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1">
                <a:solidFill>
                  <a:srgbClr val="FFE500"/>
                </a:solidFill>
                <a:latin typeface="Aptos Display"/>
                <a:ea typeface="Aptos Display"/>
                <a:cs typeface="Aptos Display"/>
              </a:defRPr>
            </a:pPr>
            <a:r>
              <a:rPr sz="900" b="1">
                <a:solidFill>
                  <a:srgbClr val="FFE500"/>
                </a:solidFill>
                <a:latin typeface="Aptos Display"/>
                <a:ea typeface="Aptos Display"/>
                <a:cs typeface="Aptos Display"/>
              </a:rPr>
              <a:t>DU ENTSCHEIDEST</a:t>
            </a:r>
          </a:p>
        </p:txBody>
      </p:sp>
      <p:sp>
        <p:nvSpPr>
          <p:cNvPr id="21" name="">
            <a:extLst xmlns:a="http://schemas.openxmlformats.org/drawingml/2006/main">
              <a:ext uri="{FF2B5EF4-FFF2-40B4-BE49-F238E27FC236}">
                <a16:creationId xmlns:a16="http://schemas.microsoft.com/office/drawing/2014/main" id="{196E1E09-8FA6-4EDF-8519-1B67F7CE5493}"/>
              </a:ext>
            </a:extLst>
          </p:cNvPr>
          <p:cNvSpPr>
            <a:spLocks xmlns:a="http://schemas.openxmlformats.org/drawingml/2006/main" noGrp="1"/>
          </p:cNvSpPr>
          <p:nvPr/>
        </p:nvSpPr>
        <p:spPr>
          <a:xfrm xmlns:a="http://schemas.openxmlformats.org/drawingml/2006/main">
            <a:off x="7524750" y="2676525"/>
            <a:ext cx="3238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100" b="1">
                <a:solidFill>
                  <a:srgbClr val="FFFFFF"/>
                </a:solidFill>
                <a:latin typeface="Aptos Display"/>
                <a:ea typeface="Aptos Display"/>
                <a:cs typeface="Aptos Display"/>
              </a:defRPr>
            </a:pPr>
            <a:r>
              <a:rPr sz="2100" b="1">
                <a:solidFill>
                  <a:srgbClr val="FFFFFF"/>
                </a:solidFill>
                <a:latin typeface="Aptos Display"/>
                <a:ea typeface="Aptos Display"/>
                <a:cs typeface="Aptos Display"/>
              </a:rPr>
              <a:t>Push aktivieren?</a:t>
            </a:r>
          </a:p>
        </p:txBody>
      </p:sp>
      <p:sp>
        <p:nvSpPr>
          <p:cNvPr id="22" name="">
            <a:extLst xmlns:a="http://schemas.openxmlformats.org/drawingml/2006/main">
              <a:ext uri="{FF2B5EF4-FFF2-40B4-BE49-F238E27FC236}">
                <a16:creationId xmlns:a16="http://schemas.microsoft.com/office/drawing/2014/main" id="{E0645474-41F9-45F8-BADC-251A005F7EF9}"/>
              </a:ext>
            </a:extLst>
          </p:cNvPr>
          <p:cNvSpPr>
            <a:spLocks xmlns:a="http://schemas.openxmlformats.org/drawingml/2006/main" noGrp="1"/>
          </p:cNvSpPr>
          <p:nvPr/>
        </p:nvSpPr>
        <p:spPr>
          <a:xfrm xmlns:a="http://schemas.openxmlformats.org/drawingml/2006/main">
            <a:off x="7524750" y="3209925"/>
            <a:ext cx="3238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0">
                <a:solidFill>
                  <a:srgbClr val="D7D9D2"/>
                </a:solidFill>
                <a:latin typeface="Aptos"/>
                <a:ea typeface="Aptos"/>
                <a:cs typeface="Aptos"/>
              </a:defRPr>
            </a:pPr>
            <a:r>
              <a:rPr sz="1350" b="0">
                <a:solidFill>
                  <a:srgbClr val="D7D9D2"/>
                </a:solidFill>
                <a:latin typeface="Aptos"/>
                <a:ea typeface="Aptos"/>
                <a:cs typeface="Aptos"/>
              </a:rPr>
              <a:t>Du kannst Mitteilungen jetzt aktivieren, später ändern oder komplett deaktivieren.</a:t>
            </a:r>
          </a:p>
        </p:txBody>
      </p:sp>
      <p:sp>
        <p:nvSpPr>
          <p:cNvPr id="23" name="">
            <a:extLst xmlns:a="http://schemas.openxmlformats.org/drawingml/2006/main">
              <a:ext uri="{FF2B5EF4-FFF2-40B4-BE49-F238E27FC236}">
                <a16:creationId xmlns:a16="http://schemas.microsoft.com/office/drawing/2014/main" id="{0AD88467-5523-4A49-AD29-0DD5EE276BDD}"/>
              </a:ext>
            </a:extLst>
          </p:cNvPr>
          <p:cNvSpPr>
            <a:spLocks xmlns:a="http://schemas.openxmlformats.org/drawingml/2006/main" noGrp="1"/>
          </p:cNvSpPr>
          <p:nvPr/>
        </p:nvSpPr>
        <p:spPr>
          <a:xfrm xmlns:a="http://schemas.openxmlformats.org/drawingml/2006/main">
            <a:off x="7524750" y="4248150"/>
            <a:ext cx="1524000" cy="381000"/>
          </a:xfrm>
          <a:prstGeom xmlns:a="http://schemas.openxmlformats.org/drawingml/2006/main" prst="roundRect">
            <a:avLst>
              <a:gd name="adj" fmla="val 50000"/>
            </a:avLst>
          </a:prstGeom>
          <a:solidFill xmlns:a="http://schemas.openxmlformats.org/drawingml/2006/main">
            <a:srgbClr val="FFE500"/>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A4733660-EEE0-461C-A739-4F56D76F9830}"/>
              </a:ext>
            </a:extLst>
          </p:cNvPr>
          <p:cNvSpPr>
            <a:spLocks xmlns:a="http://schemas.openxmlformats.org/drawingml/2006/main" noGrp="1"/>
          </p:cNvSpPr>
          <p:nvPr/>
        </p:nvSpPr>
        <p:spPr>
          <a:xfrm xmlns:a="http://schemas.openxmlformats.org/drawingml/2006/main">
            <a:off x="7658100" y="4257675"/>
            <a:ext cx="1257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21512"/>
                </a:solidFill>
                <a:latin typeface="Aptos Display"/>
                <a:ea typeface="Aptos Display"/>
                <a:cs typeface="Aptos Display"/>
              </a:defRPr>
            </a:pPr>
            <a:r>
              <a:rPr sz="1200" b="1">
                <a:solidFill>
                  <a:srgbClr val="121512"/>
                </a:solidFill>
                <a:latin typeface="Aptos Display"/>
                <a:ea typeface="Aptos Display"/>
                <a:cs typeface="Aptos Display"/>
              </a:rPr>
              <a:t>AKTIVIEREN</a:t>
            </a:r>
          </a:p>
        </p:txBody>
      </p:sp>
      <p:sp>
        <p:nvSpPr>
          <p:cNvPr id="25" name="">
            <a:extLst xmlns:a="http://schemas.openxmlformats.org/drawingml/2006/main">
              <a:ext uri="{FF2B5EF4-FFF2-40B4-BE49-F238E27FC236}">
                <a16:creationId xmlns:a16="http://schemas.microsoft.com/office/drawing/2014/main" id="{6DAE37EC-DE1E-4613-9F11-061457D4CD95}"/>
              </a:ext>
            </a:extLst>
          </p:cNvPr>
          <p:cNvSpPr>
            <a:spLocks xmlns:a="http://schemas.openxmlformats.org/drawingml/2006/main" noGrp="1"/>
          </p:cNvSpPr>
          <p:nvPr/>
        </p:nvSpPr>
        <p:spPr>
          <a:xfrm xmlns:a="http://schemas.openxmlformats.org/drawingml/2006/main">
            <a:off x="9239250" y="4248150"/>
            <a:ext cx="1524000" cy="381000"/>
          </a:xfrm>
          <a:prstGeom xmlns:a="http://schemas.openxmlformats.org/drawingml/2006/main" prst="roundRect">
            <a:avLst>
              <a:gd name="adj" fmla="val 50000"/>
            </a:avLst>
          </a:prstGeom>
          <a:solidFill xmlns:a="http://schemas.openxmlformats.org/drawingml/2006/main">
            <a:srgbClr val="242821"/>
          </a:solidFill>
          <a:ln xmlns:a="http://schemas.openxmlformats.org/drawingml/2006/main" w="9525">
            <a:solidFill>
              <a:srgbClr val="555A50"/>
            </a:solidFill>
            <a:prstDash val="solid"/>
          </a:ln>
        </p:spPr>
      </p:sp>
      <p:sp>
        <p:nvSpPr>
          <p:cNvPr id="26" name="">
            <a:extLst xmlns:a="http://schemas.openxmlformats.org/drawingml/2006/main">
              <a:ext uri="{FF2B5EF4-FFF2-40B4-BE49-F238E27FC236}">
                <a16:creationId xmlns:a16="http://schemas.microsoft.com/office/drawing/2014/main" id="{3E2F9C9B-99CB-4C43-BEE0-5D18853D004E}"/>
              </a:ext>
            </a:extLst>
          </p:cNvPr>
          <p:cNvSpPr>
            <a:spLocks xmlns:a="http://schemas.openxmlformats.org/drawingml/2006/main" noGrp="1"/>
          </p:cNvSpPr>
          <p:nvPr/>
        </p:nvSpPr>
        <p:spPr>
          <a:xfrm xmlns:a="http://schemas.openxmlformats.org/drawingml/2006/main">
            <a:off x="9372600" y="4257675"/>
            <a:ext cx="1257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FFF"/>
                </a:solidFill>
                <a:latin typeface="Aptos Display"/>
                <a:ea typeface="Aptos Display"/>
                <a:cs typeface="Aptos Display"/>
              </a:defRPr>
            </a:pPr>
            <a:r>
              <a:rPr sz="1200" b="1">
                <a:solidFill>
                  <a:srgbClr val="FFFFFF"/>
                </a:solidFill>
                <a:latin typeface="Aptos Display"/>
                <a:ea typeface="Aptos Display"/>
                <a:cs typeface="Aptos Display"/>
              </a:rPr>
              <a:t>SPÄTER</a:t>
            </a:r>
          </a:p>
        </p:txBody>
      </p:sp>
      <p:sp>
        <p:nvSpPr>
          <p:cNvPr id="27" name="">
            <a:extLst xmlns:a="http://schemas.openxmlformats.org/drawingml/2006/main">
              <a:ext uri="{FF2B5EF4-FFF2-40B4-BE49-F238E27FC236}">
                <a16:creationId xmlns:a16="http://schemas.microsoft.com/office/drawing/2014/main" id="{F335828D-7E26-479C-B857-0AFF874764DC}"/>
              </a:ext>
            </a:extLst>
          </p:cNvPr>
          <p:cNvSpPr>
            <a:spLocks xmlns:a="http://schemas.openxmlformats.org/drawingml/2006/main" noGrp="1"/>
          </p:cNvSpPr>
          <p:nvPr/>
        </p:nvSpPr>
        <p:spPr>
          <a:xfrm xmlns:a="http://schemas.openxmlformats.org/drawingml/2006/main">
            <a:off x="7524750" y="4972050"/>
            <a:ext cx="3238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013" b="0">
                <a:solidFill>
                  <a:srgbClr val="D7D9D2"/>
                </a:solidFill>
                <a:latin typeface="Aptos"/>
                <a:ea typeface="Aptos"/>
                <a:cs typeface="Aptos"/>
              </a:defRPr>
            </a:pPr>
            <a:r>
              <a:rPr sz="1013" b="0">
                <a:solidFill>
                  <a:srgbClr val="D7D9D2"/>
                </a:solidFill>
                <a:latin typeface="Aptos"/>
                <a:ea typeface="Aptos"/>
                <a:cs typeface="Aptos"/>
              </a:rPr>
              <a:t>Die App funktioniert auch ohne Push.</a:t>
            </a:r>
          </a:p>
        </p:txBody>
      </p:sp>
      <p:sp>
        <p:nvSpPr>
          <p:cNvPr id="28" name="">
            <a:extLst xmlns:a="http://schemas.openxmlformats.org/drawingml/2006/main">
              <a:ext uri="{FF2B5EF4-FFF2-40B4-BE49-F238E27FC236}">
                <a16:creationId xmlns:a16="http://schemas.microsoft.com/office/drawing/2014/main" id="{D5C556C5-1264-445C-8DC7-04170103C257}"/>
              </a:ext>
            </a:extLst>
          </p:cNvPr>
          <p:cNvSpPr>
            <a:spLocks xmlns:a="http://schemas.openxmlformats.org/drawingml/2006/main" noGrp="1"/>
          </p:cNvSpPr>
          <p:nvPr/>
        </p:nvSpPr>
        <p:spPr>
          <a:xfrm xmlns:a="http://schemas.openxmlformats.org/drawingml/2006/main">
            <a:off x="533400" y="6572250"/>
            <a:ext cx="733425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713" b="0">
                <a:solidFill>
                  <a:srgbClr val="656961"/>
                </a:solidFill>
                <a:latin typeface="Aptos"/>
                <a:ea typeface="Aptos"/>
                <a:cs typeface="Aptos"/>
              </a:defRPr>
            </a:pPr>
            <a:r>
              <a:rPr sz="713" b="0">
                <a:solidFill>
                  <a:srgbClr val="656961"/>
                </a:solidFill>
                <a:latin typeface="Aptos"/>
                <a:ea typeface="Aptos"/>
                <a:cs typeface="Aptos"/>
              </a:rPr>
              <a:t>FC Teugn Talents · Hilfe für Eltern &amp; Familien</a:t>
            </a:r>
          </a:p>
        </p:txBody>
      </p:sp>
    </p:spTree>
    <p:extLst>
      <p:ext uri="{BB962C8B-B14F-4D97-AF65-F5344CB8AC3E}">
        <p14:creationId xmlns:p14="http://schemas.microsoft.com/office/powerpoint/2010/main" val="1256364921"/>
      </p:ext>
    </p:extLst>
  </p:cSld>
</p:sld>
</file>

<file path=ppt/slides/slide12.xml><?xml version="1.0" encoding="utf-8"?>
<p:sld xmlns:p="http://schemas.openxmlformats.org/presentationml/2006/main">
  <p:cSld>
    <p:bg>
      <p:bgPr>
        <a:solidFill xmlns:a="http://schemas.openxmlformats.org/drawingml/2006/main">
          <a:srgbClr val="FCFBF6"/>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67E559D2-8ED0-47C5-B296-59B2AF783E42}"/>
              </a:ext>
            </a:extLst>
          </p:cNvPr>
          <p:cNvSpPr>
            <a:spLocks xmlns:a="http://schemas.openxmlformats.org/drawingml/2006/main" noGrp="1"/>
          </p:cNvSpPr>
          <p:nvPr/>
        </p:nvSpPr>
        <p:spPr>
          <a:xfrm xmlns:a="http://schemas.openxmlformats.org/drawingml/2006/main">
            <a:off x="533400" y="2667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7B6900"/>
                </a:solidFill>
                <a:latin typeface="Aptos Display"/>
                <a:ea typeface="Aptos Display"/>
                <a:cs typeface="Aptos Display"/>
              </a:defRPr>
            </a:pPr>
            <a:r>
              <a:rPr sz="975" b="1">
                <a:solidFill>
                  <a:srgbClr val="7B6900"/>
                </a:solidFill>
                <a:latin typeface="Aptos Display"/>
                <a:ea typeface="Aptos Display"/>
                <a:cs typeface="Aptos Display"/>
              </a:rPr>
              <a:t>KONTO &amp; DATENSCHUTZ</a:t>
            </a:r>
          </a:p>
        </p:txBody>
      </p:sp>
      <p:sp>
        <p:nvSpPr>
          <p:cNvPr id="2" name="">
            <a:extLst xmlns:a="http://schemas.openxmlformats.org/drawingml/2006/main">
              <a:ext uri="{FF2B5EF4-FFF2-40B4-BE49-F238E27FC236}">
                <a16:creationId xmlns:a16="http://schemas.microsoft.com/office/drawing/2014/main" id="{05DF775A-A77E-4E43-AD2C-08752360D8A2}"/>
              </a:ext>
            </a:extLst>
          </p:cNvPr>
          <p:cNvSpPr>
            <a:spLocks xmlns:a="http://schemas.openxmlformats.org/drawingml/2006/main" noGrp="1"/>
          </p:cNvSpPr>
          <p:nvPr/>
        </p:nvSpPr>
        <p:spPr>
          <a:xfrm xmlns:a="http://schemas.openxmlformats.org/drawingml/2006/main">
            <a:off x="533400" y="552450"/>
            <a:ext cx="1028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625" b="1">
                <a:solidFill>
                  <a:srgbClr val="121512"/>
                </a:solidFill>
                <a:latin typeface="Aptos Display"/>
                <a:ea typeface="Aptos Display"/>
                <a:cs typeface="Aptos Display"/>
              </a:defRPr>
            </a:pPr>
            <a:r>
              <a:rPr sz="2625" b="1">
                <a:solidFill>
                  <a:srgbClr val="121512"/>
                </a:solidFill>
                <a:latin typeface="Aptos Display"/>
                <a:ea typeface="Aptos Display"/>
                <a:cs typeface="Aptos Display"/>
              </a:rPr>
              <a:t>Deine Daten bleiben unter deiner Kontrolle</a:t>
            </a:r>
          </a:p>
        </p:txBody>
      </p:sp>
      <p:sp>
        <p:nvSpPr>
          <p:cNvPr id="3" name="">
            <a:extLst xmlns:a="http://schemas.openxmlformats.org/drawingml/2006/main">
              <a:ext uri="{FF2B5EF4-FFF2-40B4-BE49-F238E27FC236}">
                <a16:creationId xmlns:a16="http://schemas.microsoft.com/office/drawing/2014/main" id="{58D7B1A3-519E-454A-BD5C-3BC9521AB57C}"/>
              </a:ext>
            </a:extLst>
          </p:cNvPr>
          <p:cNvSpPr>
            <a:spLocks xmlns:a="http://schemas.openxmlformats.org/drawingml/2006/main" noGrp="1"/>
          </p:cNvSpPr>
          <p:nvPr/>
        </p:nvSpPr>
        <p:spPr>
          <a:xfrm xmlns:a="http://schemas.openxmlformats.org/drawingml/2006/main">
            <a:off x="533400" y="1143000"/>
            <a:ext cx="990600" cy="57150"/>
          </a:xfrm>
          <a:prstGeom xmlns:a="http://schemas.openxmlformats.org/drawingml/2006/main" prst="roundRect">
            <a:avLst>
              <a:gd name="adj" fmla="val 50000"/>
            </a:avLst>
          </a:prstGeom>
          <a:solidFill xmlns:a="http://schemas.openxmlformats.org/drawingml/2006/main">
            <a:srgbClr val="FFE50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A89BF17-696E-465D-86BA-1A5B7E18D96E}"/>
              </a:ext>
            </a:extLst>
          </p:cNvPr>
          <p:cNvSpPr>
            <a:spLocks xmlns:a="http://schemas.openxmlformats.org/drawingml/2006/main" noGrp="1"/>
          </p:cNvSpPr>
          <p:nvPr/>
        </p:nvSpPr>
        <p:spPr>
          <a:xfrm xmlns:a="http://schemas.openxmlformats.org/drawingml/2006/main">
            <a:off x="10896600" y="266700"/>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1">
                <a:solidFill>
                  <a:srgbClr val="656961"/>
                </a:solidFill>
                <a:latin typeface="Aptos Display"/>
                <a:ea typeface="Aptos Display"/>
                <a:cs typeface="Aptos Display"/>
              </a:defRPr>
            </a:pPr>
            <a:r>
              <a:rPr sz="900" b="1">
                <a:solidFill>
                  <a:srgbClr val="656961"/>
                </a:solidFill>
                <a:latin typeface="Aptos Display"/>
                <a:ea typeface="Aptos Display"/>
                <a:cs typeface="Aptos Display"/>
              </a:rPr>
              <a:t>12</a:t>
            </a:r>
          </a:p>
        </p:txBody>
      </p:sp>
      <p:sp>
        <p:nvSpPr>
          <p:cNvPr id="5" name="">
            <a:extLst xmlns:a="http://schemas.openxmlformats.org/drawingml/2006/main">
              <a:ext uri="{FF2B5EF4-FFF2-40B4-BE49-F238E27FC236}">
                <a16:creationId xmlns:a16="http://schemas.microsoft.com/office/drawing/2014/main" id="{06D0B790-D265-482B-9002-DE6E90D706A9}"/>
              </a:ext>
            </a:extLst>
          </p:cNvPr>
          <p:cNvSpPr>
            <a:spLocks xmlns:a="http://schemas.openxmlformats.org/drawingml/2006/main" noGrp="1"/>
          </p:cNvSpPr>
          <p:nvPr/>
        </p:nvSpPr>
        <p:spPr>
          <a:xfrm xmlns:a="http://schemas.openxmlformats.org/drawingml/2006/main">
            <a:off x="533400" y="1352550"/>
            <a:ext cx="106680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75" b="0">
                <a:solidFill>
                  <a:srgbClr val="656961"/>
                </a:solidFill>
                <a:latin typeface="Aptos"/>
                <a:ea typeface="Aptos"/>
                <a:cs typeface="Aptos"/>
              </a:defRPr>
            </a:pPr>
            <a:r>
              <a:rPr sz="1275" b="0">
                <a:solidFill>
                  <a:srgbClr val="656961"/>
                </a:solidFill>
                <a:latin typeface="Aptos"/>
                <a:ea typeface="Aptos"/>
                <a:cs typeface="Aptos"/>
              </a:rPr>
              <a:t>Persönliche Angaben, Passwort und Einwilligungen lassen sich selbst verwalten.</a:t>
            </a:r>
          </a:p>
        </p:txBody>
      </p:sp>
      <p:sp>
        <p:nvSpPr>
          <p:cNvPr id="6" name="">
            <a:extLst xmlns:a="http://schemas.openxmlformats.org/drawingml/2006/main">
              <a:ext uri="{FF2B5EF4-FFF2-40B4-BE49-F238E27FC236}">
                <a16:creationId xmlns:a16="http://schemas.microsoft.com/office/drawing/2014/main" id="{199F864A-EA3F-4E19-93DB-9D029CBB1080}"/>
              </a:ext>
            </a:extLst>
          </p:cNvPr>
          <p:cNvSpPr>
            <a:spLocks xmlns:a="http://schemas.openxmlformats.org/drawingml/2006/main" noGrp="1"/>
          </p:cNvSpPr>
          <p:nvPr/>
        </p:nvSpPr>
        <p:spPr>
          <a:xfrm xmlns:a="http://schemas.openxmlformats.org/drawingml/2006/main">
            <a:off x="533400" y="1952625"/>
            <a:ext cx="5467350" cy="1504950"/>
          </a:xfrm>
          <a:prstGeom xmlns:a="http://schemas.openxmlformats.org/drawingml/2006/main" prst="roundRect">
            <a:avLst>
              <a:gd name="adj" fmla="val 13924"/>
            </a:avLst>
          </a:prstGeom>
          <a:solidFill xmlns:a="http://schemas.openxmlformats.org/drawingml/2006/main">
            <a:srgbClr val="FFFFFF"/>
          </a:solidFill>
          <a:ln xmlns:a="http://schemas.openxmlformats.org/drawingml/2006/main" w="9525">
            <a:solidFill>
              <a:srgbClr val="E5E7DF"/>
            </a:solidFill>
            <a:prstDash val="solid"/>
          </a:ln>
        </p:spPr>
      </p:sp>
      <p:sp>
        <p:nvSpPr>
          <p:cNvPr id="7" name="">
            <a:extLst xmlns:a="http://schemas.openxmlformats.org/drawingml/2006/main">
              <a:ext uri="{FF2B5EF4-FFF2-40B4-BE49-F238E27FC236}">
                <a16:creationId xmlns:a16="http://schemas.microsoft.com/office/drawing/2014/main" id="{0C4C7B03-0278-43C1-8484-66130A7FFF8D}"/>
              </a:ext>
            </a:extLst>
          </p:cNvPr>
          <p:cNvSpPr>
            <a:spLocks xmlns:a="http://schemas.openxmlformats.org/drawingml/2006/main" noGrp="1"/>
          </p:cNvSpPr>
          <p:nvPr/>
        </p:nvSpPr>
        <p:spPr>
          <a:xfrm xmlns:a="http://schemas.openxmlformats.org/drawingml/2006/main">
            <a:off x="762000" y="2181225"/>
            <a:ext cx="1428750" cy="285750"/>
          </a:xfrm>
          <a:prstGeom xmlns:a="http://schemas.openxmlformats.org/drawingml/2006/main" prst="roundRect">
            <a:avLst>
              <a:gd name="adj" fmla="val 50000"/>
            </a:avLst>
          </a:prstGeom>
          <a:solidFill xmlns:a="http://schemas.openxmlformats.org/drawingml/2006/main">
            <a:srgbClr val="E4EFF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27FFC14-9B85-4722-B125-A3E75D9EC649}"/>
              </a:ext>
            </a:extLst>
          </p:cNvPr>
          <p:cNvSpPr>
            <a:spLocks xmlns:a="http://schemas.openxmlformats.org/drawingml/2006/main" noGrp="1"/>
          </p:cNvSpPr>
          <p:nvPr/>
        </p:nvSpPr>
        <p:spPr>
          <a:xfrm xmlns:a="http://schemas.openxmlformats.org/drawingml/2006/main">
            <a:off x="762000" y="2181225"/>
            <a:ext cx="1428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788" b="1">
                <a:solidFill>
                  <a:srgbClr val="121512"/>
                </a:solidFill>
                <a:latin typeface="Aptos Display"/>
                <a:ea typeface="Aptos Display"/>
                <a:cs typeface="Aptos Display"/>
              </a:defRPr>
            </a:pPr>
            <a:r>
              <a:rPr sz="788" b="1">
                <a:solidFill>
                  <a:srgbClr val="121512"/>
                </a:solidFill>
                <a:latin typeface="Aptos Display"/>
                <a:ea typeface="Aptos Display"/>
                <a:cs typeface="Aptos Display"/>
              </a:rPr>
              <a:t>PERSÖNLICHE DATEN</a:t>
            </a:r>
          </a:p>
        </p:txBody>
      </p:sp>
      <p:sp>
        <p:nvSpPr>
          <p:cNvPr id="9" name="">
            <a:extLst xmlns:a="http://schemas.openxmlformats.org/drawingml/2006/main">
              <a:ext uri="{FF2B5EF4-FFF2-40B4-BE49-F238E27FC236}">
                <a16:creationId xmlns:a16="http://schemas.microsoft.com/office/drawing/2014/main" id="{1E5BD202-6380-48D8-ABAB-B007831F2D49}"/>
              </a:ext>
            </a:extLst>
          </p:cNvPr>
          <p:cNvSpPr>
            <a:spLocks xmlns:a="http://schemas.openxmlformats.org/drawingml/2006/main" noGrp="1"/>
          </p:cNvSpPr>
          <p:nvPr/>
        </p:nvSpPr>
        <p:spPr>
          <a:xfrm xmlns:a="http://schemas.openxmlformats.org/drawingml/2006/main">
            <a:off x="762000" y="2695575"/>
            <a:ext cx="50101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13" b="1">
                <a:solidFill>
                  <a:srgbClr val="121512"/>
                </a:solidFill>
                <a:latin typeface="Aptos Display"/>
                <a:ea typeface="Aptos Display"/>
                <a:cs typeface="Aptos Display"/>
              </a:defRPr>
            </a:pPr>
            <a:r>
              <a:rPr sz="1313" b="1">
                <a:solidFill>
                  <a:srgbClr val="121512"/>
                </a:solidFill>
                <a:latin typeface="Aptos Display"/>
                <a:ea typeface="Aptos Display"/>
                <a:cs typeface="Aptos Display"/>
              </a:rPr>
              <a:t>Name, E-Mail und Kontaktdaten prüfen und aktualisieren.</a:t>
            </a:r>
          </a:p>
        </p:txBody>
      </p:sp>
      <p:sp>
        <p:nvSpPr>
          <p:cNvPr id="10" name="">
            <a:extLst xmlns:a="http://schemas.openxmlformats.org/drawingml/2006/main">
              <a:ext uri="{FF2B5EF4-FFF2-40B4-BE49-F238E27FC236}">
                <a16:creationId xmlns:a16="http://schemas.microsoft.com/office/drawing/2014/main" id="{95646435-9ED1-4D90-9217-D42DD31BAC5B}"/>
              </a:ext>
            </a:extLst>
          </p:cNvPr>
          <p:cNvSpPr>
            <a:spLocks xmlns:a="http://schemas.openxmlformats.org/drawingml/2006/main" noGrp="1"/>
          </p:cNvSpPr>
          <p:nvPr/>
        </p:nvSpPr>
        <p:spPr>
          <a:xfrm xmlns:a="http://schemas.openxmlformats.org/drawingml/2006/main">
            <a:off x="6191250" y="1952625"/>
            <a:ext cx="5467350" cy="1504950"/>
          </a:xfrm>
          <a:prstGeom xmlns:a="http://schemas.openxmlformats.org/drawingml/2006/main" prst="roundRect">
            <a:avLst>
              <a:gd name="adj" fmla="val 13924"/>
            </a:avLst>
          </a:prstGeom>
          <a:solidFill xmlns:a="http://schemas.openxmlformats.org/drawingml/2006/main">
            <a:srgbClr val="FFFFFF"/>
          </a:solidFill>
          <a:ln xmlns:a="http://schemas.openxmlformats.org/drawingml/2006/main" w="9525">
            <a:solidFill>
              <a:srgbClr val="E5E7DF"/>
            </a:solidFill>
            <a:prstDash val="solid"/>
          </a:ln>
        </p:spPr>
      </p:sp>
      <p:sp>
        <p:nvSpPr>
          <p:cNvPr id="11" name="">
            <a:extLst xmlns:a="http://schemas.openxmlformats.org/drawingml/2006/main">
              <a:ext uri="{FF2B5EF4-FFF2-40B4-BE49-F238E27FC236}">
                <a16:creationId xmlns:a16="http://schemas.microsoft.com/office/drawing/2014/main" id="{D4332608-E39E-42A5-B82D-11B4154A001F}"/>
              </a:ext>
            </a:extLst>
          </p:cNvPr>
          <p:cNvSpPr>
            <a:spLocks xmlns:a="http://schemas.openxmlformats.org/drawingml/2006/main" noGrp="1"/>
          </p:cNvSpPr>
          <p:nvPr/>
        </p:nvSpPr>
        <p:spPr>
          <a:xfrm xmlns:a="http://schemas.openxmlformats.org/drawingml/2006/main">
            <a:off x="6419850" y="2181225"/>
            <a:ext cx="1428750" cy="285750"/>
          </a:xfrm>
          <a:prstGeom xmlns:a="http://schemas.openxmlformats.org/drawingml/2006/main" prst="roundRect">
            <a:avLst>
              <a:gd name="adj" fmla="val 50000"/>
            </a:avLst>
          </a:prstGeom>
          <a:solidFill xmlns:a="http://schemas.openxmlformats.org/drawingml/2006/main">
            <a:srgbClr val="FFF5A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A5C6E2B-98D0-42AD-80DB-F64BC4EA4E44}"/>
              </a:ext>
            </a:extLst>
          </p:cNvPr>
          <p:cNvSpPr>
            <a:spLocks xmlns:a="http://schemas.openxmlformats.org/drawingml/2006/main" noGrp="1"/>
          </p:cNvSpPr>
          <p:nvPr/>
        </p:nvSpPr>
        <p:spPr>
          <a:xfrm xmlns:a="http://schemas.openxmlformats.org/drawingml/2006/main">
            <a:off x="6419850" y="2181225"/>
            <a:ext cx="1428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788" b="1">
                <a:solidFill>
                  <a:srgbClr val="121512"/>
                </a:solidFill>
                <a:latin typeface="Aptos Display"/>
                <a:ea typeface="Aptos Display"/>
                <a:cs typeface="Aptos Display"/>
              </a:defRPr>
            </a:pPr>
            <a:r>
              <a:rPr sz="788" b="1">
                <a:solidFill>
                  <a:srgbClr val="121512"/>
                </a:solidFill>
                <a:latin typeface="Aptos Display"/>
                <a:ea typeface="Aptos Display"/>
                <a:cs typeface="Aptos Display"/>
              </a:rPr>
              <a:t>PASSWORT</a:t>
            </a:r>
          </a:p>
        </p:txBody>
      </p:sp>
      <p:sp>
        <p:nvSpPr>
          <p:cNvPr id="13" name="">
            <a:extLst xmlns:a="http://schemas.openxmlformats.org/drawingml/2006/main">
              <a:ext uri="{FF2B5EF4-FFF2-40B4-BE49-F238E27FC236}">
                <a16:creationId xmlns:a16="http://schemas.microsoft.com/office/drawing/2014/main" id="{DF99BB6C-5CEB-4CC7-9624-DBDA66134739}"/>
              </a:ext>
            </a:extLst>
          </p:cNvPr>
          <p:cNvSpPr>
            <a:spLocks xmlns:a="http://schemas.openxmlformats.org/drawingml/2006/main" noGrp="1"/>
          </p:cNvSpPr>
          <p:nvPr/>
        </p:nvSpPr>
        <p:spPr>
          <a:xfrm xmlns:a="http://schemas.openxmlformats.org/drawingml/2006/main">
            <a:off x="6419850" y="2695575"/>
            <a:ext cx="50101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13" b="1">
                <a:solidFill>
                  <a:srgbClr val="121512"/>
                </a:solidFill>
                <a:latin typeface="Aptos Display"/>
                <a:ea typeface="Aptos Display"/>
                <a:cs typeface="Aptos Display"/>
              </a:defRPr>
            </a:pPr>
            <a:r>
              <a:rPr sz="1313" b="1">
                <a:solidFill>
                  <a:srgbClr val="121512"/>
                </a:solidFill>
                <a:latin typeface="Aptos Display"/>
                <a:ea typeface="Aptos Display"/>
                <a:cs typeface="Aptos Display"/>
              </a:rPr>
              <a:t>Eigenes Passwort sicher ändern; bei Bedarf zurücksetzen.</a:t>
            </a:r>
          </a:p>
        </p:txBody>
      </p:sp>
      <p:sp>
        <p:nvSpPr>
          <p:cNvPr id="14" name="">
            <a:extLst xmlns:a="http://schemas.openxmlformats.org/drawingml/2006/main">
              <a:ext uri="{FF2B5EF4-FFF2-40B4-BE49-F238E27FC236}">
                <a16:creationId xmlns:a16="http://schemas.microsoft.com/office/drawing/2014/main" id="{CF30EE67-C20C-45F0-8F05-6972A380F5FD}"/>
              </a:ext>
            </a:extLst>
          </p:cNvPr>
          <p:cNvSpPr>
            <a:spLocks xmlns:a="http://schemas.openxmlformats.org/drawingml/2006/main" noGrp="1"/>
          </p:cNvSpPr>
          <p:nvPr/>
        </p:nvSpPr>
        <p:spPr>
          <a:xfrm xmlns:a="http://schemas.openxmlformats.org/drawingml/2006/main">
            <a:off x="533400" y="3762375"/>
            <a:ext cx="5467350" cy="1504950"/>
          </a:xfrm>
          <a:prstGeom xmlns:a="http://schemas.openxmlformats.org/drawingml/2006/main" prst="roundRect">
            <a:avLst>
              <a:gd name="adj" fmla="val 13924"/>
            </a:avLst>
          </a:prstGeom>
          <a:solidFill xmlns:a="http://schemas.openxmlformats.org/drawingml/2006/main">
            <a:srgbClr val="FFFFFF"/>
          </a:solidFill>
          <a:ln xmlns:a="http://schemas.openxmlformats.org/drawingml/2006/main" w="9525">
            <a:solidFill>
              <a:srgbClr val="E5E7DF"/>
            </a:solidFill>
            <a:prstDash val="solid"/>
          </a:ln>
        </p:spPr>
      </p:sp>
      <p:sp>
        <p:nvSpPr>
          <p:cNvPr id="15" name="">
            <a:extLst xmlns:a="http://schemas.openxmlformats.org/drawingml/2006/main">
              <a:ext uri="{FF2B5EF4-FFF2-40B4-BE49-F238E27FC236}">
                <a16:creationId xmlns:a16="http://schemas.microsoft.com/office/drawing/2014/main" id="{5F1B4117-E2F8-4AEC-8CDA-09FB0AABB7B3}"/>
              </a:ext>
            </a:extLst>
          </p:cNvPr>
          <p:cNvSpPr>
            <a:spLocks xmlns:a="http://schemas.openxmlformats.org/drawingml/2006/main" noGrp="1"/>
          </p:cNvSpPr>
          <p:nvPr/>
        </p:nvSpPr>
        <p:spPr>
          <a:xfrm xmlns:a="http://schemas.openxmlformats.org/drawingml/2006/main">
            <a:off x="762000" y="3990975"/>
            <a:ext cx="1428750" cy="285750"/>
          </a:xfrm>
          <a:prstGeom xmlns:a="http://schemas.openxmlformats.org/drawingml/2006/main" prst="roundRect">
            <a:avLst>
              <a:gd name="adj" fmla="val 50000"/>
            </a:avLst>
          </a:prstGeom>
          <a:solidFill xmlns:a="http://schemas.openxmlformats.org/drawingml/2006/main">
            <a:srgbClr val="DFF3EA"/>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0ACA7678-DCA4-4088-AB88-8859E8650EF5}"/>
              </a:ext>
            </a:extLst>
          </p:cNvPr>
          <p:cNvSpPr>
            <a:spLocks xmlns:a="http://schemas.openxmlformats.org/drawingml/2006/main" noGrp="1"/>
          </p:cNvSpPr>
          <p:nvPr/>
        </p:nvSpPr>
        <p:spPr>
          <a:xfrm xmlns:a="http://schemas.openxmlformats.org/drawingml/2006/main">
            <a:off x="762000" y="3990975"/>
            <a:ext cx="1428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788" b="1">
                <a:solidFill>
                  <a:srgbClr val="121512"/>
                </a:solidFill>
                <a:latin typeface="Aptos Display"/>
                <a:ea typeface="Aptos Display"/>
                <a:cs typeface="Aptos Display"/>
              </a:defRPr>
            </a:pPr>
            <a:r>
              <a:rPr sz="788" b="1">
                <a:solidFill>
                  <a:srgbClr val="121512"/>
                </a:solidFill>
                <a:latin typeface="Aptos Display"/>
                <a:ea typeface="Aptos Display"/>
                <a:cs typeface="Aptos Display"/>
              </a:rPr>
              <a:t>EINWILLIGUNGEN</a:t>
            </a:r>
          </a:p>
        </p:txBody>
      </p:sp>
      <p:sp>
        <p:nvSpPr>
          <p:cNvPr id="17" name="">
            <a:extLst xmlns:a="http://schemas.openxmlformats.org/drawingml/2006/main">
              <a:ext uri="{FF2B5EF4-FFF2-40B4-BE49-F238E27FC236}">
                <a16:creationId xmlns:a16="http://schemas.microsoft.com/office/drawing/2014/main" id="{463AA5CC-88D8-49DE-86A2-C360201352A5}"/>
              </a:ext>
            </a:extLst>
          </p:cNvPr>
          <p:cNvSpPr>
            <a:spLocks xmlns:a="http://schemas.openxmlformats.org/drawingml/2006/main" noGrp="1"/>
          </p:cNvSpPr>
          <p:nvPr/>
        </p:nvSpPr>
        <p:spPr>
          <a:xfrm xmlns:a="http://schemas.openxmlformats.org/drawingml/2006/main">
            <a:off x="762000" y="4505325"/>
            <a:ext cx="50101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13" b="1">
                <a:solidFill>
                  <a:srgbClr val="121512"/>
                </a:solidFill>
                <a:latin typeface="Aptos Display"/>
                <a:ea typeface="Aptos Display"/>
                <a:cs typeface="Aptos Display"/>
              </a:defRPr>
            </a:pPr>
            <a:r>
              <a:rPr sz="1313" b="1">
                <a:solidFill>
                  <a:srgbClr val="121512"/>
                </a:solidFill>
                <a:latin typeface="Aptos Display"/>
                <a:ea typeface="Aptos Display"/>
                <a:cs typeface="Aptos Display"/>
              </a:rPr>
              <a:t>Datenschutz- und Fotoeinwilligungen einzeln ansehen und entscheiden.</a:t>
            </a:r>
          </a:p>
        </p:txBody>
      </p:sp>
      <p:sp>
        <p:nvSpPr>
          <p:cNvPr id="18" name="">
            <a:extLst xmlns:a="http://schemas.openxmlformats.org/drawingml/2006/main">
              <a:ext uri="{FF2B5EF4-FFF2-40B4-BE49-F238E27FC236}">
                <a16:creationId xmlns:a16="http://schemas.microsoft.com/office/drawing/2014/main" id="{483A69A8-03F0-4C32-BD92-15D87EE634D4}"/>
              </a:ext>
            </a:extLst>
          </p:cNvPr>
          <p:cNvSpPr>
            <a:spLocks xmlns:a="http://schemas.openxmlformats.org/drawingml/2006/main" noGrp="1"/>
          </p:cNvSpPr>
          <p:nvPr/>
        </p:nvSpPr>
        <p:spPr>
          <a:xfrm xmlns:a="http://schemas.openxmlformats.org/drawingml/2006/main">
            <a:off x="6191250" y="3762375"/>
            <a:ext cx="5467350" cy="1504950"/>
          </a:xfrm>
          <a:prstGeom xmlns:a="http://schemas.openxmlformats.org/drawingml/2006/main" prst="roundRect">
            <a:avLst>
              <a:gd name="adj" fmla="val 13924"/>
            </a:avLst>
          </a:prstGeom>
          <a:solidFill xmlns:a="http://schemas.openxmlformats.org/drawingml/2006/main">
            <a:srgbClr val="FFFFFF"/>
          </a:solidFill>
          <a:ln xmlns:a="http://schemas.openxmlformats.org/drawingml/2006/main" w="9525">
            <a:solidFill>
              <a:srgbClr val="E5E7DF"/>
            </a:solidFill>
            <a:prstDash val="solid"/>
          </a:ln>
        </p:spPr>
      </p:sp>
      <p:sp>
        <p:nvSpPr>
          <p:cNvPr id="19" name="">
            <a:extLst xmlns:a="http://schemas.openxmlformats.org/drawingml/2006/main">
              <a:ext uri="{FF2B5EF4-FFF2-40B4-BE49-F238E27FC236}">
                <a16:creationId xmlns:a16="http://schemas.microsoft.com/office/drawing/2014/main" id="{ACBC8FDA-0488-4935-B959-F60154A30443}"/>
              </a:ext>
            </a:extLst>
          </p:cNvPr>
          <p:cNvSpPr>
            <a:spLocks xmlns:a="http://schemas.openxmlformats.org/drawingml/2006/main" noGrp="1"/>
          </p:cNvSpPr>
          <p:nvPr/>
        </p:nvSpPr>
        <p:spPr>
          <a:xfrm xmlns:a="http://schemas.openxmlformats.org/drawingml/2006/main">
            <a:off x="6419850" y="3990975"/>
            <a:ext cx="1428750" cy="285750"/>
          </a:xfrm>
          <a:prstGeom xmlns:a="http://schemas.openxmlformats.org/drawingml/2006/main" prst="roundRect">
            <a:avLst>
              <a:gd name="adj" fmla="val 50000"/>
            </a:avLst>
          </a:prstGeom>
          <a:solidFill xmlns:a="http://schemas.openxmlformats.org/drawingml/2006/main">
            <a:srgbClr val="FBE7E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1C0B23AD-D682-4142-93EF-FC2CECB840BD}"/>
              </a:ext>
            </a:extLst>
          </p:cNvPr>
          <p:cNvSpPr>
            <a:spLocks xmlns:a="http://schemas.openxmlformats.org/drawingml/2006/main" noGrp="1"/>
          </p:cNvSpPr>
          <p:nvPr/>
        </p:nvSpPr>
        <p:spPr>
          <a:xfrm xmlns:a="http://schemas.openxmlformats.org/drawingml/2006/main">
            <a:off x="6419850" y="3990975"/>
            <a:ext cx="1428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788" b="1">
                <a:solidFill>
                  <a:srgbClr val="121512"/>
                </a:solidFill>
                <a:latin typeface="Aptos Display"/>
                <a:ea typeface="Aptos Display"/>
                <a:cs typeface="Aptos Display"/>
              </a:defRPr>
            </a:pPr>
            <a:r>
              <a:rPr sz="788" b="1">
                <a:solidFill>
                  <a:srgbClr val="121512"/>
                </a:solidFill>
                <a:latin typeface="Aptos Display"/>
                <a:ea typeface="Aptos Display"/>
                <a:cs typeface="Aptos Display"/>
              </a:rPr>
              <a:t>SICHTBARKEIT</a:t>
            </a:r>
          </a:p>
        </p:txBody>
      </p:sp>
      <p:sp>
        <p:nvSpPr>
          <p:cNvPr id="21" name="">
            <a:extLst xmlns:a="http://schemas.openxmlformats.org/drawingml/2006/main">
              <a:ext uri="{FF2B5EF4-FFF2-40B4-BE49-F238E27FC236}">
                <a16:creationId xmlns:a16="http://schemas.microsoft.com/office/drawing/2014/main" id="{01529245-1116-4631-A274-DE7741F993DF}"/>
              </a:ext>
            </a:extLst>
          </p:cNvPr>
          <p:cNvSpPr>
            <a:spLocks xmlns:a="http://schemas.openxmlformats.org/drawingml/2006/main" noGrp="1"/>
          </p:cNvSpPr>
          <p:nvPr/>
        </p:nvSpPr>
        <p:spPr>
          <a:xfrm xmlns:a="http://schemas.openxmlformats.org/drawingml/2006/main">
            <a:off x="6419850" y="4505325"/>
            <a:ext cx="50101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13" b="1">
                <a:solidFill>
                  <a:srgbClr val="121512"/>
                </a:solidFill>
                <a:latin typeface="Aptos Display"/>
                <a:ea typeface="Aptos Display"/>
                <a:cs typeface="Aptos Display"/>
              </a:defRPr>
            </a:pPr>
            <a:r>
              <a:rPr sz="1313" b="1">
                <a:solidFill>
                  <a:srgbClr val="121512"/>
                </a:solidFill>
                <a:latin typeface="Aptos Display"/>
                <a:ea typeface="Aptos Display"/>
                <a:cs typeface="Aptos Display"/>
              </a:rPr>
              <a:t>Mannschaftsfotos bleiben sichtbar; personenbezogene Freigaben gelten getrennt.</a:t>
            </a:r>
          </a:p>
        </p:txBody>
      </p:sp>
      <p:sp>
        <p:nvSpPr>
          <p:cNvPr id="22" name="">
            <a:extLst xmlns:a="http://schemas.openxmlformats.org/drawingml/2006/main">
              <a:ext uri="{FF2B5EF4-FFF2-40B4-BE49-F238E27FC236}">
                <a16:creationId xmlns:a16="http://schemas.microsoft.com/office/drawing/2014/main" id="{394E58B0-9C8E-4FC8-ABC8-B4FB51FEE050}"/>
              </a:ext>
            </a:extLst>
          </p:cNvPr>
          <p:cNvSpPr>
            <a:spLocks xmlns:a="http://schemas.openxmlformats.org/drawingml/2006/main" noGrp="1"/>
          </p:cNvSpPr>
          <p:nvPr/>
        </p:nvSpPr>
        <p:spPr>
          <a:xfrm xmlns:a="http://schemas.openxmlformats.org/drawingml/2006/main">
            <a:off x="2628900" y="5600700"/>
            <a:ext cx="6934200" cy="514350"/>
          </a:xfrm>
          <a:prstGeom xmlns:a="http://schemas.openxmlformats.org/drawingml/2006/main" prst="roundRect">
            <a:avLst>
              <a:gd name="adj" fmla="val 29630"/>
            </a:avLst>
          </a:prstGeom>
          <a:solidFill xmlns:a="http://schemas.openxmlformats.org/drawingml/2006/main">
            <a:srgbClr val="121512"/>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DBEB5ECD-2B3C-4E8C-8448-99959B451EE8}"/>
              </a:ext>
            </a:extLst>
          </p:cNvPr>
          <p:cNvSpPr>
            <a:spLocks xmlns:a="http://schemas.openxmlformats.org/drawingml/2006/main" noGrp="1"/>
          </p:cNvSpPr>
          <p:nvPr/>
        </p:nvSpPr>
        <p:spPr>
          <a:xfrm xmlns:a="http://schemas.openxmlformats.org/drawingml/2006/main">
            <a:off x="2819400" y="5715000"/>
            <a:ext cx="6553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FFF"/>
                </a:solidFill>
                <a:latin typeface="Aptos Display"/>
                <a:ea typeface="Aptos Display"/>
                <a:cs typeface="Aptos Display"/>
              </a:defRPr>
            </a:pPr>
            <a:r>
              <a:rPr sz="1275" b="1">
                <a:solidFill>
                  <a:srgbClr val="FFFFFF"/>
                </a:solidFill>
                <a:latin typeface="Aptos Display"/>
                <a:ea typeface="Aptos Display"/>
                <a:cs typeface="Aptos Display"/>
              </a:rPr>
              <a:t>Pfad: Mehr → Mein Konto oder Datenschutz &amp; Einwilligungen</a:t>
            </a:r>
          </a:p>
        </p:txBody>
      </p:sp>
      <p:sp>
        <p:nvSpPr>
          <p:cNvPr id="24" name="">
            <a:extLst xmlns:a="http://schemas.openxmlformats.org/drawingml/2006/main">
              <a:ext uri="{FF2B5EF4-FFF2-40B4-BE49-F238E27FC236}">
                <a16:creationId xmlns:a16="http://schemas.microsoft.com/office/drawing/2014/main" id="{5250A104-55E6-4BA5-AB05-B8E11F0FEAEB}"/>
              </a:ext>
            </a:extLst>
          </p:cNvPr>
          <p:cNvSpPr>
            <a:spLocks xmlns:a="http://schemas.openxmlformats.org/drawingml/2006/main" noGrp="1"/>
          </p:cNvSpPr>
          <p:nvPr/>
        </p:nvSpPr>
        <p:spPr>
          <a:xfrm xmlns:a="http://schemas.openxmlformats.org/drawingml/2006/main">
            <a:off x="533400" y="6572250"/>
            <a:ext cx="733425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713" b="0">
                <a:solidFill>
                  <a:srgbClr val="656961"/>
                </a:solidFill>
                <a:latin typeface="Aptos"/>
                <a:ea typeface="Aptos"/>
                <a:cs typeface="Aptos"/>
              </a:defRPr>
            </a:pPr>
            <a:r>
              <a:rPr sz="713" b="0">
                <a:solidFill>
                  <a:srgbClr val="656961"/>
                </a:solidFill>
                <a:latin typeface="Aptos"/>
                <a:ea typeface="Aptos"/>
                <a:cs typeface="Aptos"/>
              </a:rPr>
              <a:t>FC Teugn Talents · Hilfe für Eltern &amp; Familien</a:t>
            </a:r>
          </a:p>
        </p:txBody>
      </p:sp>
    </p:spTree>
    <p:extLst>
      <p:ext uri="{BB962C8B-B14F-4D97-AF65-F5344CB8AC3E}">
        <p14:creationId xmlns:p14="http://schemas.microsoft.com/office/powerpoint/2010/main" val="1230695110"/>
      </p:ext>
    </p:extLst>
  </p:cSld>
</p:sld>
</file>

<file path=ppt/slides/slide13.xml><?xml version="1.0" encoding="utf-8"?>
<p:sld xmlns:p="http://schemas.openxmlformats.org/presentationml/2006/main">
  <p:cSld>
    <p:bg>
      <p:bgPr>
        <a:solidFill xmlns:a="http://schemas.openxmlformats.org/drawingml/2006/main">
          <a:srgbClr val="FCFBF6"/>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B22B87A7-2BAC-45E1-A680-A62908198CDC}"/>
              </a:ext>
            </a:extLst>
          </p:cNvPr>
          <p:cNvSpPr>
            <a:spLocks xmlns:a="http://schemas.openxmlformats.org/drawingml/2006/main" noGrp="1"/>
          </p:cNvSpPr>
          <p:nvPr/>
        </p:nvSpPr>
        <p:spPr>
          <a:xfrm xmlns:a="http://schemas.openxmlformats.org/drawingml/2006/main">
            <a:off x="533400" y="2667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7B6900"/>
                </a:solidFill>
                <a:latin typeface="Aptos Display"/>
                <a:ea typeface="Aptos Display"/>
                <a:cs typeface="Aptos Display"/>
              </a:defRPr>
            </a:pPr>
            <a:r>
              <a:rPr sz="975" b="1">
                <a:solidFill>
                  <a:srgbClr val="7B6900"/>
                </a:solidFill>
                <a:latin typeface="Aptos Display"/>
                <a:ea typeface="Aptos Display"/>
                <a:cs typeface="Aptos Display"/>
              </a:rPr>
              <a:t>WENN ETWAS HAKT</a:t>
            </a:r>
          </a:p>
        </p:txBody>
      </p:sp>
      <p:sp>
        <p:nvSpPr>
          <p:cNvPr id="2" name="">
            <a:extLst xmlns:a="http://schemas.openxmlformats.org/drawingml/2006/main">
              <a:ext uri="{FF2B5EF4-FFF2-40B4-BE49-F238E27FC236}">
                <a16:creationId xmlns:a16="http://schemas.microsoft.com/office/drawing/2014/main" id="{046E01BD-5315-4757-83A9-E9D0329CC8E4}"/>
              </a:ext>
            </a:extLst>
          </p:cNvPr>
          <p:cNvSpPr>
            <a:spLocks xmlns:a="http://schemas.openxmlformats.org/drawingml/2006/main" noGrp="1"/>
          </p:cNvSpPr>
          <p:nvPr/>
        </p:nvSpPr>
        <p:spPr>
          <a:xfrm xmlns:a="http://schemas.openxmlformats.org/drawingml/2006/main">
            <a:off x="533400" y="552450"/>
            <a:ext cx="1028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625" b="1">
                <a:solidFill>
                  <a:srgbClr val="121512"/>
                </a:solidFill>
                <a:latin typeface="Aptos Display"/>
                <a:ea typeface="Aptos Display"/>
                <a:cs typeface="Aptos Display"/>
              </a:defRPr>
            </a:pPr>
            <a:r>
              <a:rPr sz="2625" b="1">
                <a:solidFill>
                  <a:srgbClr val="121512"/>
                </a:solidFill>
                <a:latin typeface="Aptos Display"/>
                <a:ea typeface="Aptos Display"/>
                <a:cs typeface="Aptos Display"/>
              </a:rPr>
              <a:t>Vier einfache Checks lösen fast alles</a:t>
            </a:r>
          </a:p>
        </p:txBody>
      </p:sp>
      <p:sp>
        <p:nvSpPr>
          <p:cNvPr id="3" name="">
            <a:extLst xmlns:a="http://schemas.openxmlformats.org/drawingml/2006/main">
              <a:ext uri="{FF2B5EF4-FFF2-40B4-BE49-F238E27FC236}">
                <a16:creationId xmlns:a16="http://schemas.microsoft.com/office/drawing/2014/main" id="{7B14C373-A7EB-482D-A79D-52274DAF058B}"/>
              </a:ext>
            </a:extLst>
          </p:cNvPr>
          <p:cNvSpPr>
            <a:spLocks xmlns:a="http://schemas.openxmlformats.org/drawingml/2006/main" noGrp="1"/>
          </p:cNvSpPr>
          <p:nvPr/>
        </p:nvSpPr>
        <p:spPr>
          <a:xfrm xmlns:a="http://schemas.openxmlformats.org/drawingml/2006/main">
            <a:off x="533400" y="1143000"/>
            <a:ext cx="990600" cy="57150"/>
          </a:xfrm>
          <a:prstGeom xmlns:a="http://schemas.openxmlformats.org/drawingml/2006/main" prst="roundRect">
            <a:avLst>
              <a:gd name="adj" fmla="val 50000"/>
            </a:avLst>
          </a:prstGeom>
          <a:solidFill xmlns:a="http://schemas.openxmlformats.org/drawingml/2006/main">
            <a:srgbClr val="FFE50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14CB53A-D951-4D45-B498-E0417D63E601}"/>
              </a:ext>
            </a:extLst>
          </p:cNvPr>
          <p:cNvSpPr>
            <a:spLocks xmlns:a="http://schemas.openxmlformats.org/drawingml/2006/main" noGrp="1"/>
          </p:cNvSpPr>
          <p:nvPr/>
        </p:nvSpPr>
        <p:spPr>
          <a:xfrm xmlns:a="http://schemas.openxmlformats.org/drawingml/2006/main">
            <a:off x="10896600" y="266700"/>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1">
                <a:solidFill>
                  <a:srgbClr val="656961"/>
                </a:solidFill>
                <a:latin typeface="Aptos Display"/>
                <a:ea typeface="Aptos Display"/>
                <a:cs typeface="Aptos Display"/>
              </a:defRPr>
            </a:pPr>
            <a:r>
              <a:rPr sz="900" b="1">
                <a:solidFill>
                  <a:srgbClr val="656961"/>
                </a:solidFill>
                <a:latin typeface="Aptos Display"/>
                <a:ea typeface="Aptos Display"/>
                <a:cs typeface="Aptos Display"/>
              </a:rPr>
              <a:t>13</a:t>
            </a:r>
          </a:p>
        </p:txBody>
      </p:sp>
      <p:sp>
        <p:nvSpPr>
          <p:cNvPr id="5" name="">
            <a:extLst xmlns:a="http://schemas.openxmlformats.org/drawingml/2006/main">
              <a:ext uri="{FF2B5EF4-FFF2-40B4-BE49-F238E27FC236}">
                <a16:creationId xmlns:a16="http://schemas.microsoft.com/office/drawing/2014/main" id="{16511A64-4152-44D3-A97F-7AF65398BD94}"/>
              </a:ext>
            </a:extLst>
          </p:cNvPr>
          <p:cNvSpPr>
            <a:spLocks xmlns:a="http://schemas.openxmlformats.org/drawingml/2006/main" noGrp="1"/>
          </p:cNvSpPr>
          <p:nvPr/>
        </p:nvSpPr>
        <p:spPr>
          <a:xfrm xmlns:a="http://schemas.openxmlformats.org/drawingml/2006/main">
            <a:off x="533400" y="1352550"/>
            <a:ext cx="106680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75" b="0">
                <a:solidFill>
                  <a:srgbClr val="656961"/>
                </a:solidFill>
                <a:latin typeface="Aptos"/>
                <a:ea typeface="Aptos"/>
                <a:cs typeface="Aptos"/>
              </a:defRPr>
            </a:pPr>
            <a:r>
              <a:rPr sz="1275" b="0">
                <a:solidFill>
                  <a:srgbClr val="656961"/>
                </a:solidFill>
                <a:latin typeface="Aptos"/>
                <a:ea typeface="Aptos"/>
                <a:cs typeface="Aptos"/>
              </a:rPr>
              <a:t>Bitte in dieser Reihenfolge prüfen – das spart Zeit.</a:t>
            </a:r>
          </a:p>
        </p:txBody>
      </p:sp>
      <p:sp>
        <p:nvSpPr>
          <p:cNvPr id="6" name="">
            <a:extLst xmlns:a="http://schemas.openxmlformats.org/drawingml/2006/main">
              <a:ext uri="{FF2B5EF4-FFF2-40B4-BE49-F238E27FC236}">
                <a16:creationId xmlns:a16="http://schemas.microsoft.com/office/drawing/2014/main" id="{B7CFB052-8EB4-48F8-BFFE-859E446597E9}"/>
              </a:ext>
            </a:extLst>
          </p:cNvPr>
          <p:cNvSpPr>
            <a:spLocks xmlns:a="http://schemas.openxmlformats.org/drawingml/2006/main" noGrp="1"/>
          </p:cNvSpPr>
          <p:nvPr/>
        </p:nvSpPr>
        <p:spPr>
          <a:xfrm xmlns:a="http://schemas.openxmlformats.org/drawingml/2006/main">
            <a:off x="1143000" y="1895475"/>
            <a:ext cx="9906000" cy="7239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E5E7DF"/>
            </a:solidFill>
            <a:prstDash val="solid"/>
          </a:ln>
        </p:spPr>
      </p:sp>
      <p:sp>
        <p:nvSpPr>
          <p:cNvPr id="7" name="">
            <a:extLst xmlns:a="http://schemas.openxmlformats.org/drawingml/2006/main">
              <a:ext uri="{FF2B5EF4-FFF2-40B4-BE49-F238E27FC236}">
                <a16:creationId xmlns:a16="http://schemas.microsoft.com/office/drawing/2014/main" id="{B2E24244-CF42-4887-A27F-D82B5112270E}"/>
              </a:ext>
            </a:extLst>
          </p:cNvPr>
          <p:cNvSpPr>
            <a:spLocks xmlns:a="http://schemas.openxmlformats.org/drawingml/2006/main" noGrp="1"/>
          </p:cNvSpPr>
          <p:nvPr/>
        </p:nvSpPr>
        <p:spPr>
          <a:xfrm xmlns:a="http://schemas.openxmlformats.org/drawingml/2006/main">
            <a:off x="1333500" y="2019300"/>
            <a:ext cx="476250" cy="476250"/>
          </a:xfrm>
          <a:prstGeom xmlns:a="http://schemas.openxmlformats.org/drawingml/2006/main" prst="ellipse">
            <a:avLst/>
          </a:prstGeom>
          <a:solidFill xmlns:a="http://schemas.openxmlformats.org/drawingml/2006/main">
            <a:srgbClr val="FFE50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3E77E69-A685-447C-BBD4-7888BED7BF51}"/>
              </a:ext>
            </a:extLst>
          </p:cNvPr>
          <p:cNvSpPr>
            <a:spLocks xmlns:a="http://schemas.openxmlformats.org/drawingml/2006/main" noGrp="1"/>
          </p:cNvSpPr>
          <p:nvPr/>
        </p:nvSpPr>
        <p:spPr>
          <a:xfrm xmlns:a="http://schemas.openxmlformats.org/drawingml/2006/main">
            <a:off x="1333500" y="2028825"/>
            <a:ext cx="47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425" b="1">
                <a:solidFill>
                  <a:srgbClr val="121512"/>
                </a:solidFill>
                <a:latin typeface="Aptos Display"/>
                <a:ea typeface="Aptos Display"/>
                <a:cs typeface="Aptos Display"/>
              </a:defRPr>
            </a:pPr>
            <a:r>
              <a:rPr sz="1425" b="1">
                <a:solidFill>
                  <a:srgbClr val="121512"/>
                </a:solidFill>
                <a:latin typeface="Aptos Display"/>
                <a:ea typeface="Aptos Display"/>
                <a:cs typeface="Aptos Display"/>
              </a:rPr>
              <a:t>1</a:t>
            </a:r>
          </a:p>
        </p:txBody>
      </p:sp>
      <p:sp>
        <p:nvSpPr>
          <p:cNvPr id="9" name="">
            <a:extLst xmlns:a="http://schemas.openxmlformats.org/drawingml/2006/main">
              <a:ext uri="{FF2B5EF4-FFF2-40B4-BE49-F238E27FC236}">
                <a16:creationId xmlns:a16="http://schemas.microsoft.com/office/drawing/2014/main" id="{A86FA191-1C06-4DA6-B897-8898F36DC59F}"/>
              </a:ext>
            </a:extLst>
          </p:cNvPr>
          <p:cNvSpPr>
            <a:spLocks xmlns:a="http://schemas.openxmlformats.org/drawingml/2006/main" noGrp="1"/>
          </p:cNvSpPr>
          <p:nvPr/>
        </p:nvSpPr>
        <p:spPr>
          <a:xfrm xmlns:a="http://schemas.openxmlformats.org/drawingml/2006/main">
            <a:off x="2057400" y="20193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a:solidFill>
                  <a:srgbClr val="121512"/>
                </a:solidFill>
                <a:latin typeface="Aptos Display"/>
                <a:ea typeface="Aptos Display"/>
                <a:cs typeface="Aptos Display"/>
              </a:defRPr>
            </a:pPr>
            <a:r>
              <a:rPr sz="1500" b="1">
                <a:solidFill>
                  <a:srgbClr val="121512"/>
                </a:solidFill>
                <a:latin typeface="Aptos Display"/>
                <a:ea typeface="Aptos Display"/>
                <a:cs typeface="Aptos Display"/>
              </a:rPr>
              <a:t>Verbindung</a:t>
            </a:r>
          </a:p>
        </p:txBody>
      </p:sp>
      <p:sp>
        <p:nvSpPr>
          <p:cNvPr id="10" name="">
            <a:extLst xmlns:a="http://schemas.openxmlformats.org/drawingml/2006/main">
              <a:ext uri="{FF2B5EF4-FFF2-40B4-BE49-F238E27FC236}">
                <a16:creationId xmlns:a16="http://schemas.microsoft.com/office/drawing/2014/main" id="{07F62135-DF83-4356-BF0A-2B11EF805284}"/>
              </a:ext>
            </a:extLst>
          </p:cNvPr>
          <p:cNvSpPr>
            <a:spLocks xmlns:a="http://schemas.openxmlformats.org/drawingml/2006/main" noGrp="1"/>
          </p:cNvSpPr>
          <p:nvPr/>
        </p:nvSpPr>
        <p:spPr>
          <a:xfrm xmlns:a="http://schemas.openxmlformats.org/drawingml/2006/main">
            <a:off x="4686300" y="2028825"/>
            <a:ext cx="592455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38" b="0">
                <a:solidFill>
                  <a:srgbClr val="656961"/>
                </a:solidFill>
                <a:latin typeface="Aptos"/>
                <a:ea typeface="Aptos"/>
                <a:cs typeface="Aptos"/>
              </a:defRPr>
            </a:pPr>
            <a:r>
              <a:rPr sz="1238" b="0">
                <a:solidFill>
                  <a:srgbClr val="656961"/>
                </a:solidFill>
                <a:latin typeface="Aptos"/>
                <a:ea typeface="Aptos"/>
                <a:cs typeface="Aptos"/>
              </a:rPr>
              <a:t>Kurz prüfen, ob Internet verfügbar ist.</a:t>
            </a:r>
          </a:p>
        </p:txBody>
      </p:sp>
      <p:sp>
        <p:nvSpPr>
          <p:cNvPr id="11" name="">
            <a:extLst xmlns:a="http://schemas.openxmlformats.org/drawingml/2006/main">
              <a:ext uri="{FF2B5EF4-FFF2-40B4-BE49-F238E27FC236}">
                <a16:creationId xmlns:a16="http://schemas.microsoft.com/office/drawing/2014/main" id="{2E8756B6-17C1-445D-ADEC-CFC6041B192A}"/>
              </a:ext>
            </a:extLst>
          </p:cNvPr>
          <p:cNvSpPr>
            <a:spLocks xmlns:a="http://schemas.openxmlformats.org/drawingml/2006/main" noGrp="1"/>
          </p:cNvSpPr>
          <p:nvPr/>
        </p:nvSpPr>
        <p:spPr>
          <a:xfrm xmlns:a="http://schemas.openxmlformats.org/drawingml/2006/main">
            <a:off x="1143000" y="2838450"/>
            <a:ext cx="9906000" cy="7239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E5E7DF"/>
            </a:solidFill>
            <a:prstDash val="solid"/>
          </a:ln>
        </p:spPr>
      </p:sp>
      <p:sp>
        <p:nvSpPr>
          <p:cNvPr id="12" name="">
            <a:extLst xmlns:a="http://schemas.openxmlformats.org/drawingml/2006/main">
              <a:ext uri="{FF2B5EF4-FFF2-40B4-BE49-F238E27FC236}">
                <a16:creationId xmlns:a16="http://schemas.microsoft.com/office/drawing/2014/main" id="{FABE879A-FC3F-40DC-BE70-61B294006911}"/>
              </a:ext>
            </a:extLst>
          </p:cNvPr>
          <p:cNvSpPr>
            <a:spLocks xmlns:a="http://schemas.openxmlformats.org/drawingml/2006/main" noGrp="1"/>
          </p:cNvSpPr>
          <p:nvPr/>
        </p:nvSpPr>
        <p:spPr>
          <a:xfrm xmlns:a="http://schemas.openxmlformats.org/drawingml/2006/main">
            <a:off x="1333500" y="2962275"/>
            <a:ext cx="476250" cy="476250"/>
          </a:xfrm>
          <a:prstGeom xmlns:a="http://schemas.openxmlformats.org/drawingml/2006/main" prst="ellipse">
            <a:avLst/>
          </a:prstGeom>
          <a:solidFill xmlns:a="http://schemas.openxmlformats.org/drawingml/2006/main">
            <a:srgbClr val="FFE500"/>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F35793AB-804A-4D94-8A66-AA73942E3B97}"/>
              </a:ext>
            </a:extLst>
          </p:cNvPr>
          <p:cNvSpPr>
            <a:spLocks xmlns:a="http://schemas.openxmlformats.org/drawingml/2006/main" noGrp="1"/>
          </p:cNvSpPr>
          <p:nvPr/>
        </p:nvSpPr>
        <p:spPr>
          <a:xfrm xmlns:a="http://schemas.openxmlformats.org/drawingml/2006/main">
            <a:off x="1333500" y="2971800"/>
            <a:ext cx="47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425" b="1">
                <a:solidFill>
                  <a:srgbClr val="121512"/>
                </a:solidFill>
                <a:latin typeface="Aptos Display"/>
                <a:ea typeface="Aptos Display"/>
                <a:cs typeface="Aptos Display"/>
              </a:defRPr>
            </a:pPr>
            <a:r>
              <a:rPr sz="1425" b="1">
                <a:solidFill>
                  <a:srgbClr val="121512"/>
                </a:solidFill>
                <a:latin typeface="Aptos Display"/>
                <a:ea typeface="Aptos Display"/>
                <a:cs typeface="Aptos Display"/>
              </a:rPr>
              <a:t>2</a:t>
            </a:r>
          </a:p>
        </p:txBody>
      </p:sp>
      <p:sp>
        <p:nvSpPr>
          <p:cNvPr id="14" name="">
            <a:extLst xmlns:a="http://schemas.openxmlformats.org/drawingml/2006/main">
              <a:ext uri="{FF2B5EF4-FFF2-40B4-BE49-F238E27FC236}">
                <a16:creationId xmlns:a16="http://schemas.microsoft.com/office/drawing/2014/main" id="{B8919019-CF78-4D89-86D1-B652E8D2768A}"/>
              </a:ext>
            </a:extLst>
          </p:cNvPr>
          <p:cNvSpPr>
            <a:spLocks xmlns:a="http://schemas.openxmlformats.org/drawingml/2006/main" noGrp="1"/>
          </p:cNvSpPr>
          <p:nvPr/>
        </p:nvSpPr>
        <p:spPr>
          <a:xfrm xmlns:a="http://schemas.openxmlformats.org/drawingml/2006/main">
            <a:off x="2057400" y="296227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a:solidFill>
                  <a:srgbClr val="121512"/>
                </a:solidFill>
                <a:latin typeface="Aptos Display"/>
                <a:ea typeface="Aptos Display"/>
                <a:cs typeface="Aptos Display"/>
              </a:defRPr>
            </a:pPr>
            <a:r>
              <a:rPr sz="1500" b="1">
                <a:solidFill>
                  <a:srgbClr val="121512"/>
                </a:solidFill>
                <a:latin typeface="Aptos Display"/>
                <a:ea typeface="Aptos Display"/>
                <a:cs typeface="Aptos Display"/>
              </a:rPr>
              <a:t>Aktualisieren</a:t>
            </a:r>
          </a:p>
        </p:txBody>
      </p:sp>
      <p:sp>
        <p:nvSpPr>
          <p:cNvPr id="15" name="">
            <a:extLst xmlns:a="http://schemas.openxmlformats.org/drawingml/2006/main">
              <a:ext uri="{FF2B5EF4-FFF2-40B4-BE49-F238E27FC236}">
                <a16:creationId xmlns:a16="http://schemas.microsoft.com/office/drawing/2014/main" id="{7721A0E8-8912-41FF-B9B6-72639E7335A9}"/>
              </a:ext>
            </a:extLst>
          </p:cNvPr>
          <p:cNvSpPr>
            <a:spLocks xmlns:a="http://schemas.openxmlformats.org/drawingml/2006/main" noGrp="1"/>
          </p:cNvSpPr>
          <p:nvPr/>
        </p:nvSpPr>
        <p:spPr>
          <a:xfrm xmlns:a="http://schemas.openxmlformats.org/drawingml/2006/main">
            <a:off x="4686300" y="2971800"/>
            <a:ext cx="592455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38" b="0">
                <a:solidFill>
                  <a:srgbClr val="656961"/>
                </a:solidFill>
                <a:latin typeface="Aptos"/>
                <a:ea typeface="Aptos"/>
                <a:cs typeface="Aptos"/>
              </a:defRPr>
            </a:pPr>
            <a:r>
              <a:rPr sz="1238" b="0">
                <a:solidFill>
                  <a:srgbClr val="656961"/>
                </a:solidFill>
                <a:latin typeface="Aptos"/>
                <a:ea typeface="Aptos"/>
                <a:cs typeface="Aptos"/>
              </a:rPr>
              <a:t>Einmal den Aktualisieren-Button verwenden.</a:t>
            </a:r>
          </a:p>
        </p:txBody>
      </p:sp>
      <p:sp>
        <p:nvSpPr>
          <p:cNvPr id="16" name="">
            <a:extLst xmlns:a="http://schemas.openxmlformats.org/drawingml/2006/main">
              <a:ext uri="{FF2B5EF4-FFF2-40B4-BE49-F238E27FC236}">
                <a16:creationId xmlns:a16="http://schemas.microsoft.com/office/drawing/2014/main" id="{193D3904-B6F0-4EB1-B4DA-02086E680743}"/>
              </a:ext>
            </a:extLst>
          </p:cNvPr>
          <p:cNvSpPr>
            <a:spLocks xmlns:a="http://schemas.openxmlformats.org/drawingml/2006/main" noGrp="1"/>
          </p:cNvSpPr>
          <p:nvPr/>
        </p:nvSpPr>
        <p:spPr>
          <a:xfrm xmlns:a="http://schemas.openxmlformats.org/drawingml/2006/main">
            <a:off x="1143000" y="3781425"/>
            <a:ext cx="9906000" cy="7239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E5E7DF"/>
            </a:solidFill>
            <a:prstDash val="solid"/>
          </a:ln>
        </p:spPr>
      </p:sp>
      <p:sp>
        <p:nvSpPr>
          <p:cNvPr id="17" name="">
            <a:extLst xmlns:a="http://schemas.openxmlformats.org/drawingml/2006/main">
              <a:ext uri="{FF2B5EF4-FFF2-40B4-BE49-F238E27FC236}">
                <a16:creationId xmlns:a16="http://schemas.microsoft.com/office/drawing/2014/main" id="{868BAABC-81D8-4696-A84B-F13A7A4394E0}"/>
              </a:ext>
            </a:extLst>
          </p:cNvPr>
          <p:cNvSpPr>
            <a:spLocks xmlns:a="http://schemas.openxmlformats.org/drawingml/2006/main" noGrp="1"/>
          </p:cNvSpPr>
          <p:nvPr/>
        </p:nvSpPr>
        <p:spPr>
          <a:xfrm xmlns:a="http://schemas.openxmlformats.org/drawingml/2006/main">
            <a:off x="1333500" y="3905250"/>
            <a:ext cx="476250" cy="476250"/>
          </a:xfrm>
          <a:prstGeom xmlns:a="http://schemas.openxmlformats.org/drawingml/2006/main" prst="ellipse">
            <a:avLst/>
          </a:prstGeom>
          <a:solidFill xmlns:a="http://schemas.openxmlformats.org/drawingml/2006/main">
            <a:srgbClr val="FFE50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0D6C3ACD-ACEC-4F6A-88B3-2305DC4DC0A0}"/>
              </a:ext>
            </a:extLst>
          </p:cNvPr>
          <p:cNvSpPr>
            <a:spLocks xmlns:a="http://schemas.openxmlformats.org/drawingml/2006/main" noGrp="1"/>
          </p:cNvSpPr>
          <p:nvPr/>
        </p:nvSpPr>
        <p:spPr>
          <a:xfrm xmlns:a="http://schemas.openxmlformats.org/drawingml/2006/main">
            <a:off x="1333500" y="3914775"/>
            <a:ext cx="47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425" b="1">
                <a:solidFill>
                  <a:srgbClr val="121512"/>
                </a:solidFill>
                <a:latin typeface="Aptos Display"/>
                <a:ea typeface="Aptos Display"/>
                <a:cs typeface="Aptos Display"/>
              </a:defRPr>
            </a:pPr>
            <a:r>
              <a:rPr sz="1425" b="1">
                <a:solidFill>
                  <a:srgbClr val="121512"/>
                </a:solidFill>
                <a:latin typeface="Aptos Display"/>
                <a:ea typeface="Aptos Display"/>
                <a:cs typeface="Aptos Display"/>
              </a:rPr>
              <a:t>3</a:t>
            </a:r>
          </a:p>
        </p:txBody>
      </p:sp>
      <p:sp>
        <p:nvSpPr>
          <p:cNvPr id="19" name="">
            <a:extLst xmlns:a="http://schemas.openxmlformats.org/drawingml/2006/main">
              <a:ext uri="{FF2B5EF4-FFF2-40B4-BE49-F238E27FC236}">
                <a16:creationId xmlns:a16="http://schemas.microsoft.com/office/drawing/2014/main" id="{E89DD1B9-AA6E-4C6E-BF9B-40D441821D08}"/>
              </a:ext>
            </a:extLst>
          </p:cNvPr>
          <p:cNvSpPr>
            <a:spLocks xmlns:a="http://schemas.openxmlformats.org/drawingml/2006/main" noGrp="1"/>
          </p:cNvSpPr>
          <p:nvPr/>
        </p:nvSpPr>
        <p:spPr>
          <a:xfrm xmlns:a="http://schemas.openxmlformats.org/drawingml/2006/main">
            <a:off x="2057400" y="39052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a:solidFill>
                  <a:srgbClr val="121512"/>
                </a:solidFill>
                <a:latin typeface="Aptos Display"/>
                <a:ea typeface="Aptos Display"/>
                <a:cs typeface="Aptos Display"/>
              </a:defRPr>
            </a:pPr>
            <a:r>
              <a:rPr sz="1500" b="1">
                <a:solidFill>
                  <a:srgbClr val="121512"/>
                </a:solidFill>
                <a:latin typeface="Aptos Display"/>
                <a:ea typeface="Aptos Display"/>
                <a:cs typeface="Aptos Display"/>
              </a:rPr>
              <a:t>Kind &amp; Termin</a:t>
            </a:r>
          </a:p>
        </p:txBody>
      </p:sp>
      <p:sp>
        <p:nvSpPr>
          <p:cNvPr id="20" name="">
            <a:extLst xmlns:a="http://schemas.openxmlformats.org/drawingml/2006/main">
              <a:ext uri="{FF2B5EF4-FFF2-40B4-BE49-F238E27FC236}">
                <a16:creationId xmlns:a16="http://schemas.microsoft.com/office/drawing/2014/main" id="{E1933677-8BA3-4598-BB56-657005384B31}"/>
              </a:ext>
            </a:extLst>
          </p:cNvPr>
          <p:cNvSpPr>
            <a:spLocks xmlns:a="http://schemas.openxmlformats.org/drawingml/2006/main" noGrp="1"/>
          </p:cNvSpPr>
          <p:nvPr/>
        </p:nvSpPr>
        <p:spPr>
          <a:xfrm xmlns:a="http://schemas.openxmlformats.org/drawingml/2006/main">
            <a:off x="4686300" y="3914775"/>
            <a:ext cx="592455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38" b="0">
                <a:solidFill>
                  <a:srgbClr val="656961"/>
                </a:solidFill>
                <a:latin typeface="Aptos"/>
                <a:ea typeface="Aptos"/>
                <a:cs typeface="Aptos"/>
              </a:defRPr>
            </a:pPr>
            <a:r>
              <a:rPr sz="1238" b="0">
                <a:solidFill>
                  <a:srgbClr val="656961"/>
                </a:solidFill>
                <a:latin typeface="Aptos"/>
                <a:ea typeface="Aptos"/>
                <a:cs typeface="Aptos"/>
              </a:rPr>
              <a:t>Richtiges Kind und passenden Termin öffnen.</a:t>
            </a:r>
          </a:p>
        </p:txBody>
      </p:sp>
      <p:sp>
        <p:nvSpPr>
          <p:cNvPr id="21" name="">
            <a:extLst xmlns:a="http://schemas.openxmlformats.org/drawingml/2006/main">
              <a:ext uri="{FF2B5EF4-FFF2-40B4-BE49-F238E27FC236}">
                <a16:creationId xmlns:a16="http://schemas.microsoft.com/office/drawing/2014/main" id="{77E4B4C6-37A0-440D-85D6-95673AA6BCB7}"/>
              </a:ext>
            </a:extLst>
          </p:cNvPr>
          <p:cNvSpPr>
            <a:spLocks xmlns:a="http://schemas.openxmlformats.org/drawingml/2006/main" noGrp="1"/>
          </p:cNvSpPr>
          <p:nvPr/>
        </p:nvSpPr>
        <p:spPr>
          <a:xfrm xmlns:a="http://schemas.openxmlformats.org/drawingml/2006/main">
            <a:off x="1143000" y="4724400"/>
            <a:ext cx="9906000" cy="723900"/>
          </a:xfrm>
          <a:prstGeom xmlns:a="http://schemas.openxmlformats.org/drawingml/2006/main" prst="roundRect">
            <a:avLst>
              <a:gd name="adj" fmla="val 25000"/>
            </a:avLst>
          </a:prstGeom>
          <a:solidFill xmlns:a="http://schemas.openxmlformats.org/drawingml/2006/main">
            <a:srgbClr val="FFF5A8"/>
          </a:solidFill>
          <a:ln xmlns:a="http://schemas.openxmlformats.org/drawingml/2006/main" w="9525">
            <a:solidFill>
              <a:srgbClr val="E5E7DF"/>
            </a:solidFill>
            <a:prstDash val="solid"/>
          </a:ln>
        </p:spPr>
      </p:sp>
      <p:sp>
        <p:nvSpPr>
          <p:cNvPr id="22" name="">
            <a:extLst xmlns:a="http://schemas.openxmlformats.org/drawingml/2006/main">
              <a:ext uri="{FF2B5EF4-FFF2-40B4-BE49-F238E27FC236}">
                <a16:creationId xmlns:a16="http://schemas.microsoft.com/office/drawing/2014/main" id="{5F1EC8CF-ECCE-410F-9AF0-7924A0C1BFD7}"/>
              </a:ext>
            </a:extLst>
          </p:cNvPr>
          <p:cNvSpPr>
            <a:spLocks xmlns:a="http://schemas.openxmlformats.org/drawingml/2006/main" noGrp="1"/>
          </p:cNvSpPr>
          <p:nvPr/>
        </p:nvSpPr>
        <p:spPr>
          <a:xfrm xmlns:a="http://schemas.openxmlformats.org/drawingml/2006/main">
            <a:off x="1333500" y="4848225"/>
            <a:ext cx="476250" cy="476250"/>
          </a:xfrm>
          <a:prstGeom xmlns:a="http://schemas.openxmlformats.org/drawingml/2006/main" prst="ellipse">
            <a:avLst/>
          </a:prstGeom>
          <a:solidFill xmlns:a="http://schemas.openxmlformats.org/drawingml/2006/main">
            <a:srgbClr val="121512"/>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D23817DA-328F-4330-81E8-FDABCBF1CEA9}"/>
              </a:ext>
            </a:extLst>
          </p:cNvPr>
          <p:cNvSpPr>
            <a:spLocks xmlns:a="http://schemas.openxmlformats.org/drawingml/2006/main" noGrp="1"/>
          </p:cNvSpPr>
          <p:nvPr/>
        </p:nvSpPr>
        <p:spPr>
          <a:xfrm xmlns:a="http://schemas.openxmlformats.org/drawingml/2006/main">
            <a:off x="1333500" y="4857750"/>
            <a:ext cx="47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425" b="1">
                <a:solidFill>
                  <a:srgbClr val="FFFFFF"/>
                </a:solidFill>
                <a:latin typeface="Aptos Display"/>
                <a:ea typeface="Aptos Display"/>
                <a:cs typeface="Aptos Display"/>
              </a:defRPr>
            </a:pPr>
            <a:r>
              <a:rPr sz="1425" b="1">
                <a:solidFill>
                  <a:srgbClr val="FFFFFF"/>
                </a:solidFill>
                <a:latin typeface="Aptos Display"/>
                <a:ea typeface="Aptos Display"/>
                <a:cs typeface="Aptos Display"/>
              </a:rPr>
              <a:t>4</a:t>
            </a:r>
          </a:p>
        </p:txBody>
      </p:sp>
      <p:sp>
        <p:nvSpPr>
          <p:cNvPr id="24" name="">
            <a:extLst xmlns:a="http://schemas.openxmlformats.org/drawingml/2006/main">
              <a:ext uri="{FF2B5EF4-FFF2-40B4-BE49-F238E27FC236}">
                <a16:creationId xmlns:a16="http://schemas.microsoft.com/office/drawing/2014/main" id="{2F3CF4C6-B985-4F88-94D1-93644C5A8E76}"/>
              </a:ext>
            </a:extLst>
          </p:cNvPr>
          <p:cNvSpPr>
            <a:spLocks xmlns:a="http://schemas.openxmlformats.org/drawingml/2006/main" noGrp="1"/>
          </p:cNvSpPr>
          <p:nvPr/>
        </p:nvSpPr>
        <p:spPr>
          <a:xfrm xmlns:a="http://schemas.openxmlformats.org/drawingml/2006/main">
            <a:off x="2057400" y="484822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a:solidFill>
                  <a:srgbClr val="121512"/>
                </a:solidFill>
                <a:latin typeface="Aptos Display"/>
                <a:ea typeface="Aptos Display"/>
                <a:cs typeface="Aptos Display"/>
              </a:defRPr>
            </a:pPr>
            <a:r>
              <a:rPr sz="1500" b="1">
                <a:solidFill>
                  <a:srgbClr val="121512"/>
                </a:solidFill>
                <a:latin typeface="Aptos Display"/>
                <a:ea typeface="Aptos Display"/>
                <a:cs typeface="Aptos Display"/>
              </a:rPr>
              <a:t>Hilfe</a:t>
            </a:r>
          </a:p>
        </p:txBody>
      </p:sp>
      <p:sp>
        <p:nvSpPr>
          <p:cNvPr id="25" name="">
            <a:extLst xmlns:a="http://schemas.openxmlformats.org/drawingml/2006/main">
              <a:ext uri="{FF2B5EF4-FFF2-40B4-BE49-F238E27FC236}">
                <a16:creationId xmlns:a16="http://schemas.microsoft.com/office/drawing/2014/main" id="{21FC61A3-2FA5-448F-AEAA-B8620DB8B658}"/>
              </a:ext>
            </a:extLst>
          </p:cNvPr>
          <p:cNvSpPr>
            <a:spLocks xmlns:a="http://schemas.openxmlformats.org/drawingml/2006/main" noGrp="1"/>
          </p:cNvSpPr>
          <p:nvPr/>
        </p:nvSpPr>
        <p:spPr>
          <a:xfrm xmlns:a="http://schemas.openxmlformats.org/drawingml/2006/main">
            <a:off x="4686300" y="4857750"/>
            <a:ext cx="592455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38" b="0">
                <a:solidFill>
                  <a:srgbClr val="656961"/>
                </a:solidFill>
                <a:latin typeface="Aptos"/>
                <a:ea typeface="Aptos"/>
                <a:cs typeface="Aptos"/>
              </a:defRPr>
            </a:pPr>
            <a:r>
              <a:rPr sz="1238" b="0">
                <a:solidFill>
                  <a:srgbClr val="656961"/>
                </a:solidFill>
                <a:latin typeface="Aptos"/>
                <a:ea typeface="Aptos"/>
                <a:cs typeface="Aptos"/>
              </a:rPr>
              <a:t>Fragezeichen öffnen oder Supportanfrage senden.</a:t>
            </a:r>
          </a:p>
        </p:txBody>
      </p:sp>
      <p:sp>
        <p:nvSpPr>
          <p:cNvPr id="26" name="">
            <a:extLst xmlns:a="http://schemas.openxmlformats.org/drawingml/2006/main">
              <a:ext uri="{FF2B5EF4-FFF2-40B4-BE49-F238E27FC236}">
                <a16:creationId xmlns:a16="http://schemas.microsoft.com/office/drawing/2014/main" id="{CE13A5E9-0870-4CE0-9E17-6B8114309F8D}"/>
              </a:ext>
            </a:extLst>
          </p:cNvPr>
          <p:cNvSpPr>
            <a:spLocks xmlns:a="http://schemas.openxmlformats.org/drawingml/2006/main" noGrp="1"/>
          </p:cNvSpPr>
          <p:nvPr/>
        </p:nvSpPr>
        <p:spPr>
          <a:xfrm xmlns:a="http://schemas.openxmlformats.org/drawingml/2006/main">
            <a:off x="1809750" y="5781675"/>
            <a:ext cx="8572500" cy="514350"/>
          </a:xfrm>
          <a:prstGeom xmlns:a="http://schemas.openxmlformats.org/drawingml/2006/main" prst="roundRect">
            <a:avLst>
              <a:gd name="adj" fmla="val 29630"/>
            </a:avLst>
          </a:prstGeom>
          <a:solidFill xmlns:a="http://schemas.openxmlformats.org/drawingml/2006/main">
            <a:srgbClr val="121512"/>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BFE68F3D-B788-46DA-B1C6-A9C30675C619}"/>
              </a:ext>
            </a:extLst>
          </p:cNvPr>
          <p:cNvSpPr>
            <a:spLocks xmlns:a="http://schemas.openxmlformats.org/drawingml/2006/main" noGrp="1"/>
          </p:cNvSpPr>
          <p:nvPr/>
        </p:nvSpPr>
        <p:spPr>
          <a:xfrm xmlns:a="http://schemas.openxmlformats.org/drawingml/2006/main">
            <a:off x="2000250" y="5895975"/>
            <a:ext cx="8191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FFF"/>
                </a:solidFill>
                <a:latin typeface="Aptos Display"/>
                <a:ea typeface="Aptos Display"/>
                <a:cs typeface="Aptos Display"/>
              </a:defRPr>
            </a:pPr>
            <a:r>
              <a:rPr sz="1275" b="1">
                <a:solidFill>
                  <a:srgbClr val="FFFFFF"/>
                </a:solidFill>
                <a:latin typeface="Aptos Display"/>
                <a:ea typeface="Aptos Display"/>
                <a:cs typeface="Aptos Display"/>
              </a:rPr>
              <a:t>Für den Support: Seite + gewünschte Aktion + Ergebnis + Gerät + Uhrzeit nennen.</a:t>
            </a:r>
          </a:p>
        </p:txBody>
      </p:sp>
      <p:sp>
        <p:nvSpPr>
          <p:cNvPr id="28" name="">
            <a:extLst xmlns:a="http://schemas.openxmlformats.org/drawingml/2006/main">
              <a:ext uri="{FF2B5EF4-FFF2-40B4-BE49-F238E27FC236}">
                <a16:creationId xmlns:a16="http://schemas.microsoft.com/office/drawing/2014/main" id="{38F003B8-604C-43F9-9012-1BE824458BF1}"/>
              </a:ext>
            </a:extLst>
          </p:cNvPr>
          <p:cNvSpPr>
            <a:spLocks xmlns:a="http://schemas.openxmlformats.org/drawingml/2006/main" noGrp="1"/>
          </p:cNvSpPr>
          <p:nvPr/>
        </p:nvSpPr>
        <p:spPr>
          <a:xfrm xmlns:a="http://schemas.openxmlformats.org/drawingml/2006/main">
            <a:off x="533400" y="6572250"/>
            <a:ext cx="733425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713" b="0">
                <a:solidFill>
                  <a:srgbClr val="656961"/>
                </a:solidFill>
                <a:latin typeface="Aptos"/>
                <a:ea typeface="Aptos"/>
                <a:cs typeface="Aptos"/>
              </a:defRPr>
            </a:pPr>
            <a:r>
              <a:rPr sz="713" b="0">
                <a:solidFill>
                  <a:srgbClr val="656961"/>
                </a:solidFill>
                <a:latin typeface="Aptos"/>
                <a:ea typeface="Aptos"/>
                <a:cs typeface="Aptos"/>
              </a:rPr>
              <a:t>FC Teugn Talents · Hilfe für Eltern &amp; Familien</a:t>
            </a:r>
          </a:p>
        </p:txBody>
      </p:sp>
    </p:spTree>
    <p:extLst>
      <p:ext uri="{BB962C8B-B14F-4D97-AF65-F5344CB8AC3E}">
        <p14:creationId xmlns:p14="http://schemas.microsoft.com/office/powerpoint/2010/main" val="977657459"/>
      </p:ext>
    </p:extLst>
  </p:cSld>
</p:sld>
</file>

<file path=ppt/slides/slide14.xml><?xml version="1.0" encoding="utf-8"?>
<p:sld xmlns:p="http://schemas.openxmlformats.org/presentationml/2006/main">
  <p:cSld>
    <p:bg>
      <p:bgPr>
        <a:solidFill xmlns:a="http://schemas.openxmlformats.org/drawingml/2006/main">
          <a:srgbClr val="FCFBF6"/>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A25126B2-3D7B-4561-83BA-166EDF82B53F}"/>
              </a:ext>
            </a:extLst>
          </p:cNvPr>
          <p:cNvSpPr>
            <a:spLocks xmlns:a="http://schemas.openxmlformats.org/drawingml/2006/main" noGrp="1"/>
          </p:cNvSpPr>
          <p:nvPr/>
        </p:nvSpPr>
        <p:spPr>
          <a:xfrm xmlns:a="http://schemas.openxmlformats.org/drawingml/2006/main">
            <a:off x="533400" y="266700"/>
            <a:ext cx="685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7B6900"/>
                </a:solidFill>
                <a:latin typeface="Aptos Display"/>
                <a:ea typeface="Aptos Display"/>
                <a:cs typeface="Aptos Display"/>
              </a:defRPr>
            </a:pPr>
            <a:r>
              <a:rPr sz="975" b="1">
                <a:solidFill>
                  <a:srgbClr val="7B6900"/>
                </a:solidFill>
                <a:latin typeface="Aptos Display"/>
                <a:ea typeface="Aptos Display"/>
                <a:cs typeface="Aptos Display"/>
              </a:rPr>
              <a:t>MERKEN</a:t>
            </a:r>
          </a:p>
        </p:txBody>
      </p:sp>
      <p:sp>
        <p:nvSpPr>
          <p:cNvPr id="2" name="">
            <a:extLst xmlns:a="http://schemas.openxmlformats.org/drawingml/2006/main">
              <a:ext uri="{FF2B5EF4-FFF2-40B4-BE49-F238E27FC236}">
                <a16:creationId xmlns:a16="http://schemas.microsoft.com/office/drawing/2014/main" id="{922C81E5-A4C2-4630-AA6C-716E0E5E51EA}"/>
              </a:ext>
            </a:extLst>
          </p:cNvPr>
          <p:cNvSpPr>
            <a:spLocks xmlns:a="http://schemas.openxmlformats.org/drawingml/2006/main" noGrp="1"/>
          </p:cNvSpPr>
          <p:nvPr/>
        </p:nvSpPr>
        <p:spPr>
          <a:xfrm xmlns:a="http://schemas.openxmlformats.org/drawingml/2006/main">
            <a:off x="533400" y="552450"/>
            <a:ext cx="1028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625" b="1">
                <a:solidFill>
                  <a:srgbClr val="121512"/>
                </a:solidFill>
                <a:latin typeface="Aptos Display"/>
                <a:ea typeface="Aptos Display"/>
                <a:cs typeface="Aptos Display"/>
              </a:defRPr>
            </a:pPr>
            <a:r>
              <a:rPr sz="2625" b="1">
                <a:solidFill>
                  <a:srgbClr val="121512"/>
                </a:solidFill>
                <a:latin typeface="Aptos Display"/>
                <a:ea typeface="Aptos Display"/>
                <a:cs typeface="Aptos Display"/>
              </a:rPr>
              <a:t>Fünf Klicks für den Familienalltag</a:t>
            </a:r>
          </a:p>
        </p:txBody>
      </p:sp>
      <p:sp>
        <p:nvSpPr>
          <p:cNvPr id="3" name="">
            <a:extLst xmlns:a="http://schemas.openxmlformats.org/drawingml/2006/main">
              <a:ext uri="{FF2B5EF4-FFF2-40B4-BE49-F238E27FC236}">
                <a16:creationId xmlns:a16="http://schemas.microsoft.com/office/drawing/2014/main" id="{3702CE9A-3364-48DF-96E7-5FC6FCA0A345}"/>
              </a:ext>
            </a:extLst>
          </p:cNvPr>
          <p:cNvSpPr>
            <a:spLocks xmlns:a="http://schemas.openxmlformats.org/drawingml/2006/main" noGrp="1"/>
          </p:cNvSpPr>
          <p:nvPr/>
        </p:nvSpPr>
        <p:spPr>
          <a:xfrm xmlns:a="http://schemas.openxmlformats.org/drawingml/2006/main">
            <a:off x="533400" y="1143000"/>
            <a:ext cx="990600" cy="57150"/>
          </a:xfrm>
          <a:prstGeom xmlns:a="http://schemas.openxmlformats.org/drawingml/2006/main" prst="roundRect">
            <a:avLst>
              <a:gd name="adj" fmla="val 50000"/>
            </a:avLst>
          </a:prstGeom>
          <a:solidFill xmlns:a="http://schemas.openxmlformats.org/drawingml/2006/main">
            <a:srgbClr val="FFE50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D44841C-3C52-43BF-848E-FEBF3BE1D6B4}"/>
              </a:ext>
            </a:extLst>
          </p:cNvPr>
          <p:cNvSpPr>
            <a:spLocks xmlns:a="http://schemas.openxmlformats.org/drawingml/2006/main" noGrp="1"/>
          </p:cNvSpPr>
          <p:nvPr/>
        </p:nvSpPr>
        <p:spPr>
          <a:xfrm xmlns:a="http://schemas.openxmlformats.org/drawingml/2006/main">
            <a:off x="10896600" y="266700"/>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1">
                <a:solidFill>
                  <a:srgbClr val="656961"/>
                </a:solidFill>
                <a:latin typeface="Aptos Display"/>
                <a:ea typeface="Aptos Display"/>
                <a:cs typeface="Aptos Display"/>
              </a:defRPr>
            </a:pPr>
            <a:r>
              <a:rPr sz="900" b="1">
                <a:solidFill>
                  <a:srgbClr val="656961"/>
                </a:solidFill>
                <a:latin typeface="Aptos Display"/>
                <a:ea typeface="Aptos Display"/>
                <a:cs typeface="Aptos Display"/>
              </a:rPr>
              <a:t>14</a:t>
            </a:r>
          </a:p>
        </p:txBody>
      </p:sp>
      <p:sp>
        <p:nvSpPr>
          <p:cNvPr id="5" name="">
            <a:extLst xmlns:a="http://schemas.openxmlformats.org/drawingml/2006/main">
              <a:ext uri="{FF2B5EF4-FFF2-40B4-BE49-F238E27FC236}">
                <a16:creationId xmlns:a16="http://schemas.microsoft.com/office/drawing/2014/main" id="{56626888-FC9F-4BEF-89CC-AE3FD1D83019}"/>
              </a:ext>
            </a:extLst>
          </p:cNvPr>
          <p:cNvSpPr>
            <a:spLocks xmlns:a="http://schemas.openxmlformats.org/drawingml/2006/main" noGrp="1"/>
          </p:cNvSpPr>
          <p:nvPr/>
        </p:nvSpPr>
        <p:spPr>
          <a:xfrm xmlns:a="http://schemas.openxmlformats.org/drawingml/2006/main">
            <a:off x="533400" y="1352550"/>
            <a:ext cx="106680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75" b="0">
                <a:solidFill>
                  <a:srgbClr val="656961"/>
                </a:solidFill>
                <a:latin typeface="Aptos"/>
                <a:ea typeface="Aptos"/>
                <a:cs typeface="Aptos"/>
              </a:defRPr>
            </a:pPr>
            <a:r>
              <a:rPr sz="1275" b="0">
                <a:solidFill>
                  <a:srgbClr val="656961"/>
                </a:solidFill>
                <a:latin typeface="Aptos"/>
                <a:ea typeface="Aptos"/>
                <a:cs typeface="Aptos"/>
              </a:rPr>
              <a:t>Mehr musst du für den Einstieg nicht kennen.</a:t>
            </a:r>
          </a:p>
        </p:txBody>
      </p:sp>
      <p:cxnSp>
        <p:nvCxnSpPr>
          <p:cNvPr id="35" name=""/>
          <p:cNvCxnSpPr/>
          <p:nvPr/>
        </p:nvCxnSpPr>
        <p:spPr>
          <a:xfrm xmlns:a="http://schemas.openxmlformats.org/drawingml/2006/main">
            <a:off x="1257300" y="3038475"/>
            <a:ext cx="9696450" cy="0"/>
          </a:xfrm>
          <a:prstGeom xmlns:a="http://schemas.openxmlformats.org/drawingml/2006/main" prst="straightConnector1">
            <a:avLst/>
          </a:prstGeom>
          <a:ln xmlns:a="http://schemas.openxmlformats.org/drawingml/2006/main" w="47625">
            <a:solidFill>
              <a:srgbClr val="A98E00"/>
            </a:solidFill>
            <a:prstDash val="solid"/>
          </a:ln>
        </p:spPr>
      </p:cxnSp>
      <p:sp>
        <p:nvSpPr>
          <p:cNvPr id="7" name="">
            <a:extLst xmlns:a="http://schemas.openxmlformats.org/drawingml/2006/main">
              <a:ext uri="{FF2B5EF4-FFF2-40B4-BE49-F238E27FC236}">
                <a16:creationId xmlns:a16="http://schemas.microsoft.com/office/drawing/2014/main" id="{EB78EF40-1B85-4DCF-9F67-C310B5206695}"/>
              </a:ext>
            </a:extLst>
          </p:cNvPr>
          <p:cNvSpPr>
            <a:spLocks xmlns:a="http://schemas.openxmlformats.org/drawingml/2006/main" noGrp="1"/>
          </p:cNvSpPr>
          <p:nvPr/>
        </p:nvSpPr>
        <p:spPr>
          <a:xfrm xmlns:a="http://schemas.openxmlformats.org/drawingml/2006/main">
            <a:off x="1181100" y="2571750"/>
            <a:ext cx="933450" cy="933450"/>
          </a:xfrm>
          <a:prstGeom xmlns:a="http://schemas.openxmlformats.org/drawingml/2006/main" prst="ellipse">
            <a:avLst/>
          </a:prstGeom>
          <a:solidFill xmlns:a="http://schemas.openxmlformats.org/drawingml/2006/main">
            <a:srgbClr val="FFE50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1F8B2E3-C54D-4383-AF28-C01FDF785504}"/>
              </a:ext>
            </a:extLst>
          </p:cNvPr>
          <p:cNvSpPr>
            <a:spLocks xmlns:a="http://schemas.openxmlformats.org/drawingml/2006/main" noGrp="1"/>
          </p:cNvSpPr>
          <p:nvPr/>
        </p:nvSpPr>
        <p:spPr>
          <a:xfrm xmlns:a="http://schemas.openxmlformats.org/drawingml/2006/main">
            <a:off x="1181100" y="2581275"/>
            <a:ext cx="9334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121512"/>
                </a:solidFill>
                <a:latin typeface="Aptos Display"/>
                <a:ea typeface="Aptos Display"/>
                <a:cs typeface="Aptos Display"/>
              </a:defRPr>
            </a:pPr>
            <a:r>
              <a:rPr sz="2250" b="1">
                <a:solidFill>
                  <a:srgbClr val="121512"/>
                </a:solidFill>
                <a:latin typeface="Aptos Display"/>
                <a:ea typeface="Aptos Display"/>
                <a:cs typeface="Aptos Display"/>
              </a:rPr>
              <a:t>1</a:t>
            </a:r>
          </a:p>
        </p:txBody>
      </p:sp>
      <p:sp>
        <p:nvSpPr>
          <p:cNvPr id="9" name="">
            <a:extLst xmlns:a="http://schemas.openxmlformats.org/drawingml/2006/main">
              <a:ext uri="{FF2B5EF4-FFF2-40B4-BE49-F238E27FC236}">
                <a16:creationId xmlns:a16="http://schemas.microsoft.com/office/drawing/2014/main" id="{A8BCD4D9-B1EE-462D-A8BC-4B74B5EF9277}"/>
              </a:ext>
            </a:extLst>
          </p:cNvPr>
          <p:cNvSpPr>
            <a:spLocks xmlns:a="http://schemas.openxmlformats.org/drawingml/2006/main" noGrp="1"/>
          </p:cNvSpPr>
          <p:nvPr/>
        </p:nvSpPr>
        <p:spPr>
          <a:xfrm xmlns:a="http://schemas.openxmlformats.org/drawingml/2006/main">
            <a:off x="685800" y="3819525"/>
            <a:ext cx="1924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425" b="1">
                <a:solidFill>
                  <a:srgbClr val="121512"/>
                </a:solidFill>
                <a:latin typeface="Aptos Display"/>
                <a:ea typeface="Aptos Display"/>
                <a:cs typeface="Aptos Display"/>
              </a:defRPr>
            </a:pPr>
            <a:r>
              <a:rPr sz="1425" b="1">
                <a:solidFill>
                  <a:srgbClr val="121512"/>
                </a:solidFill>
                <a:latin typeface="Aptos Display"/>
                <a:ea typeface="Aptos Display"/>
                <a:cs typeface="Aptos Display"/>
              </a:rPr>
              <a:t>START</a:t>
            </a:r>
          </a:p>
        </p:txBody>
      </p:sp>
      <p:sp>
        <p:nvSpPr>
          <p:cNvPr id="10" name="">
            <a:extLst xmlns:a="http://schemas.openxmlformats.org/drawingml/2006/main">
              <a:ext uri="{FF2B5EF4-FFF2-40B4-BE49-F238E27FC236}">
                <a16:creationId xmlns:a16="http://schemas.microsoft.com/office/drawing/2014/main" id="{84E584D1-9F9F-445E-A5E0-B19FDE607403}"/>
              </a:ext>
            </a:extLst>
          </p:cNvPr>
          <p:cNvSpPr>
            <a:spLocks xmlns:a="http://schemas.openxmlformats.org/drawingml/2006/main" noGrp="1"/>
          </p:cNvSpPr>
          <p:nvPr/>
        </p:nvSpPr>
        <p:spPr>
          <a:xfrm xmlns:a="http://schemas.openxmlformats.org/drawingml/2006/main">
            <a:off x="7429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163" b="0">
                <a:solidFill>
                  <a:srgbClr val="656961"/>
                </a:solidFill>
                <a:latin typeface="Aptos"/>
                <a:ea typeface="Aptos"/>
                <a:cs typeface="Aptos"/>
              </a:defRPr>
            </a:pPr>
            <a:r>
              <a:rPr sz="1163" b="0">
                <a:solidFill>
                  <a:srgbClr val="656961"/>
                </a:solidFill>
                <a:latin typeface="Aptos"/>
                <a:ea typeface="Aptos"/>
                <a:cs typeface="Aptos"/>
              </a:rPr>
              <a:t>Offene Dinge sehen</a:t>
            </a:r>
          </a:p>
        </p:txBody>
      </p:sp>
      <p:sp>
        <p:nvSpPr>
          <p:cNvPr id="11" name="">
            <a:extLst xmlns:a="http://schemas.openxmlformats.org/drawingml/2006/main">
              <a:ext uri="{FF2B5EF4-FFF2-40B4-BE49-F238E27FC236}">
                <a16:creationId xmlns:a16="http://schemas.microsoft.com/office/drawing/2014/main" id="{186156E9-07BF-4A71-9753-B7C7E01B4B80}"/>
              </a:ext>
            </a:extLst>
          </p:cNvPr>
          <p:cNvSpPr>
            <a:spLocks xmlns:a="http://schemas.openxmlformats.org/drawingml/2006/main" noGrp="1"/>
          </p:cNvSpPr>
          <p:nvPr/>
        </p:nvSpPr>
        <p:spPr>
          <a:xfrm xmlns:a="http://schemas.openxmlformats.org/drawingml/2006/main">
            <a:off x="3371850" y="2571750"/>
            <a:ext cx="933450" cy="933450"/>
          </a:xfrm>
          <a:prstGeom xmlns:a="http://schemas.openxmlformats.org/drawingml/2006/main" prst="ellipse">
            <a:avLst/>
          </a:prstGeom>
          <a:solidFill xmlns:a="http://schemas.openxmlformats.org/drawingml/2006/main">
            <a:srgbClr val="FFE50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BAFC4AE-928A-46DC-BA45-352060D64DA4}"/>
              </a:ext>
            </a:extLst>
          </p:cNvPr>
          <p:cNvSpPr>
            <a:spLocks xmlns:a="http://schemas.openxmlformats.org/drawingml/2006/main" noGrp="1"/>
          </p:cNvSpPr>
          <p:nvPr/>
        </p:nvSpPr>
        <p:spPr>
          <a:xfrm xmlns:a="http://schemas.openxmlformats.org/drawingml/2006/main">
            <a:off x="3371850" y="2581275"/>
            <a:ext cx="9334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121512"/>
                </a:solidFill>
                <a:latin typeface="Aptos Display"/>
                <a:ea typeface="Aptos Display"/>
                <a:cs typeface="Aptos Display"/>
              </a:defRPr>
            </a:pPr>
            <a:r>
              <a:rPr sz="2250" b="1">
                <a:solidFill>
                  <a:srgbClr val="121512"/>
                </a:solidFill>
                <a:latin typeface="Aptos Display"/>
                <a:ea typeface="Aptos Display"/>
                <a:cs typeface="Aptos Display"/>
              </a:rPr>
              <a:t>2</a:t>
            </a:r>
          </a:p>
        </p:txBody>
      </p:sp>
      <p:sp>
        <p:nvSpPr>
          <p:cNvPr id="13" name="">
            <a:extLst xmlns:a="http://schemas.openxmlformats.org/drawingml/2006/main">
              <a:ext uri="{FF2B5EF4-FFF2-40B4-BE49-F238E27FC236}">
                <a16:creationId xmlns:a16="http://schemas.microsoft.com/office/drawing/2014/main" id="{C8C4A522-8E6D-4F1E-B663-CE416C81C5FD}"/>
              </a:ext>
            </a:extLst>
          </p:cNvPr>
          <p:cNvSpPr>
            <a:spLocks xmlns:a="http://schemas.openxmlformats.org/drawingml/2006/main" noGrp="1"/>
          </p:cNvSpPr>
          <p:nvPr/>
        </p:nvSpPr>
        <p:spPr>
          <a:xfrm xmlns:a="http://schemas.openxmlformats.org/drawingml/2006/main">
            <a:off x="2876550" y="3819525"/>
            <a:ext cx="1924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425" b="1">
                <a:solidFill>
                  <a:srgbClr val="121512"/>
                </a:solidFill>
                <a:latin typeface="Aptos Display"/>
                <a:ea typeface="Aptos Display"/>
                <a:cs typeface="Aptos Display"/>
              </a:defRPr>
            </a:pPr>
            <a:r>
              <a:rPr sz="1425" b="1">
                <a:solidFill>
                  <a:srgbClr val="121512"/>
                </a:solidFill>
                <a:latin typeface="Aptos Display"/>
                <a:ea typeface="Aptos Display"/>
                <a:cs typeface="Aptos Display"/>
              </a:rPr>
              <a:t>KINDER</a:t>
            </a:r>
          </a:p>
        </p:txBody>
      </p:sp>
      <p:sp>
        <p:nvSpPr>
          <p:cNvPr id="14" name="">
            <a:extLst xmlns:a="http://schemas.openxmlformats.org/drawingml/2006/main">
              <a:ext uri="{FF2B5EF4-FFF2-40B4-BE49-F238E27FC236}">
                <a16:creationId xmlns:a16="http://schemas.microsoft.com/office/drawing/2014/main" id="{74404B39-A558-429F-A0AA-1D88B74225AB}"/>
              </a:ext>
            </a:extLst>
          </p:cNvPr>
          <p:cNvSpPr>
            <a:spLocks xmlns:a="http://schemas.openxmlformats.org/drawingml/2006/main" noGrp="1"/>
          </p:cNvSpPr>
          <p:nvPr/>
        </p:nvSpPr>
        <p:spPr>
          <a:xfrm xmlns:a="http://schemas.openxmlformats.org/drawingml/2006/main">
            <a:off x="293370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163" b="0">
                <a:solidFill>
                  <a:srgbClr val="656961"/>
                </a:solidFill>
                <a:latin typeface="Aptos"/>
                <a:ea typeface="Aptos"/>
                <a:cs typeface="Aptos"/>
              </a:defRPr>
            </a:pPr>
            <a:r>
              <a:rPr sz="1163" b="0">
                <a:solidFill>
                  <a:srgbClr val="656961"/>
                </a:solidFill>
                <a:latin typeface="Aptos"/>
                <a:ea typeface="Aptos"/>
                <a:cs typeface="Aptos"/>
              </a:rPr>
              <a:t>Geschwister trennen</a:t>
            </a:r>
          </a:p>
        </p:txBody>
      </p:sp>
      <p:sp>
        <p:nvSpPr>
          <p:cNvPr id="15" name="">
            <a:extLst xmlns:a="http://schemas.openxmlformats.org/drawingml/2006/main">
              <a:ext uri="{FF2B5EF4-FFF2-40B4-BE49-F238E27FC236}">
                <a16:creationId xmlns:a16="http://schemas.microsoft.com/office/drawing/2014/main" id="{55FD382B-4489-44FF-8E74-A3715086220A}"/>
              </a:ext>
            </a:extLst>
          </p:cNvPr>
          <p:cNvSpPr>
            <a:spLocks xmlns:a="http://schemas.openxmlformats.org/drawingml/2006/main" noGrp="1"/>
          </p:cNvSpPr>
          <p:nvPr/>
        </p:nvSpPr>
        <p:spPr>
          <a:xfrm xmlns:a="http://schemas.openxmlformats.org/drawingml/2006/main">
            <a:off x="5562600" y="2571750"/>
            <a:ext cx="933450" cy="933450"/>
          </a:xfrm>
          <a:prstGeom xmlns:a="http://schemas.openxmlformats.org/drawingml/2006/main" prst="ellipse">
            <a:avLst/>
          </a:prstGeom>
          <a:solidFill xmlns:a="http://schemas.openxmlformats.org/drawingml/2006/main">
            <a:srgbClr val="FFE500"/>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429BD275-9394-4595-9417-1130E98CE286}"/>
              </a:ext>
            </a:extLst>
          </p:cNvPr>
          <p:cNvSpPr>
            <a:spLocks xmlns:a="http://schemas.openxmlformats.org/drawingml/2006/main" noGrp="1"/>
          </p:cNvSpPr>
          <p:nvPr/>
        </p:nvSpPr>
        <p:spPr>
          <a:xfrm xmlns:a="http://schemas.openxmlformats.org/drawingml/2006/main">
            <a:off x="5562600" y="2581275"/>
            <a:ext cx="9334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121512"/>
                </a:solidFill>
                <a:latin typeface="Aptos Display"/>
                <a:ea typeface="Aptos Display"/>
                <a:cs typeface="Aptos Display"/>
              </a:defRPr>
            </a:pPr>
            <a:r>
              <a:rPr sz="2250" b="1">
                <a:solidFill>
                  <a:srgbClr val="121512"/>
                </a:solidFill>
                <a:latin typeface="Aptos Display"/>
                <a:ea typeface="Aptos Display"/>
                <a:cs typeface="Aptos Display"/>
              </a:rPr>
              <a:t>3</a:t>
            </a:r>
          </a:p>
        </p:txBody>
      </p:sp>
      <p:sp>
        <p:nvSpPr>
          <p:cNvPr id="17" name="">
            <a:extLst xmlns:a="http://schemas.openxmlformats.org/drawingml/2006/main">
              <a:ext uri="{FF2B5EF4-FFF2-40B4-BE49-F238E27FC236}">
                <a16:creationId xmlns:a16="http://schemas.microsoft.com/office/drawing/2014/main" id="{28D0C41A-8EDC-4F56-9390-CB4CDEC0549F}"/>
              </a:ext>
            </a:extLst>
          </p:cNvPr>
          <p:cNvSpPr>
            <a:spLocks xmlns:a="http://schemas.openxmlformats.org/drawingml/2006/main" noGrp="1"/>
          </p:cNvSpPr>
          <p:nvPr/>
        </p:nvSpPr>
        <p:spPr>
          <a:xfrm xmlns:a="http://schemas.openxmlformats.org/drawingml/2006/main">
            <a:off x="5067300" y="3819525"/>
            <a:ext cx="1924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425" b="1">
                <a:solidFill>
                  <a:srgbClr val="121512"/>
                </a:solidFill>
                <a:latin typeface="Aptos Display"/>
                <a:ea typeface="Aptos Display"/>
                <a:cs typeface="Aptos Display"/>
              </a:defRPr>
            </a:pPr>
            <a:r>
              <a:rPr sz="1425" b="1">
                <a:solidFill>
                  <a:srgbClr val="121512"/>
                </a:solidFill>
                <a:latin typeface="Aptos Display"/>
                <a:ea typeface="Aptos Display"/>
                <a:cs typeface="Aptos Display"/>
              </a:rPr>
              <a:t>KALENDER</a:t>
            </a:r>
          </a:p>
        </p:txBody>
      </p:sp>
      <p:sp>
        <p:nvSpPr>
          <p:cNvPr id="18" name="">
            <a:extLst xmlns:a="http://schemas.openxmlformats.org/drawingml/2006/main">
              <a:ext uri="{FF2B5EF4-FFF2-40B4-BE49-F238E27FC236}">
                <a16:creationId xmlns:a16="http://schemas.microsoft.com/office/drawing/2014/main" id="{B6EB510D-B26B-4B68-AE1E-E7B77671F1DB}"/>
              </a:ext>
            </a:extLst>
          </p:cNvPr>
          <p:cNvSpPr>
            <a:spLocks xmlns:a="http://schemas.openxmlformats.org/drawingml/2006/main" noGrp="1"/>
          </p:cNvSpPr>
          <p:nvPr/>
        </p:nvSpPr>
        <p:spPr>
          <a:xfrm xmlns:a="http://schemas.openxmlformats.org/drawingml/2006/main">
            <a:off x="51244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163" b="0">
                <a:solidFill>
                  <a:srgbClr val="656961"/>
                </a:solidFill>
                <a:latin typeface="Aptos"/>
                <a:ea typeface="Aptos"/>
                <a:cs typeface="Aptos"/>
              </a:defRPr>
            </a:pPr>
            <a:r>
              <a:rPr sz="1163" b="0">
                <a:solidFill>
                  <a:srgbClr val="656961"/>
                </a:solidFill>
                <a:latin typeface="Aptos"/>
                <a:ea typeface="Aptos"/>
                <a:cs typeface="Aptos"/>
              </a:rPr>
              <a:t>Termin prüfen</a:t>
            </a:r>
          </a:p>
        </p:txBody>
      </p:sp>
      <p:sp>
        <p:nvSpPr>
          <p:cNvPr id="19" name="">
            <a:extLst xmlns:a="http://schemas.openxmlformats.org/drawingml/2006/main">
              <a:ext uri="{FF2B5EF4-FFF2-40B4-BE49-F238E27FC236}">
                <a16:creationId xmlns:a16="http://schemas.microsoft.com/office/drawing/2014/main" id="{1E27A50C-8DE2-4D36-84B6-2EDC6BA3B22B}"/>
              </a:ext>
            </a:extLst>
          </p:cNvPr>
          <p:cNvSpPr>
            <a:spLocks xmlns:a="http://schemas.openxmlformats.org/drawingml/2006/main" noGrp="1"/>
          </p:cNvSpPr>
          <p:nvPr/>
        </p:nvSpPr>
        <p:spPr>
          <a:xfrm xmlns:a="http://schemas.openxmlformats.org/drawingml/2006/main">
            <a:off x="7753350" y="2571750"/>
            <a:ext cx="933450" cy="933450"/>
          </a:xfrm>
          <a:prstGeom xmlns:a="http://schemas.openxmlformats.org/drawingml/2006/main" prst="ellipse">
            <a:avLst/>
          </a:prstGeom>
          <a:solidFill xmlns:a="http://schemas.openxmlformats.org/drawingml/2006/main">
            <a:srgbClr val="FFE50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154F881-EB16-4CB7-A766-C51900BC3667}"/>
              </a:ext>
            </a:extLst>
          </p:cNvPr>
          <p:cNvSpPr>
            <a:spLocks xmlns:a="http://schemas.openxmlformats.org/drawingml/2006/main" noGrp="1"/>
          </p:cNvSpPr>
          <p:nvPr/>
        </p:nvSpPr>
        <p:spPr>
          <a:xfrm xmlns:a="http://schemas.openxmlformats.org/drawingml/2006/main">
            <a:off x="7753350" y="2581275"/>
            <a:ext cx="9334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121512"/>
                </a:solidFill>
                <a:latin typeface="Aptos Display"/>
                <a:ea typeface="Aptos Display"/>
                <a:cs typeface="Aptos Display"/>
              </a:defRPr>
            </a:pPr>
            <a:r>
              <a:rPr sz="2250" b="1">
                <a:solidFill>
                  <a:srgbClr val="121512"/>
                </a:solidFill>
                <a:latin typeface="Aptos Display"/>
                <a:ea typeface="Aptos Display"/>
                <a:cs typeface="Aptos Display"/>
              </a:rPr>
              <a:t>4</a:t>
            </a:r>
          </a:p>
        </p:txBody>
      </p:sp>
      <p:sp>
        <p:nvSpPr>
          <p:cNvPr id="21" name="">
            <a:extLst xmlns:a="http://schemas.openxmlformats.org/drawingml/2006/main">
              <a:ext uri="{FF2B5EF4-FFF2-40B4-BE49-F238E27FC236}">
                <a16:creationId xmlns:a16="http://schemas.microsoft.com/office/drawing/2014/main" id="{72F71DC9-157E-45CC-B2A8-0DEFCDFDD7AA}"/>
              </a:ext>
            </a:extLst>
          </p:cNvPr>
          <p:cNvSpPr>
            <a:spLocks xmlns:a="http://schemas.openxmlformats.org/drawingml/2006/main" noGrp="1"/>
          </p:cNvSpPr>
          <p:nvPr/>
        </p:nvSpPr>
        <p:spPr>
          <a:xfrm xmlns:a="http://schemas.openxmlformats.org/drawingml/2006/main">
            <a:off x="7258050" y="3819525"/>
            <a:ext cx="1924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425" b="1">
                <a:solidFill>
                  <a:srgbClr val="121512"/>
                </a:solidFill>
                <a:latin typeface="Aptos Display"/>
                <a:ea typeface="Aptos Display"/>
                <a:cs typeface="Aptos Display"/>
              </a:defRPr>
            </a:pPr>
            <a:r>
              <a:rPr sz="1425" b="1">
                <a:solidFill>
                  <a:srgbClr val="121512"/>
                </a:solidFill>
                <a:latin typeface="Aptos Display"/>
                <a:ea typeface="Aptos Display"/>
                <a:cs typeface="Aptos Display"/>
              </a:rPr>
              <a:t>SPIELE</a:t>
            </a:r>
          </a:p>
        </p:txBody>
      </p:sp>
      <p:sp>
        <p:nvSpPr>
          <p:cNvPr id="22" name="">
            <a:extLst xmlns:a="http://schemas.openxmlformats.org/drawingml/2006/main">
              <a:ext uri="{FF2B5EF4-FFF2-40B4-BE49-F238E27FC236}">
                <a16:creationId xmlns:a16="http://schemas.microsoft.com/office/drawing/2014/main" id="{1604465E-1DDF-43F8-809C-67A82CB5DF2F}"/>
              </a:ext>
            </a:extLst>
          </p:cNvPr>
          <p:cNvSpPr>
            <a:spLocks xmlns:a="http://schemas.openxmlformats.org/drawingml/2006/main" noGrp="1"/>
          </p:cNvSpPr>
          <p:nvPr/>
        </p:nvSpPr>
        <p:spPr>
          <a:xfrm xmlns:a="http://schemas.openxmlformats.org/drawingml/2006/main">
            <a:off x="731520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163" b="0">
                <a:solidFill>
                  <a:srgbClr val="656961"/>
                </a:solidFill>
                <a:latin typeface="Aptos"/>
                <a:ea typeface="Aptos"/>
                <a:cs typeface="Aptos"/>
              </a:defRPr>
            </a:pPr>
            <a:r>
              <a:rPr sz="1163" b="0">
                <a:solidFill>
                  <a:srgbClr val="656961"/>
                </a:solidFill>
                <a:latin typeface="Aptos"/>
                <a:ea typeface="Aptos"/>
                <a:cs typeface="Aptos"/>
              </a:rPr>
              <a:t>Kader &amp; Live sehen</a:t>
            </a:r>
          </a:p>
        </p:txBody>
      </p:sp>
      <p:sp>
        <p:nvSpPr>
          <p:cNvPr id="23" name="">
            <a:extLst xmlns:a="http://schemas.openxmlformats.org/drawingml/2006/main">
              <a:ext uri="{FF2B5EF4-FFF2-40B4-BE49-F238E27FC236}">
                <a16:creationId xmlns:a16="http://schemas.microsoft.com/office/drawing/2014/main" id="{C87E3CF5-AFE8-4A22-8EF1-9B51908B352F}"/>
              </a:ext>
            </a:extLst>
          </p:cNvPr>
          <p:cNvSpPr>
            <a:spLocks xmlns:a="http://schemas.openxmlformats.org/drawingml/2006/main" noGrp="1"/>
          </p:cNvSpPr>
          <p:nvPr/>
        </p:nvSpPr>
        <p:spPr>
          <a:xfrm xmlns:a="http://schemas.openxmlformats.org/drawingml/2006/main">
            <a:off x="9944100" y="2571750"/>
            <a:ext cx="933450" cy="933450"/>
          </a:xfrm>
          <a:prstGeom xmlns:a="http://schemas.openxmlformats.org/drawingml/2006/main" prst="ellipse">
            <a:avLst/>
          </a:prstGeom>
          <a:solidFill xmlns:a="http://schemas.openxmlformats.org/drawingml/2006/main">
            <a:srgbClr val="121512"/>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99D0879-DC29-4314-9F30-C9232B09641E}"/>
              </a:ext>
            </a:extLst>
          </p:cNvPr>
          <p:cNvSpPr>
            <a:spLocks xmlns:a="http://schemas.openxmlformats.org/drawingml/2006/main" noGrp="1"/>
          </p:cNvSpPr>
          <p:nvPr/>
        </p:nvSpPr>
        <p:spPr>
          <a:xfrm xmlns:a="http://schemas.openxmlformats.org/drawingml/2006/main">
            <a:off x="9944100" y="2581275"/>
            <a:ext cx="9334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FFFFFF"/>
                </a:solidFill>
                <a:latin typeface="Aptos Display"/>
                <a:ea typeface="Aptos Display"/>
                <a:cs typeface="Aptos Display"/>
              </a:defRPr>
            </a:pPr>
            <a:r>
              <a:rPr sz="2250" b="1">
                <a:solidFill>
                  <a:srgbClr val="FFFFFF"/>
                </a:solidFill>
                <a:latin typeface="Aptos Display"/>
                <a:ea typeface="Aptos Display"/>
                <a:cs typeface="Aptos Display"/>
              </a:rPr>
              <a:t>5</a:t>
            </a:r>
          </a:p>
        </p:txBody>
      </p:sp>
      <p:sp>
        <p:nvSpPr>
          <p:cNvPr id="25" name="">
            <a:extLst xmlns:a="http://schemas.openxmlformats.org/drawingml/2006/main">
              <a:ext uri="{FF2B5EF4-FFF2-40B4-BE49-F238E27FC236}">
                <a16:creationId xmlns:a16="http://schemas.microsoft.com/office/drawing/2014/main" id="{11CB090F-CE9E-40AF-8EBC-D42D3FFB6A73}"/>
              </a:ext>
            </a:extLst>
          </p:cNvPr>
          <p:cNvSpPr>
            <a:spLocks xmlns:a="http://schemas.openxmlformats.org/drawingml/2006/main" noGrp="1"/>
          </p:cNvSpPr>
          <p:nvPr/>
        </p:nvSpPr>
        <p:spPr>
          <a:xfrm xmlns:a="http://schemas.openxmlformats.org/drawingml/2006/main">
            <a:off x="9448800" y="3819525"/>
            <a:ext cx="1924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425" b="1">
                <a:solidFill>
                  <a:srgbClr val="121512"/>
                </a:solidFill>
                <a:latin typeface="Aptos Display"/>
                <a:ea typeface="Aptos Display"/>
                <a:cs typeface="Aptos Display"/>
              </a:defRPr>
            </a:pPr>
            <a:r>
              <a:rPr sz="1425" b="1">
                <a:solidFill>
                  <a:srgbClr val="121512"/>
                </a:solidFill>
                <a:latin typeface="Aptos Display"/>
                <a:ea typeface="Aptos Display"/>
                <a:cs typeface="Aptos Display"/>
              </a:rPr>
              <a:t>MEHR</a:t>
            </a:r>
          </a:p>
        </p:txBody>
      </p:sp>
      <p:sp>
        <p:nvSpPr>
          <p:cNvPr id="26" name="">
            <a:extLst xmlns:a="http://schemas.openxmlformats.org/drawingml/2006/main">
              <a:ext uri="{FF2B5EF4-FFF2-40B4-BE49-F238E27FC236}">
                <a16:creationId xmlns:a16="http://schemas.microsoft.com/office/drawing/2014/main" id="{A81CF869-496E-431C-A192-6EF99E0F060C}"/>
              </a:ext>
            </a:extLst>
          </p:cNvPr>
          <p:cNvSpPr>
            <a:spLocks xmlns:a="http://schemas.openxmlformats.org/drawingml/2006/main" noGrp="1"/>
          </p:cNvSpPr>
          <p:nvPr/>
        </p:nvSpPr>
        <p:spPr>
          <a:xfrm xmlns:a="http://schemas.openxmlformats.org/drawingml/2006/main">
            <a:off x="95059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163" b="0">
                <a:solidFill>
                  <a:srgbClr val="656961"/>
                </a:solidFill>
                <a:latin typeface="Aptos"/>
                <a:ea typeface="Aptos"/>
                <a:cs typeface="Aptos"/>
              </a:defRPr>
            </a:pPr>
            <a:r>
              <a:rPr sz="1163" b="0">
                <a:solidFill>
                  <a:srgbClr val="656961"/>
                </a:solidFill>
                <a:latin typeface="Aptos"/>
                <a:ea typeface="Aptos"/>
                <a:cs typeface="Aptos"/>
              </a:rPr>
              <a:t>Konto &amp; Hilfe</a:t>
            </a:r>
          </a:p>
        </p:txBody>
      </p:sp>
      <p:sp>
        <p:nvSpPr>
          <p:cNvPr id="27" name="">
            <a:extLst xmlns:a="http://schemas.openxmlformats.org/drawingml/2006/main">
              <a:ext uri="{FF2B5EF4-FFF2-40B4-BE49-F238E27FC236}">
                <a16:creationId xmlns:a16="http://schemas.microsoft.com/office/drawing/2014/main" id="{2EC5D9DE-A6AF-4F8E-950D-D7A632CEA8EC}"/>
              </a:ext>
            </a:extLst>
          </p:cNvPr>
          <p:cNvSpPr>
            <a:spLocks xmlns:a="http://schemas.openxmlformats.org/drawingml/2006/main" noGrp="1"/>
          </p:cNvSpPr>
          <p:nvPr/>
        </p:nvSpPr>
        <p:spPr>
          <a:xfrm xmlns:a="http://schemas.openxmlformats.org/drawingml/2006/main">
            <a:off x="2000250" y="5324475"/>
            <a:ext cx="8191500" cy="514350"/>
          </a:xfrm>
          <a:prstGeom xmlns:a="http://schemas.openxmlformats.org/drawingml/2006/main" prst="roundRect">
            <a:avLst>
              <a:gd name="adj" fmla="val 29630"/>
            </a:avLst>
          </a:prstGeom>
          <a:solidFill xmlns:a="http://schemas.openxmlformats.org/drawingml/2006/main">
            <a:srgbClr val="FFF5A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381C601A-8E46-46BF-95A0-479089EC3765}"/>
              </a:ext>
            </a:extLst>
          </p:cNvPr>
          <p:cNvSpPr>
            <a:spLocks xmlns:a="http://schemas.openxmlformats.org/drawingml/2006/main" noGrp="1"/>
          </p:cNvSpPr>
          <p:nvPr/>
        </p:nvSpPr>
        <p:spPr>
          <a:xfrm xmlns:a="http://schemas.openxmlformats.org/drawingml/2006/main">
            <a:off x="2190750" y="5438775"/>
            <a:ext cx="781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21512"/>
                </a:solidFill>
                <a:latin typeface="Aptos Display"/>
                <a:ea typeface="Aptos Display"/>
                <a:cs typeface="Aptos Display"/>
              </a:defRPr>
            </a:pPr>
            <a:r>
              <a:rPr sz="1275" b="1">
                <a:solidFill>
                  <a:srgbClr val="121512"/>
                </a:solidFill>
                <a:latin typeface="Aptos Display"/>
                <a:ea typeface="Aptos Display"/>
                <a:cs typeface="Aptos Display"/>
              </a:rPr>
              <a:t>Die App zeigt dir immer nur, was für deine Familie freigegeben und relevant ist.</a:t>
            </a:r>
          </a:p>
        </p:txBody>
      </p:sp>
      <p:sp>
        <p:nvSpPr>
          <p:cNvPr id="29" name="">
            <a:extLst xmlns:a="http://schemas.openxmlformats.org/drawingml/2006/main">
              <a:ext uri="{FF2B5EF4-FFF2-40B4-BE49-F238E27FC236}">
                <a16:creationId xmlns:a16="http://schemas.microsoft.com/office/drawing/2014/main" id="{AE37FC42-B779-429D-A4DD-36D231370B8E}"/>
              </a:ext>
            </a:extLst>
          </p:cNvPr>
          <p:cNvSpPr>
            <a:spLocks xmlns:a="http://schemas.openxmlformats.org/drawingml/2006/main" noGrp="1"/>
          </p:cNvSpPr>
          <p:nvPr/>
        </p:nvSpPr>
        <p:spPr>
          <a:xfrm xmlns:a="http://schemas.openxmlformats.org/drawingml/2006/main">
            <a:off x="533400" y="6572250"/>
            <a:ext cx="733425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713" b="0">
                <a:solidFill>
                  <a:srgbClr val="656961"/>
                </a:solidFill>
                <a:latin typeface="Aptos"/>
                <a:ea typeface="Aptos"/>
                <a:cs typeface="Aptos"/>
              </a:defRPr>
            </a:pPr>
            <a:r>
              <a:rPr sz="713" b="0">
                <a:solidFill>
                  <a:srgbClr val="656961"/>
                </a:solidFill>
                <a:latin typeface="Aptos"/>
                <a:ea typeface="Aptos"/>
                <a:cs typeface="Aptos"/>
              </a:rPr>
              <a:t>FC Teugn Talents · Hilfe für Eltern &amp; Familien</a:t>
            </a:r>
          </a:p>
        </p:txBody>
      </p:sp>
    </p:spTree>
    <p:extLst>
      <p:ext uri="{BB962C8B-B14F-4D97-AF65-F5344CB8AC3E}">
        <p14:creationId xmlns:p14="http://schemas.microsoft.com/office/powerpoint/2010/main" val="657088680"/>
      </p:ext>
    </p:extLst>
  </p:cSld>
</p:sld>
</file>

<file path=ppt/slides/slide15.xml><?xml version="1.0" encoding="utf-8"?>
<p:sld xmlns:p="http://schemas.openxmlformats.org/presentationml/2006/main">
  <p:cSld>
    <p:bg>
      <p:bgPr>
        <a:solidFill xmlns:a="http://schemas.openxmlformats.org/drawingml/2006/main">
          <a:srgbClr val="121512"/>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92265C7-5E68-46B2-9DB2-ED0A23B6449D}"/>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FFE50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3CE64B8-C2D1-44BE-BA86-A31E279C7BD0}"/>
              </a:ext>
            </a:extLst>
          </p:cNvPr>
          <p:cNvSpPr>
            <a:spLocks xmlns:a="http://schemas.openxmlformats.org/drawingml/2006/main" noGrp="1"/>
          </p:cNvSpPr>
          <p:nvPr/>
        </p:nvSpPr>
        <p:spPr>
          <a:xfrm xmlns:a="http://schemas.openxmlformats.org/drawingml/2006/main">
            <a:off x="609600" y="476250"/>
            <a:ext cx="628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FFE500"/>
                </a:solidFill>
                <a:latin typeface="Aptos Display"/>
                <a:ea typeface="Aptos Display"/>
                <a:cs typeface="Aptos Display"/>
              </a:defRPr>
            </a:pPr>
            <a:r>
              <a:rPr sz="975" b="1">
                <a:solidFill>
                  <a:srgbClr val="FFE500"/>
                </a:solidFill>
                <a:latin typeface="Aptos Display"/>
                <a:ea typeface="Aptos Display"/>
                <a:cs typeface="Aptos Display"/>
              </a:rPr>
              <a:t>FC TEUGN TALENTS · FAMILIENHILFE</a:t>
            </a:r>
          </a:p>
        </p:txBody>
      </p:sp>
      <p:sp>
        <p:nvSpPr>
          <p:cNvPr id="3" name="">
            <a:extLst xmlns:a="http://schemas.openxmlformats.org/drawingml/2006/main">
              <a:ext uri="{FF2B5EF4-FFF2-40B4-BE49-F238E27FC236}">
                <a16:creationId xmlns:a16="http://schemas.microsoft.com/office/drawing/2014/main" id="{03FDD4C1-678C-446C-8EBE-A604E99F83BB}"/>
              </a:ext>
            </a:extLst>
          </p:cNvPr>
          <p:cNvSpPr>
            <a:spLocks xmlns:a="http://schemas.openxmlformats.org/drawingml/2006/main" noGrp="1"/>
          </p:cNvSpPr>
          <p:nvPr/>
        </p:nvSpPr>
        <p:spPr>
          <a:xfrm xmlns:a="http://schemas.openxmlformats.org/drawingml/2006/main">
            <a:off x="609600" y="1409700"/>
            <a:ext cx="5810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3450" b="1">
                <a:solidFill>
                  <a:srgbClr val="FFFFFF"/>
                </a:solidFill>
                <a:latin typeface="Aptos Display"/>
                <a:ea typeface="Aptos Display"/>
                <a:cs typeface="Aptos Display"/>
              </a:defRPr>
            </a:pPr>
            <a:r>
              <a:rPr sz="3450" b="1">
                <a:solidFill>
                  <a:srgbClr val="FFFFFF"/>
                </a:solidFill>
                <a:latin typeface="Aptos Display"/>
                <a:ea typeface="Aptos Display"/>
                <a:cs typeface="Aptos Display"/>
              </a:rPr>
              <a:t>Gemeinsam am Ball.</a:t>
            </a:r>
          </a:p>
        </p:txBody>
      </p:sp>
      <p:sp>
        <p:nvSpPr>
          <p:cNvPr id="4" name="">
            <a:extLst xmlns:a="http://schemas.openxmlformats.org/drawingml/2006/main">
              <a:ext uri="{FF2B5EF4-FFF2-40B4-BE49-F238E27FC236}">
                <a16:creationId xmlns:a16="http://schemas.microsoft.com/office/drawing/2014/main" id="{136F0610-48C5-409C-B51C-088E33BFABA7}"/>
              </a:ext>
            </a:extLst>
          </p:cNvPr>
          <p:cNvSpPr>
            <a:spLocks xmlns:a="http://schemas.openxmlformats.org/drawingml/2006/main" noGrp="1"/>
          </p:cNvSpPr>
          <p:nvPr/>
        </p:nvSpPr>
        <p:spPr>
          <a:xfrm xmlns:a="http://schemas.openxmlformats.org/drawingml/2006/main">
            <a:off x="609600" y="2476500"/>
            <a:ext cx="495300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325" b="1">
                <a:solidFill>
                  <a:srgbClr val="FFF5A8"/>
                </a:solidFill>
                <a:latin typeface="Aptos Display"/>
                <a:ea typeface="Aptos Display"/>
                <a:cs typeface="Aptos Display"/>
              </a:defRPr>
            </a:pPr>
            <a:r>
              <a:rPr sz="2325" b="1">
                <a:solidFill>
                  <a:srgbClr val="FFF5A8"/>
                </a:solidFill>
                <a:latin typeface="Aptos Display"/>
                <a:ea typeface="Aptos Display"/>
                <a:cs typeface="Aptos Display"/>
              </a:rPr>
              <a:t>Informiert bleiben.</a:t>
            </a:r>
          </a:p>
          <a:p xmlns:a="http://schemas.openxmlformats.org/drawingml/2006/main">
            <a:pPr algn="l">
              <a:defRPr sz="2325" b="1">
                <a:solidFill>
                  <a:srgbClr val="FFF5A8"/>
                </a:solidFill>
                <a:latin typeface="Aptos Display"/>
                <a:ea typeface="Aptos Display"/>
                <a:cs typeface="Aptos Display"/>
              </a:defRPr>
            </a:pPr>
            <a:r>
              <a:rPr sz="2325" b="1">
                <a:solidFill>
                  <a:srgbClr val="FFF5A8"/>
                </a:solidFill>
                <a:latin typeface="Aptos Display"/>
                <a:ea typeface="Aptos Display"/>
                <a:cs typeface="Aptos Display"/>
              </a:rPr>
              <a:t>Einfach antworten.</a:t>
            </a:r>
          </a:p>
          <a:p xmlns:a="http://schemas.openxmlformats.org/drawingml/2006/main">
            <a:pPr algn="l">
              <a:defRPr sz="2325" b="1">
                <a:solidFill>
                  <a:srgbClr val="FFF5A8"/>
                </a:solidFill>
                <a:latin typeface="Aptos Display"/>
                <a:ea typeface="Aptos Display"/>
                <a:cs typeface="Aptos Display"/>
              </a:defRPr>
            </a:pPr>
            <a:r>
              <a:rPr sz="2325" b="1">
                <a:solidFill>
                  <a:srgbClr val="FFF5A8"/>
                </a:solidFill>
                <a:latin typeface="Aptos Display"/>
                <a:ea typeface="Aptos Display"/>
                <a:cs typeface="Aptos Display"/>
              </a:rPr>
              <a:t>Live mitfiebern.</a:t>
            </a:r>
          </a:p>
        </p:txBody>
      </p:sp>
      <p:sp>
        <p:nvSpPr>
          <p:cNvPr id="5" name="">
            <a:extLst xmlns:a="http://schemas.openxmlformats.org/drawingml/2006/main">
              <a:ext uri="{FF2B5EF4-FFF2-40B4-BE49-F238E27FC236}">
                <a16:creationId xmlns:a16="http://schemas.microsoft.com/office/drawing/2014/main" id="{75E334A8-CB05-45D1-8524-8B25D30F7674}"/>
              </a:ext>
            </a:extLst>
          </p:cNvPr>
          <p:cNvSpPr>
            <a:spLocks xmlns:a="http://schemas.openxmlformats.org/drawingml/2006/main" noGrp="1"/>
          </p:cNvSpPr>
          <p:nvPr/>
        </p:nvSpPr>
        <p:spPr>
          <a:xfrm xmlns:a="http://schemas.openxmlformats.org/drawingml/2006/main">
            <a:off x="609600" y="4286250"/>
            <a:ext cx="1104900" cy="76200"/>
          </a:xfrm>
          <a:prstGeom xmlns:a="http://schemas.openxmlformats.org/drawingml/2006/main" prst="roundRect">
            <a:avLst>
              <a:gd name="adj" fmla="val 50000"/>
            </a:avLst>
          </a:prstGeom>
          <a:solidFill xmlns:a="http://schemas.openxmlformats.org/drawingml/2006/main">
            <a:srgbClr val="FFE5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CDD9D1D-6B08-457F-BAF1-B0D9AA39AA94}"/>
              </a:ext>
            </a:extLst>
          </p:cNvPr>
          <p:cNvSpPr>
            <a:spLocks xmlns:a="http://schemas.openxmlformats.org/drawingml/2006/main" noGrp="1"/>
          </p:cNvSpPr>
          <p:nvPr/>
        </p:nvSpPr>
        <p:spPr>
          <a:xfrm xmlns:a="http://schemas.openxmlformats.org/drawingml/2006/main">
            <a:off x="609600" y="4705350"/>
            <a:ext cx="5143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a:solidFill>
                  <a:srgbClr val="D7D9D2"/>
                </a:solidFill>
                <a:latin typeface="Aptos"/>
                <a:ea typeface="Aptos"/>
                <a:cs typeface="Aptos"/>
              </a:defRPr>
            </a:pPr>
            <a:r>
              <a:rPr sz="1500" b="0">
                <a:solidFill>
                  <a:srgbClr val="D7D9D2"/>
                </a:solidFill>
                <a:latin typeface="Aptos"/>
                <a:ea typeface="Aptos"/>
                <a:cs typeface="Aptos"/>
              </a:rPr>
              <a:t>Wenn eine Frage offen bleibt:</a:t>
            </a:r>
          </a:p>
          <a:p xmlns:a="http://schemas.openxmlformats.org/drawingml/2006/main">
            <a:pPr algn="l">
              <a:defRPr sz="1500" b="0">
                <a:solidFill>
                  <a:srgbClr val="D7D9D2"/>
                </a:solidFill>
                <a:latin typeface="Aptos"/>
                <a:ea typeface="Aptos"/>
                <a:cs typeface="Aptos"/>
              </a:defRPr>
            </a:pPr>
            <a:r>
              <a:rPr sz="1500" b="0">
                <a:solidFill>
                  <a:srgbClr val="D7D9D2"/>
                </a:solidFill>
                <a:latin typeface="Aptos"/>
                <a:ea typeface="Aptos"/>
                <a:cs typeface="Aptos"/>
              </a:rPr>
              <a:t>Fragezeichen öffnen oder Support nutzen.</a:t>
            </a:r>
          </a:p>
        </p:txBody>
      </p:sp>
      <p:sp>
        <p:nvSpPr>
          <p:cNvPr id="7" name="">
            <a:extLst xmlns:a="http://schemas.openxmlformats.org/drawingml/2006/main">
              <a:ext uri="{FF2B5EF4-FFF2-40B4-BE49-F238E27FC236}">
                <a16:creationId xmlns:a16="http://schemas.microsoft.com/office/drawing/2014/main" id="{A8829DFA-3AE9-44DB-8B55-BE33145F4517}"/>
              </a:ext>
            </a:extLst>
          </p:cNvPr>
          <p:cNvSpPr>
            <a:spLocks xmlns:a="http://schemas.openxmlformats.org/drawingml/2006/main" noGrp="1"/>
          </p:cNvSpPr>
          <p:nvPr/>
        </p:nvSpPr>
        <p:spPr>
          <a:xfrm xmlns:a="http://schemas.openxmlformats.org/drawingml/2006/main">
            <a:off x="7239000" y="857250"/>
            <a:ext cx="3886200" cy="3886200"/>
          </a:xfrm>
          <a:prstGeom xmlns:a="http://schemas.openxmlformats.org/drawingml/2006/main" prst="roundRect">
            <a:avLst>
              <a:gd name="adj" fmla="val 7353"/>
            </a:avLst>
          </a:prstGeom>
          <a:solidFill xmlns:a="http://schemas.openxmlformats.org/drawingml/2006/main">
            <a:srgbClr val="242821"/>
          </a:solidFill>
          <a:ln xmlns:a="http://schemas.openxmlformats.org/drawingml/2006/main" w="9525">
            <a:solidFill>
              <a:srgbClr val="3D4239"/>
            </a:solidFill>
            <a:prstDash val="solid"/>
          </a:ln>
        </p:spPr>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eb3be8ecbbce42ac"/>
          <a:stretch xmlns:a="http://schemas.openxmlformats.org/drawingml/2006/main"/>
        </p:blipFill>
        <p:spPr>
          <a:xfrm xmlns:a="http://schemas.openxmlformats.org/drawingml/2006/main">
            <a:off x="7639050" y="1200150"/>
            <a:ext cx="3086100" cy="308610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F56EA88B-EC99-4204-B207-BA432991B493}"/>
              </a:ext>
            </a:extLst>
          </p:cNvPr>
          <p:cNvSpPr>
            <a:spLocks xmlns:a="http://schemas.openxmlformats.org/drawingml/2006/main" noGrp="1"/>
          </p:cNvSpPr>
          <p:nvPr/>
        </p:nvSpPr>
        <p:spPr>
          <a:xfrm xmlns:a="http://schemas.openxmlformats.org/drawingml/2006/main">
            <a:off x="8001000" y="5067300"/>
            <a:ext cx="2381250" cy="1066800"/>
          </a:xfrm>
          <a:prstGeom xmlns:a="http://schemas.openxmlformats.org/drawingml/2006/main" prst="roundRect">
            <a:avLst>
              <a:gd name="adj" fmla="val 19643"/>
            </a:avLst>
          </a:prstGeom>
          <a:solidFill xmlns:a="http://schemas.openxmlformats.org/drawingml/2006/main">
            <a:srgbClr val="FFFFFF"/>
          </a:solidFill>
          <a:ln xmlns:a="http://schemas.openxmlformats.org/drawingml/2006/main" w="0">
            <a:noFill/>
            <a:prstDash val="solid"/>
          </a:ln>
        </p:spPr>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151ffdc326114af4"/>
          <a:stretch xmlns:a="http://schemas.openxmlformats.org/drawingml/2006/main"/>
        </p:blipFill>
        <p:spPr>
          <a:xfrm xmlns:a="http://schemas.openxmlformats.org/drawingml/2006/main">
            <a:off x="8851217" y="5191125"/>
            <a:ext cx="680816" cy="819150"/>
          </a:xfrm>
          <a:prstGeom xmlns:a="http://schemas.openxmlformats.org/drawingml/2006/main" prst="rect">
            <a:avLst/>
          </a:prstGeom>
        </p:spPr>
      </p:pic>
    </p:spTree>
    <p:extLst>
      <p:ext uri="{BB962C8B-B14F-4D97-AF65-F5344CB8AC3E}">
        <p14:creationId xmlns:p14="http://schemas.microsoft.com/office/powerpoint/2010/main" val="151124545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2026-08-12T14:49:02.1300000Z</dcterms:created>
  <dcterms:modified xsi:type="dcterms:W3CDTF">2026-08-12T14:49:02.1300000Z</dcterms:modified>
</coreProperties>
</file>