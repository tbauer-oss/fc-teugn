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18 Sekunden</a:t>
            </a:r>
          </a:p>
          <a:p>
            <a:r>
              <a:t>Willkommen bei FC Teugn Talents. Diese kurze Hilfe zeigt Familien genau die Funktionen, die im Alltag wichtig sind – ohne technische Begriffe und ohne lange Einweisung.</a:t>
            </a:r>
          </a:p>
          <a:p>
            <a:endParaRPr/>
          </a:p>
          <a:p>
            <a:r>
              <a:t>[Sources]</a:t>
            </a:r>
          </a:p>
          <a:p>
            <a:r>
              <a:t>- Talents-Logo: C:\Users\tobias.bauer\Documents\Codex\2026-07-28\wie\FC-Teugn\fc_teugn_app\assets\branding\app_icon_master.png</a:t>
            </a:r>
          </a:p>
          <a:p>
            <a:r>
              <a:t>- Vereinswappen: C:\Users\tobias.bauer\Documents\Codex\2026-07-28\wie\FC-Teugn\fc_teugn_app\assets\branding\fc_teugn_logo_hires.png</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17 Sekunden</a:t>
            </a:r>
          </a:p>
          <a:p>
            <a:r>
              <a:t>FC Teugn Talents fasst Termine, Rückmeldungen und Spielinformationen zusammen. Familien sehen dabei ausschließlich die eigenen zugeordneten Kinder und die dafür freigegebenen Inhalte.</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18 Sekunden</a:t>
            </a:r>
          </a:p>
          <a:p>
            <a:r>
              <a:t>Beim ersten Einstieg öffnest du die App, meldest dich an, prüfst kurz dein Konto und entscheidest über Push-Mitteilungen. Falls das Passwort fehlt, kann es direkt auf der Anmeldeseite zurückgesetzt werden.</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20 Sekunden</a:t>
            </a:r>
          </a:p>
          <a:p>
            <a:r>
              <a:t>Der Familien-Assistent ist dein täglicher Überblick. Heute wichtig zeigt nur notwendige Aktionen. Diese Woche bündelt Termine kompakt, und jede Kinderkarte zeigt den nächsten Termin, den Kaderstatus und offene Aufgaben. Ist nichts mehr zu tun, erscheint Alles erledigt.</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18 Sekunden</a:t>
            </a:r>
          </a:p>
          <a:p>
            <a:r>
              <a:t>Unter Meine Kinder findest du alle verknüpften Spielerprofile. Geschwister bleiben getrennt, auch wenn sie in unterschiedlichen Jugenden spielen. Interne Notizen des Trainerteams sind für Familien nicht sichtbar.</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23 Sekunden</a:t>
            </a:r>
          </a:p>
          <a:p>
            <a:r>
              <a:t>Die Rückmeldungen starten mit einer Woche. Bei Bedarf kannst du zwei Wochen, vier Wochen oder alle kommenden Termine anzeigen. Beim Training stehen Zusage, Vielleicht und Absage zur Verfügung. Bei Spielen ist die Entscheidung bewusst eindeutig: Zusage oder Absage. Bei mehreren Kindern prüfst du jedes Kind einzeln.</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22 Sekunden</a:t>
            </a:r>
          </a:p>
          <a:p>
            <a:r>
              <a:t>Der Kalender unterscheidet Termine zusätzlich mit klaren Symbolen: Laufen für Training, Ball für Ligaspiel, Handschlag für Freundschaftsspiel, Pokal für Pokal, Medaille für Turnier und Pin für sonstige Termine. Farbe und Kategorie ergänzen das Symbol. Ein Tipp führt immer zum passenden Termin.</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18 Sekunden</a:t>
            </a:r>
          </a:p>
          <a:p>
            <a:r>
              <a:t>Auf der Spieltagseite sehen Familien den nominierten Kader, eine veröffentlichte Aufstellung und den freigegebenen Liveticker. Bewertungen und interne Trainerentscheidungen bleiben immer im Trainerteam.</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19 Sekunden</a:t>
            </a:r>
          </a:p>
          <a:p>
            <a:r>
              <a:t>Bei einem Turnier sehen Familien den Turniertermin, den Live-Turnierplan und alle einzeln freigegebenen Partien. Jede Partie kann geöffnet werden und besitzt ihren eigenen Spielstand und Liveticker.</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18 Sekunden</a:t>
            </a:r>
          </a:p>
          <a:p>
            <a:r>
              <a:t>Im Liveticker steht die Spielzeit immer im Vordergrund. Nach der Familienfreigabe können Eltern Uhr, Spielstand und Torverlauf live verfolgen. Die Bedienung bleibt beim dafür freigegebenen Spieltagsteam.</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23 Sekunden</a:t>
            </a:r>
          </a:p>
          <a:p>
            <a:r>
              <a:t>Bei Terminänderungen, Spieltagen und Teamnachrichten kann die App direkt benachrichtigen. Push bleibt freiwillig und lässt sich je Kategorie steuern. Für kurze organisatorische Rückfragen gibt es den Direktkontakt zum Trainerteam. Er unterstützt nur Text, speichert maximal 30 Tage und ist nicht für Notfälle oder sensible Gesundheitsdaten gedacht.</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20 Sekunden</a:t>
            </a:r>
          </a:p>
          <a:p>
            <a:r>
              <a:t>Unter Mein Konto kannst du persönliche Daten und das Passwort ändern. Datenschutz- und Fotoeinwilligungen lassen sich getrennt prüfen. Das Mannschaftsfoto bleibt als Teamdarstellung sichtbar; personenbezogene Freigaben werden separat behandelt.</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19 Sekunden</a:t>
            </a:r>
          </a:p>
          <a:p>
            <a:r>
              <a:t>Wenn etwas nicht sofort erscheint, prüfst du zuerst die Verbindung, aktualisierst einmal und öffnest noch einmal das richtige Kind und den passenden Termin. Bleibt das Problem, hilft das Fragezeichen oder der technische Support.</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17 Sekunden</a:t>
            </a:r>
          </a:p>
          <a:p>
            <a:r>
              <a:t>Für den Alltag reichen fünf Bereiche: Start für offene Dinge, Kinder für Spielerprofile, Kalender für Termine, Spiele für Kader und Liveticker sowie Mehr für Konto, Datenschutz und Hilfe.</a:t>
            </a:r>
          </a:p>
          <a:p>
            <a:endParaRPr/>
          </a:p>
          <a:p>
            <a:r>
              <a:t>[Sources]</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Sprechertext · ca. 17 Sekunden</a:t>
            </a:r>
          </a:p>
          <a:p>
            <a:r>
              <a:t>FC Teugn Talents hält unsere Familien informiert und nah am Team. Wenn etwas unklar ist, führt das Fragezeichen zur passenden Hilfe oder der Support übernimmt. Viel Freude beim Mitfiebern.</a:t>
            </a:r>
          </a:p>
          <a:p>
            <a:endParaRPr/>
          </a:p>
          <a:p>
            <a:r>
              <a:t>[Sources]</a:t>
            </a:r>
          </a:p>
          <a:p>
            <a:r>
              <a:t>- Talents-Logo: C:\Users\tobias.bauer\Documents\Codex\2026-07-28\wie\FC-Teugn\fc_teugn_app\assets\branding\app_icon_master.png</a:t>
            </a:r>
          </a:p>
          <a:p>
            <a:r>
              <a:t>- Vereinswappen: C:\Users\tobias.bauer\Documents\Codex\2026-07-28\wie\FC-Teugn\fc_teugn_app\assets\branding\fc_teugn_logo_hires.png</a:t>
            </a:r>
          </a:p>
          <a:p>
            <a:r>
              <a:t>- FC Teugn Talents App und In-App-Hilfe, Stand 18.08.2026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512"/>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E64F7E56-8990-4022-BDB1-1893F7058DEB}"/>
              </a:ext>
            </a:extLst>
          </p:cNvPr>
          <p:cNvSpPr>
            <a:spLocks noGrp="1"/>
          </p:cNvSpPr>
          <p:nvPr/>
        </p:nvSpPr>
        <p:spPr>
          <a:xfrm>
            <a:off x="0" y="0"/>
            <a:ext cx="209550" cy="6858000"/>
          </a:xfrm>
          <a:prstGeom prst="rect">
            <a:avLst/>
          </a:prstGeom>
          <a:solidFill>
            <a:srgbClr val="FFE500"/>
          </a:solidFill>
          <a:ln w="0">
            <a:noFill/>
            <a:prstDash val="solid"/>
          </a:ln>
        </p:spPr>
      </p:sp>
      <p:sp>
        <p:nvSpPr>
          <p:cNvPr id="2" name="Rechteck 1">
            <a:extLst>
              <a:ext uri="{FF2B5EF4-FFF2-40B4-BE49-F238E27FC236}">
                <a16:creationId xmlns:a16="http://schemas.microsoft.com/office/drawing/2014/main" id="{CC705E3A-88AF-457D-987E-FCC36556D2AC}"/>
              </a:ext>
            </a:extLst>
          </p:cNvPr>
          <p:cNvSpPr>
            <a:spLocks noGrp="1"/>
          </p:cNvSpPr>
          <p:nvPr/>
        </p:nvSpPr>
        <p:spPr>
          <a:xfrm>
            <a:off x="609600" y="476250"/>
            <a:ext cx="4953000" cy="228600"/>
          </a:xfrm>
          <a:prstGeom prst="rect">
            <a:avLst/>
          </a:prstGeom>
          <a:noFill/>
          <a:ln w="0">
            <a:noFill/>
            <a:prstDash val="solid"/>
          </a:ln>
        </p:spPr>
        <p:txBody>
          <a:bodyPr lIns="0" tIns="0" rIns="0" bIns="0" anchor="t">
            <a:normAutofit/>
          </a:bodyPr>
          <a:lstStyle/>
          <a:p>
            <a:pPr algn="l">
              <a:defRPr sz="1050" b="1">
                <a:solidFill>
                  <a:srgbClr val="FFE500"/>
                </a:solidFill>
                <a:latin typeface="Aptos Display"/>
                <a:ea typeface="Aptos Display"/>
                <a:cs typeface="Aptos Display"/>
              </a:defRPr>
            </a:pPr>
            <a:r>
              <a:rPr sz="1050" b="1">
                <a:solidFill>
                  <a:srgbClr val="FFE500"/>
                </a:solidFill>
                <a:latin typeface="Aptos Display"/>
                <a:ea typeface="Aptos Display"/>
                <a:cs typeface="Aptos Display"/>
              </a:rPr>
              <a:t>FC TEUGN TALENTS</a:t>
            </a:r>
          </a:p>
        </p:txBody>
      </p:sp>
      <p:sp>
        <p:nvSpPr>
          <p:cNvPr id="3" name="Rechteck 2">
            <a:extLst>
              <a:ext uri="{FF2B5EF4-FFF2-40B4-BE49-F238E27FC236}">
                <a16:creationId xmlns:a16="http://schemas.microsoft.com/office/drawing/2014/main" id="{A6FF458B-7589-4508-AEFF-8A63A6DBBBC0}"/>
              </a:ext>
            </a:extLst>
          </p:cNvPr>
          <p:cNvSpPr>
            <a:spLocks noGrp="1"/>
          </p:cNvSpPr>
          <p:nvPr/>
        </p:nvSpPr>
        <p:spPr>
          <a:xfrm>
            <a:off x="609600" y="1219200"/>
            <a:ext cx="5619750" cy="1257300"/>
          </a:xfrm>
          <a:prstGeom prst="rect">
            <a:avLst/>
          </a:prstGeom>
          <a:noFill/>
          <a:ln w="0">
            <a:noFill/>
            <a:prstDash val="solid"/>
          </a:ln>
        </p:spPr>
        <p:txBody>
          <a:bodyPr lIns="0" tIns="0" rIns="0" bIns="0" anchor="t">
            <a:normAutofit/>
          </a:bodyPr>
          <a:lstStyle/>
          <a:p>
            <a:pPr algn="l">
              <a:defRPr sz="3450" b="1">
                <a:solidFill>
                  <a:srgbClr val="FFFFFF"/>
                </a:solidFill>
                <a:latin typeface="Aptos Display"/>
                <a:ea typeface="Aptos Display"/>
                <a:cs typeface="Aptos Display"/>
              </a:defRPr>
            </a:pPr>
            <a:r>
              <a:rPr sz="3450" b="1">
                <a:solidFill>
                  <a:srgbClr val="FFFFFF"/>
                </a:solidFill>
                <a:latin typeface="Aptos Display"/>
                <a:ea typeface="Aptos Display"/>
                <a:cs typeface="Aptos Display"/>
              </a:rPr>
              <a:t>Die App-Hilfe</a:t>
            </a:r>
          </a:p>
          <a:p>
            <a:pPr algn="l">
              <a:defRPr sz="3450" b="1">
                <a:solidFill>
                  <a:srgbClr val="FFFFFF"/>
                </a:solidFill>
                <a:latin typeface="Aptos Display"/>
                <a:ea typeface="Aptos Display"/>
                <a:cs typeface="Aptos Display"/>
              </a:defRPr>
            </a:pPr>
            <a:r>
              <a:rPr sz="3450" b="1">
                <a:solidFill>
                  <a:srgbClr val="FFFFFF"/>
                </a:solidFill>
                <a:latin typeface="Aptos Display"/>
                <a:ea typeface="Aptos Display"/>
                <a:cs typeface="Aptos Display"/>
              </a:rPr>
              <a:t>für unsere Familien</a:t>
            </a:r>
          </a:p>
        </p:txBody>
      </p:sp>
      <p:sp>
        <p:nvSpPr>
          <p:cNvPr id="4" name="Rechteck: abgerundete Ecken 3">
            <a:extLst>
              <a:ext uri="{FF2B5EF4-FFF2-40B4-BE49-F238E27FC236}">
                <a16:creationId xmlns:a16="http://schemas.microsoft.com/office/drawing/2014/main" id="{1EB0D2BA-4138-4EF6-8878-1716527F0646}"/>
              </a:ext>
            </a:extLst>
          </p:cNvPr>
          <p:cNvSpPr>
            <a:spLocks noGrp="1"/>
          </p:cNvSpPr>
          <p:nvPr/>
        </p:nvSpPr>
        <p:spPr>
          <a:xfrm>
            <a:off x="609600" y="2752725"/>
            <a:ext cx="1104900" cy="76200"/>
          </a:xfrm>
          <a:prstGeom prst="roundRect">
            <a:avLst>
              <a:gd name="adj" fmla="val 50000"/>
            </a:avLst>
          </a:prstGeom>
          <a:solidFill>
            <a:srgbClr val="FFE500"/>
          </a:solidFill>
          <a:ln w="0">
            <a:noFill/>
            <a:prstDash val="solid"/>
          </a:ln>
        </p:spPr>
      </p:sp>
      <p:sp>
        <p:nvSpPr>
          <p:cNvPr id="5" name="Rechteck 4">
            <a:extLst>
              <a:ext uri="{FF2B5EF4-FFF2-40B4-BE49-F238E27FC236}">
                <a16:creationId xmlns:a16="http://schemas.microsoft.com/office/drawing/2014/main" id="{D5F4684C-5828-419E-97CB-9DAC32219CAE}"/>
              </a:ext>
            </a:extLst>
          </p:cNvPr>
          <p:cNvSpPr>
            <a:spLocks noGrp="1"/>
          </p:cNvSpPr>
          <p:nvPr/>
        </p:nvSpPr>
        <p:spPr>
          <a:xfrm>
            <a:off x="609600" y="3181350"/>
            <a:ext cx="5048250" cy="933450"/>
          </a:xfrm>
          <a:prstGeom prst="rect">
            <a:avLst/>
          </a:prstGeom>
          <a:noFill/>
          <a:ln w="0">
            <a:noFill/>
            <a:prstDash val="solid"/>
          </a:ln>
        </p:spPr>
        <p:txBody>
          <a:bodyPr lIns="0" tIns="0" rIns="0" bIns="0" anchor="t">
            <a:normAutofit/>
          </a:bodyPr>
          <a:lstStyle/>
          <a:p>
            <a:pPr algn="l">
              <a:defRPr sz="1950" b="1">
                <a:solidFill>
                  <a:srgbClr val="FFF5A8"/>
                </a:solidFill>
                <a:latin typeface="Aptos Display"/>
                <a:ea typeface="Aptos Display"/>
                <a:cs typeface="Aptos Display"/>
              </a:defRPr>
            </a:pPr>
            <a:r>
              <a:rPr sz="1950" b="1">
                <a:solidFill>
                  <a:srgbClr val="FFF5A8"/>
                </a:solidFill>
                <a:latin typeface="Aptos Display"/>
                <a:ea typeface="Aptos Display"/>
                <a:cs typeface="Aptos Display"/>
              </a:rPr>
              <a:t>Termine sehen. Rückmelden.</a:t>
            </a:r>
          </a:p>
          <a:p>
            <a:pPr algn="l">
              <a:defRPr sz="1950" b="1">
                <a:solidFill>
                  <a:srgbClr val="FFF5A8"/>
                </a:solidFill>
                <a:latin typeface="Aptos Display"/>
                <a:ea typeface="Aptos Display"/>
                <a:cs typeface="Aptos Display"/>
              </a:defRPr>
            </a:pPr>
            <a:r>
              <a:rPr sz="1950" b="1">
                <a:solidFill>
                  <a:srgbClr val="FFF5A8"/>
                </a:solidFill>
                <a:latin typeface="Aptos Display"/>
                <a:ea typeface="Aptos Display"/>
                <a:cs typeface="Aptos Display"/>
              </a:rPr>
              <a:t>Beim Spiel live dabei sein.</a:t>
            </a:r>
          </a:p>
        </p:txBody>
      </p:sp>
      <p:sp>
        <p:nvSpPr>
          <p:cNvPr id="6" name="Rechteck 5">
            <a:extLst>
              <a:ext uri="{FF2B5EF4-FFF2-40B4-BE49-F238E27FC236}">
                <a16:creationId xmlns:a16="http://schemas.microsoft.com/office/drawing/2014/main" id="{D15FCF23-CE90-467E-84EC-1587F1BE1A6F}"/>
              </a:ext>
            </a:extLst>
          </p:cNvPr>
          <p:cNvSpPr>
            <a:spLocks noGrp="1"/>
          </p:cNvSpPr>
          <p:nvPr/>
        </p:nvSpPr>
        <p:spPr>
          <a:xfrm>
            <a:off x="609600" y="4533900"/>
            <a:ext cx="5238750" cy="342900"/>
          </a:xfrm>
          <a:prstGeom prst="rect">
            <a:avLst/>
          </a:prstGeom>
          <a:noFill/>
          <a:ln w="0">
            <a:noFill/>
            <a:prstDash val="solid"/>
          </a:ln>
        </p:spPr>
        <p:txBody>
          <a:bodyPr lIns="0" tIns="0" rIns="0" bIns="0" anchor="t">
            <a:normAutofit/>
          </a:bodyPr>
          <a:lstStyle/>
          <a:p>
            <a:pPr algn="l">
              <a:defRPr sz="1350" b="0">
                <a:solidFill>
                  <a:srgbClr val="D7D9D2"/>
                </a:solidFill>
                <a:latin typeface="Aptos"/>
                <a:ea typeface="Aptos"/>
                <a:cs typeface="Aptos"/>
              </a:defRPr>
            </a:pPr>
            <a:r>
              <a:rPr sz="1350" b="0">
                <a:solidFill>
                  <a:srgbClr val="D7D9D2"/>
                </a:solidFill>
                <a:latin typeface="Aptos"/>
                <a:ea typeface="Aptos"/>
                <a:cs typeface="Aptos"/>
              </a:rPr>
              <a:t>Einfach erklärt · ruhig gestaltet · direkt verständlich</a:t>
            </a:r>
          </a:p>
        </p:txBody>
      </p:sp>
      <p:sp>
        <p:nvSpPr>
          <p:cNvPr id="7" name="Rechteck: abgerundete Ecken 6">
            <a:extLst>
              <a:ext uri="{FF2B5EF4-FFF2-40B4-BE49-F238E27FC236}">
                <a16:creationId xmlns:a16="http://schemas.microsoft.com/office/drawing/2014/main" id="{6C35597D-0EF7-4F79-9543-BD1E63F6DF7F}"/>
              </a:ext>
            </a:extLst>
          </p:cNvPr>
          <p:cNvSpPr>
            <a:spLocks noGrp="1"/>
          </p:cNvSpPr>
          <p:nvPr/>
        </p:nvSpPr>
        <p:spPr>
          <a:xfrm>
            <a:off x="609600" y="5562600"/>
            <a:ext cx="2724150" cy="381000"/>
          </a:xfrm>
          <a:prstGeom prst="roundRect">
            <a:avLst>
              <a:gd name="adj" fmla="val 50000"/>
            </a:avLst>
          </a:prstGeom>
          <a:solidFill>
            <a:srgbClr val="FFE500"/>
          </a:solidFill>
          <a:ln w="0">
            <a:noFill/>
            <a:prstDash val="solid"/>
          </a:ln>
        </p:spPr>
      </p:sp>
      <p:sp>
        <p:nvSpPr>
          <p:cNvPr id="8" name="Rechteck 7">
            <a:extLst>
              <a:ext uri="{FF2B5EF4-FFF2-40B4-BE49-F238E27FC236}">
                <a16:creationId xmlns:a16="http://schemas.microsoft.com/office/drawing/2014/main" id="{D8F5D79B-49F7-404C-A089-7AE2D5031387}"/>
              </a:ext>
            </a:extLst>
          </p:cNvPr>
          <p:cNvSpPr>
            <a:spLocks noGrp="1"/>
          </p:cNvSpPr>
          <p:nvPr/>
        </p:nvSpPr>
        <p:spPr>
          <a:xfrm>
            <a:off x="742950" y="5572125"/>
            <a:ext cx="245745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HILFE, KEINE SCHULUNG</a:t>
            </a:r>
          </a:p>
        </p:txBody>
      </p:sp>
      <p:sp>
        <p:nvSpPr>
          <p:cNvPr id="9" name="Rechteck 8">
            <a:extLst>
              <a:ext uri="{FF2B5EF4-FFF2-40B4-BE49-F238E27FC236}">
                <a16:creationId xmlns:a16="http://schemas.microsoft.com/office/drawing/2014/main" id="{84F1813D-22C0-4D00-BF09-65252580C3FD}"/>
              </a:ext>
            </a:extLst>
          </p:cNvPr>
          <p:cNvSpPr>
            <a:spLocks noGrp="1"/>
          </p:cNvSpPr>
          <p:nvPr/>
        </p:nvSpPr>
        <p:spPr>
          <a:xfrm>
            <a:off x="609600" y="6134100"/>
            <a:ext cx="2476500" cy="190500"/>
          </a:xfrm>
          <a:prstGeom prst="rect">
            <a:avLst/>
          </a:prstGeom>
          <a:noFill/>
          <a:ln w="0">
            <a:noFill/>
            <a:prstDash val="solid"/>
          </a:ln>
        </p:spPr>
        <p:txBody>
          <a:bodyPr lIns="0" tIns="0" rIns="0" bIns="0" anchor="t">
            <a:normAutofit/>
          </a:bodyPr>
          <a:lstStyle/>
          <a:p>
            <a:pPr algn="l">
              <a:defRPr sz="975" b="1">
                <a:solidFill>
                  <a:srgbClr val="FFFFFF"/>
                </a:solidFill>
                <a:latin typeface="Aptos Display"/>
                <a:ea typeface="Aptos Display"/>
                <a:cs typeface="Aptos Display"/>
              </a:defRPr>
            </a:pPr>
            <a:r>
              <a:rPr sz="975" b="1">
                <a:solidFill>
                  <a:srgbClr val="FFFFFF"/>
                </a:solidFill>
                <a:latin typeface="Aptos Display"/>
                <a:ea typeface="Aptos Display"/>
                <a:cs typeface="Aptos Display"/>
              </a:rPr>
              <a:t>Stand 18.08.2026</a:t>
            </a:r>
          </a:p>
        </p:txBody>
      </p:sp>
      <p:sp>
        <p:nvSpPr>
          <p:cNvPr id="10" name="Rechteck: abgerundete Ecken 9">
            <a:extLst>
              <a:ext uri="{FF2B5EF4-FFF2-40B4-BE49-F238E27FC236}">
                <a16:creationId xmlns:a16="http://schemas.microsoft.com/office/drawing/2014/main" id="{66F9B05D-2E23-429C-B739-D0E2FD394B79}"/>
              </a:ext>
            </a:extLst>
          </p:cNvPr>
          <p:cNvSpPr>
            <a:spLocks noGrp="1"/>
          </p:cNvSpPr>
          <p:nvPr/>
        </p:nvSpPr>
        <p:spPr>
          <a:xfrm>
            <a:off x="6667500" y="552450"/>
            <a:ext cx="4800600" cy="4800600"/>
          </a:xfrm>
          <a:prstGeom prst="roundRect">
            <a:avLst>
              <a:gd name="adj" fmla="val 7143"/>
            </a:avLst>
          </a:prstGeom>
          <a:solidFill>
            <a:srgbClr val="242821"/>
          </a:solidFill>
          <a:ln w="9525">
            <a:solidFill>
              <a:srgbClr val="3D4239"/>
            </a:solidFill>
            <a:prstDash val="solid"/>
          </a:ln>
        </p:spPr>
      </p:sp>
      <p:pic>
        <p:nvPicPr>
          <p:cNvPr id="24" name="Grafik 23"/>
          <p:cNvPicPr>
            <a:picLocks noChangeAspect="1"/>
          </p:cNvPicPr>
          <p:nvPr/>
        </p:nvPicPr>
        <p:blipFill>
          <a:blip r:embed="rId3"/>
          <a:stretch/>
        </p:blipFill>
        <p:spPr>
          <a:xfrm>
            <a:off x="7067550" y="819150"/>
            <a:ext cx="4000500" cy="4000500"/>
          </a:xfrm>
          <a:prstGeom prst="rect">
            <a:avLst/>
          </a:prstGeom>
        </p:spPr>
      </p:pic>
      <p:sp>
        <p:nvSpPr>
          <p:cNvPr id="12" name="Rechteck: abgerundete Ecken 11">
            <a:extLst>
              <a:ext uri="{FF2B5EF4-FFF2-40B4-BE49-F238E27FC236}">
                <a16:creationId xmlns:a16="http://schemas.microsoft.com/office/drawing/2014/main" id="{870D99F1-E3BF-4576-BD0D-43D9C0460683}"/>
              </a:ext>
            </a:extLst>
          </p:cNvPr>
          <p:cNvSpPr>
            <a:spLocks noGrp="1"/>
          </p:cNvSpPr>
          <p:nvPr/>
        </p:nvSpPr>
        <p:spPr>
          <a:xfrm>
            <a:off x="8667750" y="5029200"/>
            <a:ext cx="1733550" cy="1162050"/>
          </a:xfrm>
          <a:prstGeom prst="roundRect">
            <a:avLst>
              <a:gd name="adj" fmla="val 18033"/>
            </a:avLst>
          </a:prstGeom>
          <a:solidFill>
            <a:srgbClr val="FFFFFF"/>
          </a:solidFill>
          <a:ln w="0">
            <a:noFill/>
            <a:prstDash val="solid"/>
          </a:ln>
        </p:spPr>
      </p:sp>
      <p:pic>
        <p:nvPicPr>
          <p:cNvPr id="26" name="Grafik 25"/>
          <p:cNvPicPr>
            <a:picLocks noChangeAspect="1"/>
          </p:cNvPicPr>
          <p:nvPr/>
        </p:nvPicPr>
        <p:blipFill>
          <a:blip r:embed="rId4"/>
          <a:stretch/>
        </p:blipFill>
        <p:spPr>
          <a:xfrm>
            <a:off x="9174326" y="5172075"/>
            <a:ext cx="720398" cy="866775"/>
          </a:xfrm>
          <a:prstGeom prst="rect">
            <a:avLst/>
          </a:prstGeom>
        </p:spPr>
      </p:pic>
    </p:spTree>
    <p:extLst>
      <p:ext uri="{BB962C8B-B14F-4D97-AF65-F5344CB8AC3E}">
        <p14:creationId xmlns:p14="http://schemas.microsoft.com/office/powerpoint/2010/main" val="16685546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43" name="Rechteck 42">
            <a:extLst>
              <a:ext uri="{FF2B5EF4-FFF2-40B4-BE49-F238E27FC236}">
                <a16:creationId xmlns:a16="http://schemas.microsoft.com/office/drawing/2014/main" id="{0F5329D5-E1B6-4470-995D-67F2D096FEE3}"/>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DAS WICHTIGSTE</a:t>
            </a:r>
          </a:p>
        </p:txBody>
      </p:sp>
      <p:sp>
        <p:nvSpPr>
          <p:cNvPr id="2" name="Rechteck 1">
            <a:extLst>
              <a:ext uri="{FF2B5EF4-FFF2-40B4-BE49-F238E27FC236}">
                <a16:creationId xmlns:a16="http://schemas.microsoft.com/office/drawing/2014/main" id="{76DB4B95-D771-4F1C-8465-A9A329794FCF}"/>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Alles Wichtige für dein Kind an einem Ort</a:t>
            </a:r>
          </a:p>
        </p:txBody>
      </p:sp>
      <p:sp>
        <p:nvSpPr>
          <p:cNvPr id="3" name="Rechteck: abgerundete Ecken 2">
            <a:extLst>
              <a:ext uri="{FF2B5EF4-FFF2-40B4-BE49-F238E27FC236}">
                <a16:creationId xmlns:a16="http://schemas.microsoft.com/office/drawing/2014/main" id="{DFE6C69B-8623-48B1-8738-149BE745F2C9}"/>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043BF975-B87F-463F-A9C1-C613F16B1144}"/>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2</a:t>
            </a:r>
          </a:p>
        </p:txBody>
      </p:sp>
      <p:sp>
        <p:nvSpPr>
          <p:cNvPr id="5" name="Rechteck 4">
            <a:extLst>
              <a:ext uri="{FF2B5EF4-FFF2-40B4-BE49-F238E27FC236}">
                <a16:creationId xmlns:a16="http://schemas.microsoft.com/office/drawing/2014/main" id="{69640F3A-1D4A-4B72-B20E-0AC0080FE368}"/>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Die App bündelt Informationen, die sonst über viele Kanäle verteilt wären.</a:t>
            </a:r>
          </a:p>
        </p:txBody>
      </p:sp>
      <p:sp>
        <p:nvSpPr>
          <p:cNvPr id="6" name="Rechteck: abgerundete Ecken 5">
            <a:extLst>
              <a:ext uri="{FF2B5EF4-FFF2-40B4-BE49-F238E27FC236}">
                <a16:creationId xmlns:a16="http://schemas.microsoft.com/office/drawing/2014/main" id="{6E971B22-EC5D-4A6D-82EE-78ACDEEA8445}"/>
              </a:ext>
            </a:extLst>
          </p:cNvPr>
          <p:cNvSpPr>
            <a:spLocks noGrp="1"/>
          </p:cNvSpPr>
          <p:nvPr/>
        </p:nvSpPr>
        <p:spPr>
          <a:xfrm>
            <a:off x="533400" y="1952625"/>
            <a:ext cx="3429000" cy="1066800"/>
          </a:xfrm>
          <a:prstGeom prst="roundRect">
            <a:avLst>
              <a:gd name="adj" fmla="val 16071"/>
            </a:avLst>
          </a:prstGeom>
          <a:solidFill>
            <a:srgbClr val="FFF5A8"/>
          </a:solidFill>
          <a:ln w="9525">
            <a:solidFill>
              <a:srgbClr val="E5E7DF"/>
            </a:solidFill>
            <a:prstDash val="solid"/>
          </a:ln>
        </p:spPr>
      </p:sp>
      <p:sp>
        <p:nvSpPr>
          <p:cNvPr id="7" name="Rechteck: abgerundete Ecken 6">
            <a:extLst>
              <a:ext uri="{FF2B5EF4-FFF2-40B4-BE49-F238E27FC236}">
                <a16:creationId xmlns:a16="http://schemas.microsoft.com/office/drawing/2014/main" id="{E960A7EB-63F9-4EE7-81AC-F6A99F13935C}"/>
              </a:ext>
            </a:extLst>
          </p:cNvPr>
          <p:cNvSpPr>
            <a:spLocks noGrp="1"/>
          </p:cNvSpPr>
          <p:nvPr/>
        </p:nvSpPr>
        <p:spPr>
          <a:xfrm>
            <a:off x="533400" y="1952625"/>
            <a:ext cx="76200" cy="1066800"/>
          </a:xfrm>
          <a:prstGeom prst="roundRect">
            <a:avLst>
              <a:gd name="adj" fmla="val 50000"/>
            </a:avLst>
          </a:prstGeom>
          <a:solidFill>
            <a:srgbClr val="FFE500"/>
          </a:solidFill>
          <a:ln w="0">
            <a:noFill/>
            <a:prstDash val="solid"/>
          </a:ln>
        </p:spPr>
      </p:sp>
      <p:sp>
        <p:nvSpPr>
          <p:cNvPr id="8" name="Rechteck 7">
            <a:extLst>
              <a:ext uri="{FF2B5EF4-FFF2-40B4-BE49-F238E27FC236}">
                <a16:creationId xmlns:a16="http://schemas.microsoft.com/office/drawing/2014/main" id="{A078D8C1-B8A7-447A-9E7E-7708CAC8B048}"/>
              </a:ext>
            </a:extLst>
          </p:cNvPr>
          <p:cNvSpPr>
            <a:spLocks noGrp="1"/>
          </p:cNvSpPr>
          <p:nvPr/>
        </p:nvSpPr>
        <p:spPr>
          <a:xfrm>
            <a:off x="762000" y="2124075"/>
            <a:ext cx="3009900" cy="295275"/>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Wissen</a:t>
            </a:r>
          </a:p>
        </p:txBody>
      </p:sp>
      <p:sp>
        <p:nvSpPr>
          <p:cNvPr id="9" name="Rechteck 8">
            <a:extLst>
              <a:ext uri="{FF2B5EF4-FFF2-40B4-BE49-F238E27FC236}">
                <a16:creationId xmlns:a16="http://schemas.microsoft.com/office/drawing/2014/main" id="{2313FFEF-024B-4FCA-BA53-78A5A097635C}"/>
              </a:ext>
            </a:extLst>
          </p:cNvPr>
          <p:cNvSpPr>
            <a:spLocks noGrp="1"/>
          </p:cNvSpPr>
          <p:nvPr/>
        </p:nvSpPr>
        <p:spPr>
          <a:xfrm>
            <a:off x="762000" y="2495550"/>
            <a:ext cx="3009900" cy="381000"/>
          </a:xfrm>
          <a:prstGeom prst="rect">
            <a:avLst/>
          </a:prstGeom>
          <a:noFill/>
          <a:ln w="0">
            <a:noFill/>
            <a:prstDash val="solid"/>
          </a:ln>
        </p:spPr>
        <p:txBody>
          <a:bodyPr lIns="0" tIns="0" rIns="0" bIns="0" anchor="t">
            <a:normAutofit/>
          </a:bodyPr>
          <a:lstStyle/>
          <a:p>
            <a:pPr algn="l">
              <a:defRPr sz="1163" b="0">
                <a:solidFill>
                  <a:srgbClr val="656961"/>
                </a:solidFill>
                <a:latin typeface="Aptos"/>
                <a:ea typeface="Aptos"/>
                <a:cs typeface="Aptos"/>
              </a:defRPr>
            </a:pPr>
            <a:r>
              <a:rPr sz="1163" b="0">
                <a:solidFill>
                  <a:srgbClr val="656961"/>
                </a:solidFill>
                <a:latin typeface="Aptos"/>
                <a:ea typeface="Aptos"/>
                <a:cs typeface="Aptos"/>
              </a:rPr>
              <a:t>Termine, Treffpunkte und Änderungen sofort finden.</a:t>
            </a:r>
          </a:p>
        </p:txBody>
      </p:sp>
      <p:sp>
        <p:nvSpPr>
          <p:cNvPr id="10" name="Rechteck: abgerundete Ecken 9">
            <a:extLst>
              <a:ext uri="{FF2B5EF4-FFF2-40B4-BE49-F238E27FC236}">
                <a16:creationId xmlns:a16="http://schemas.microsoft.com/office/drawing/2014/main" id="{90EC0D9D-7872-452D-B9F8-C35D9C8F3F17}"/>
              </a:ext>
            </a:extLst>
          </p:cNvPr>
          <p:cNvSpPr>
            <a:spLocks noGrp="1"/>
          </p:cNvSpPr>
          <p:nvPr/>
        </p:nvSpPr>
        <p:spPr>
          <a:xfrm>
            <a:off x="533400" y="3209925"/>
            <a:ext cx="3429000" cy="1066800"/>
          </a:xfrm>
          <a:prstGeom prst="roundRect">
            <a:avLst>
              <a:gd name="adj" fmla="val 16071"/>
            </a:avLst>
          </a:prstGeom>
          <a:solidFill>
            <a:srgbClr val="FFFFFF"/>
          </a:solidFill>
          <a:ln w="9525">
            <a:solidFill>
              <a:srgbClr val="E5E7DF"/>
            </a:solidFill>
            <a:prstDash val="solid"/>
          </a:ln>
        </p:spPr>
      </p:sp>
      <p:sp>
        <p:nvSpPr>
          <p:cNvPr id="11" name="Rechteck: abgerundete Ecken 10">
            <a:extLst>
              <a:ext uri="{FF2B5EF4-FFF2-40B4-BE49-F238E27FC236}">
                <a16:creationId xmlns:a16="http://schemas.microsoft.com/office/drawing/2014/main" id="{4169C1CD-FCB6-49EF-92D0-546D61189241}"/>
              </a:ext>
            </a:extLst>
          </p:cNvPr>
          <p:cNvSpPr>
            <a:spLocks noGrp="1"/>
          </p:cNvSpPr>
          <p:nvPr/>
        </p:nvSpPr>
        <p:spPr>
          <a:xfrm>
            <a:off x="533400" y="3209925"/>
            <a:ext cx="76200" cy="1066800"/>
          </a:xfrm>
          <a:prstGeom prst="roundRect">
            <a:avLst>
              <a:gd name="adj" fmla="val 50000"/>
            </a:avLst>
          </a:prstGeom>
          <a:solidFill>
            <a:srgbClr val="11875F"/>
          </a:solidFill>
          <a:ln w="0">
            <a:noFill/>
            <a:prstDash val="solid"/>
          </a:ln>
        </p:spPr>
      </p:sp>
      <p:sp>
        <p:nvSpPr>
          <p:cNvPr id="12" name="Rechteck 11">
            <a:extLst>
              <a:ext uri="{FF2B5EF4-FFF2-40B4-BE49-F238E27FC236}">
                <a16:creationId xmlns:a16="http://schemas.microsoft.com/office/drawing/2014/main" id="{15ECAAB2-AE55-4699-ACA7-B199E6BCC3F2}"/>
              </a:ext>
            </a:extLst>
          </p:cNvPr>
          <p:cNvSpPr>
            <a:spLocks noGrp="1"/>
          </p:cNvSpPr>
          <p:nvPr/>
        </p:nvSpPr>
        <p:spPr>
          <a:xfrm>
            <a:off x="762000" y="3381375"/>
            <a:ext cx="3009900" cy="295275"/>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Antworten</a:t>
            </a:r>
          </a:p>
        </p:txBody>
      </p:sp>
      <p:sp>
        <p:nvSpPr>
          <p:cNvPr id="13" name="Rechteck 12">
            <a:extLst>
              <a:ext uri="{FF2B5EF4-FFF2-40B4-BE49-F238E27FC236}">
                <a16:creationId xmlns:a16="http://schemas.microsoft.com/office/drawing/2014/main" id="{E3702ADC-2420-475B-89C2-155B75C2B8EC}"/>
              </a:ext>
            </a:extLst>
          </p:cNvPr>
          <p:cNvSpPr>
            <a:spLocks noGrp="1"/>
          </p:cNvSpPr>
          <p:nvPr/>
        </p:nvSpPr>
        <p:spPr>
          <a:xfrm>
            <a:off x="762000" y="3752850"/>
            <a:ext cx="3009900" cy="381000"/>
          </a:xfrm>
          <a:prstGeom prst="rect">
            <a:avLst/>
          </a:prstGeom>
          <a:noFill/>
          <a:ln w="0">
            <a:noFill/>
            <a:prstDash val="solid"/>
          </a:ln>
        </p:spPr>
        <p:txBody>
          <a:bodyPr lIns="0" tIns="0" rIns="0" bIns="0" anchor="t">
            <a:normAutofit/>
          </a:bodyPr>
          <a:lstStyle/>
          <a:p>
            <a:pPr algn="l">
              <a:defRPr sz="1163" b="0">
                <a:solidFill>
                  <a:srgbClr val="656961"/>
                </a:solidFill>
                <a:latin typeface="Aptos"/>
                <a:ea typeface="Aptos"/>
                <a:cs typeface="Aptos"/>
              </a:defRPr>
            </a:pPr>
            <a:r>
              <a:rPr sz="1163" b="0">
                <a:solidFill>
                  <a:srgbClr val="656961"/>
                </a:solidFill>
                <a:latin typeface="Aptos"/>
                <a:ea typeface="Aptos"/>
                <a:cs typeface="Aptos"/>
              </a:rPr>
              <a:t>Mit Zusage, Vielleicht oder Absage schnell rückmelden.</a:t>
            </a:r>
          </a:p>
        </p:txBody>
      </p:sp>
      <p:sp>
        <p:nvSpPr>
          <p:cNvPr id="14" name="Rechteck: abgerundete Ecken 13">
            <a:extLst>
              <a:ext uri="{FF2B5EF4-FFF2-40B4-BE49-F238E27FC236}">
                <a16:creationId xmlns:a16="http://schemas.microsoft.com/office/drawing/2014/main" id="{67710D60-458C-4D8B-BC9E-E089ACBB87C7}"/>
              </a:ext>
            </a:extLst>
          </p:cNvPr>
          <p:cNvSpPr>
            <a:spLocks noGrp="1"/>
          </p:cNvSpPr>
          <p:nvPr/>
        </p:nvSpPr>
        <p:spPr>
          <a:xfrm>
            <a:off x="533400" y="4467225"/>
            <a:ext cx="3429000" cy="1066800"/>
          </a:xfrm>
          <a:prstGeom prst="roundRect">
            <a:avLst>
              <a:gd name="adj" fmla="val 16071"/>
            </a:avLst>
          </a:prstGeom>
          <a:solidFill>
            <a:srgbClr val="FFFFFF"/>
          </a:solidFill>
          <a:ln w="9525">
            <a:solidFill>
              <a:srgbClr val="E5E7DF"/>
            </a:solidFill>
            <a:prstDash val="solid"/>
          </a:ln>
        </p:spPr>
      </p:sp>
      <p:sp>
        <p:nvSpPr>
          <p:cNvPr id="15" name="Rechteck: abgerundete Ecken 14">
            <a:extLst>
              <a:ext uri="{FF2B5EF4-FFF2-40B4-BE49-F238E27FC236}">
                <a16:creationId xmlns:a16="http://schemas.microsoft.com/office/drawing/2014/main" id="{B1C18BFC-B8D7-4FE1-AD55-7464CD950BA8}"/>
              </a:ext>
            </a:extLst>
          </p:cNvPr>
          <p:cNvSpPr>
            <a:spLocks noGrp="1"/>
          </p:cNvSpPr>
          <p:nvPr/>
        </p:nvSpPr>
        <p:spPr>
          <a:xfrm>
            <a:off x="533400" y="4467225"/>
            <a:ext cx="76200" cy="1066800"/>
          </a:xfrm>
          <a:prstGeom prst="roundRect">
            <a:avLst>
              <a:gd name="adj" fmla="val 50000"/>
            </a:avLst>
          </a:prstGeom>
          <a:solidFill>
            <a:srgbClr val="315C79"/>
          </a:solidFill>
          <a:ln w="0">
            <a:noFill/>
            <a:prstDash val="solid"/>
          </a:ln>
        </p:spPr>
      </p:sp>
      <p:sp>
        <p:nvSpPr>
          <p:cNvPr id="16" name="Rechteck 15">
            <a:extLst>
              <a:ext uri="{FF2B5EF4-FFF2-40B4-BE49-F238E27FC236}">
                <a16:creationId xmlns:a16="http://schemas.microsoft.com/office/drawing/2014/main" id="{218D666E-F7A7-4DA6-969E-71FC5D8214DC}"/>
              </a:ext>
            </a:extLst>
          </p:cNvPr>
          <p:cNvSpPr>
            <a:spLocks noGrp="1"/>
          </p:cNvSpPr>
          <p:nvPr/>
        </p:nvSpPr>
        <p:spPr>
          <a:xfrm>
            <a:off x="762000" y="4638675"/>
            <a:ext cx="3009900" cy="295275"/>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Mitfiebern</a:t>
            </a:r>
          </a:p>
        </p:txBody>
      </p:sp>
      <p:sp>
        <p:nvSpPr>
          <p:cNvPr id="17" name="Rechteck 16">
            <a:extLst>
              <a:ext uri="{FF2B5EF4-FFF2-40B4-BE49-F238E27FC236}">
                <a16:creationId xmlns:a16="http://schemas.microsoft.com/office/drawing/2014/main" id="{440B1166-C8EC-499B-9D7E-2C932948E25E}"/>
              </a:ext>
            </a:extLst>
          </p:cNvPr>
          <p:cNvSpPr>
            <a:spLocks noGrp="1"/>
          </p:cNvSpPr>
          <p:nvPr/>
        </p:nvSpPr>
        <p:spPr>
          <a:xfrm>
            <a:off x="762000" y="5010150"/>
            <a:ext cx="3009900" cy="381000"/>
          </a:xfrm>
          <a:prstGeom prst="rect">
            <a:avLst/>
          </a:prstGeom>
          <a:noFill/>
          <a:ln w="0">
            <a:noFill/>
            <a:prstDash val="solid"/>
          </a:ln>
        </p:spPr>
        <p:txBody>
          <a:bodyPr lIns="0" tIns="0" rIns="0" bIns="0" anchor="t">
            <a:normAutofit/>
          </a:bodyPr>
          <a:lstStyle/>
          <a:p>
            <a:pPr algn="l">
              <a:defRPr sz="1163" b="0">
                <a:solidFill>
                  <a:srgbClr val="656961"/>
                </a:solidFill>
                <a:latin typeface="Aptos"/>
                <a:ea typeface="Aptos"/>
                <a:cs typeface="Aptos"/>
              </a:defRPr>
            </a:pPr>
            <a:r>
              <a:rPr sz="1163" b="0">
                <a:solidFill>
                  <a:srgbClr val="656961"/>
                </a:solidFill>
                <a:latin typeface="Aptos"/>
                <a:ea typeface="Aptos"/>
                <a:cs typeface="Aptos"/>
              </a:rPr>
              <a:t>Kader, Aufstellung, Ergebnis und Liveticker sehen.</a:t>
            </a:r>
          </a:p>
        </p:txBody>
      </p:sp>
      <p:sp>
        <p:nvSpPr>
          <p:cNvPr id="18" name="Rechteck: abgerundete Ecken 17">
            <a:extLst>
              <a:ext uri="{FF2B5EF4-FFF2-40B4-BE49-F238E27FC236}">
                <a16:creationId xmlns:a16="http://schemas.microsoft.com/office/drawing/2014/main" id="{269A496A-85DB-4945-B6BE-908E70D38F2F}"/>
              </a:ext>
            </a:extLst>
          </p:cNvPr>
          <p:cNvSpPr>
            <a:spLocks noGrp="1"/>
          </p:cNvSpPr>
          <p:nvPr/>
        </p:nvSpPr>
        <p:spPr>
          <a:xfrm>
            <a:off x="7239000" y="1762125"/>
            <a:ext cx="3257550" cy="4343400"/>
          </a:xfrm>
          <a:prstGeom prst="roundRect">
            <a:avLst>
              <a:gd name="adj" fmla="val 9942"/>
            </a:avLst>
          </a:prstGeom>
          <a:solidFill>
            <a:srgbClr val="FFFFFF"/>
          </a:solidFill>
          <a:ln w="19050">
            <a:solidFill>
              <a:srgbClr val="E5E7DF"/>
            </a:solidFill>
            <a:prstDash val="solid"/>
          </a:ln>
        </p:spPr>
      </p:sp>
      <p:sp>
        <p:nvSpPr>
          <p:cNvPr id="19" name="Rechteck: abgerundete Ecken 18">
            <a:extLst>
              <a:ext uri="{FF2B5EF4-FFF2-40B4-BE49-F238E27FC236}">
                <a16:creationId xmlns:a16="http://schemas.microsoft.com/office/drawing/2014/main" id="{4F8E17A1-59FB-477D-8B2F-82354FE3DD9B}"/>
              </a:ext>
            </a:extLst>
          </p:cNvPr>
          <p:cNvSpPr>
            <a:spLocks noGrp="1"/>
          </p:cNvSpPr>
          <p:nvPr/>
        </p:nvSpPr>
        <p:spPr>
          <a:xfrm>
            <a:off x="8346567" y="1876425"/>
            <a:ext cx="1042416" cy="95250"/>
          </a:xfrm>
          <a:prstGeom prst="roundRect">
            <a:avLst>
              <a:gd name="adj" fmla="val 50000"/>
            </a:avLst>
          </a:prstGeom>
          <a:solidFill>
            <a:srgbClr val="E5E7DF"/>
          </a:solidFill>
          <a:ln w="0">
            <a:noFill/>
            <a:prstDash val="solid"/>
          </a:ln>
        </p:spPr>
      </p:sp>
      <p:sp>
        <p:nvSpPr>
          <p:cNvPr id="20" name="Rechteck: abgerundete Ecken 19">
            <a:extLst>
              <a:ext uri="{FF2B5EF4-FFF2-40B4-BE49-F238E27FC236}">
                <a16:creationId xmlns:a16="http://schemas.microsoft.com/office/drawing/2014/main" id="{E4155E6F-49B6-446D-A7BD-481272746386}"/>
              </a:ext>
            </a:extLst>
          </p:cNvPr>
          <p:cNvSpPr>
            <a:spLocks noGrp="1"/>
          </p:cNvSpPr>
          <p:nvPr/>
        </p:nvSpPr>
        <p:spPr>
          <a:xfrm>
            <a:off x="8509445" y="5962650"/>
            <a:ext cx="716661" cy="47625"/>
          </a:xfrm>
          <a:prstGeom prst="roundRect">
            <a:avLst>
              <a:gd name="adj" fmla="val 50000"/>
            </a:avLst>
          </a:prstGeom>
          <a:solidFill>
            <a:srgbClr val="BFC2B9"/>
          </a:solidFill>
          <a:ln w="0">
            <a:noFill/>
            <a:prstDash val="solid"/>
          </a:ln>
        </p:spPr>
      </p:sp>
      <p:sp>
        <p:nvSpPr>
          <p:cNvPr id="21" name="Rechteck: abgerundete Ecken 20">
            <a:extLst>
              <a:ext uri="{FF2B5EF4-FFF2-40B4-BE49-F238E27FC236}">
                <a16:creationId xmlns:a16="http://schemas.microsoft.com/office/drawing/2014/main" id="{2546FEC0-7659-4592-AD09-87E78B3C6EA5}"/>
              </a:ext>
            </a:extLst>
          </p:cNvPr>
          <p:cNvSpPr>
            <a:spLocks noGrp="1"/>
          </p:cNvSpPr>
          <p:nvPr/>
        </p:nvSpPr>
        <p:spPr>
          <a:xfrm>
            <a:off x="7391400" y="2066925"/>
            <a:ext cx="2952750" cy="666750"/>
          </a:xfrm>
          <a:prstGeom prst="roundRect">
            <a:avLst>
              <a:gd name="adj" fmla="val 20000"/>
            </a:avLst>
          </a:prstGeom>
          <a:solidFill>
            <a:srgbClr val="FFFFFF"/>
          </a:solidFill>
          <a:ln w="9525">
            <a:solidFill>
              <a:srgbClr val="E5E7DF"/>
            </a:solidFill>
            <a:prstDash val="solid"/>
          </a:ln>
        </p:spPr>
      </p:sp>
      <p:sp>
        <p:nvSpPr>
          <p:cNvPr id="22" name="Ellipse 21">
            <a:extLst>
              <a:ext uri="{FF2B5EF4-FFF2-40B4-BE49-F238E27FC236}">
                <a16:creationId xmlns:a16="http://schemas.microsoft.com/office/drawing/2014/main" id="{428DB376-F17C-4BF9-AA5A-1C684A8E1572}"/>
              </a:ext>
            </a:extLst>
          </p:cNvPr>
          <p:cNvSpPr>
            <a:spLocks noGrp="1"/>
          </p:cNvSpPr>
          <p:nvPr/>
        </p:nvSpPr>
        <p:spPr>
          <a:xfrm>
            <a:off x="7505700" y="2181225"/>
            <a:ext cx="438150" cy="438150"/>
          </a:xfrm>
          <a:prstGeom prst="ellipse">
            <a:avLst/>
          </a:prstGeom>
          <a:solidFill>
            <a:srgbClr val="FFF5A8"/>
          </a:solidFill>
          <a:ln w="0">
            <a:noFill/>
            <a:prstDash val="solid"/>
          </a:ln>
        </p:spPr>
      </p:sp>
      <p:sp>
        <p:nvSpPr>
          <p:cNvPr id="23" name="Rechteck 22">
            <a:extLst>
              <a:ext uri="{FF2B5EF4-FFF2-40B4-BE49-F238E27FC236}">
                <a16:creationId xmlns:a16="http://schemas.microsoft.com/office/drawing/2014/main" id="{48A4C815-7DFD-47E9-9F0E-8122A3A0DA20}"/>
              </a:ext>
            </a:extLst>
          </p:cNvPr>
          <p:cNvSpPr>
            <a:spLocks noGrp="1"/>
          </p:cNvSpPr>
          <p:nvPr/>
        </p:nvSpPr>
        <p:spPr>
          <a:xfrm>
            <a:off x="7505700" y="2190750"/>
            <a:ext cx="438150" cy="419100"/>
          </a:xfrm>
          <a:prstGeom prst="rect">
            <a:avLst/>
          </a:prstGeom>
          <a:noFill/>
          <a:ln w="0">
            <a:noFill/>
            <a:prstDash val="solid"/>
          </a:ln>
        </p:spPr>
        <p:txBody>
          <a:bodyPr lIns="0" tIns="0" rIns="0" bIns="0" anchor="ctr">
            <a:normAutofit/>
          </a:bodyPr>
          <a:lstStyle/>
          <a:p>
            <a:pPr algn="ctr">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FC</a:t>
            </a:r>
          </a:p>
        </p:txBody>
      </p:sp>
      <p:sp>
        <p:nvSpPr>
          <p:cNvPr id="24" name="Rechteck 23">
            <a:extLst>
              <a:ext uri="{FF2B5EF4-FFF2-40B4-BE49-F238E27FC236}">
                <a16:creationId xmlns:a16="http://schemas.microsoft.com/office/drawing/2014/main" id="{7B57A96D-6DA4-4EB9-954C-DE6E0A389379}"/>
              </a:ext>
            </a:extLst>
          </p:cNvPr>
          <p:cNvSpPr>
            <a:spLocks noGrp="1"/>
          </p:cNvSpPr>
          <p:nvPr/>
        </p:nvSpPr>
        <p:spPr>
          <a:xfrm>
            <a:off x="8058150" y="2181225"/>
            <a:ext cx="2152650" cy="228600"/>
          </a:xfrm>
          <a:prstGeom prst="rect">
            <a:avLst/>
          </a:prstGeom>
          <a:noFill/>
          <a:ln w="0">
            <a:noFill/>
            <a:prstDash val="solid"/>
          </a:ln>
        </p:spPr>
        <p:txBody>
          <a:bodyPr lIns="0" tIns="0" rIns="0" bIns="0" anchor="t">
            <a:normAutofit/>
          </a:bodyPr>
          <a:lstStyle/>
          <a:p>
            <a:pPr algn="l">
              <a:defRPr sz="1350" b="1">
                <a:solidFill>
                  <a:srgbClr val="121512"/>
                </a:solidFill>
                <a:latin typeface="Aptos Display"/>
                <a:ea typeface="Aptos Display"/>
                <a:cs typeface="Aptos Display"/>
              </a:defRPr>
            </a:pPr>
            <a:r>
              <a:rPr sz="1350" b="1">
                <a:solidFill>
                  <a:srgbClr val="121512"/>
                </a:solidFill>
                <a:latin typeface="Aptos Display"/>
                <a:ea typeface="Aptos Display"/>
                <a:cs typeface="Aptos Display"/>
              </a:rPr>
              <a:t>Hallo Fußballfamilie!</a:t>
            </a:r>
          </a:p>
        </p:txBody>
      </p:sp>
      <p:sp>
        <p:nvSpPr>
          <p:cNvPr id="25" name="Rechteck 24">
            <a:extLst>
              <a:ext uri="{FF2B5EF4-FFF2-40B4-BE49-F238E27FC236}">
                <a16:creationId xmlns:a16="http://schemas.microsoft.com/office/drawing/2014/main" id="{CCB39361-B0CF-48B9-B3D3-1AC1FFEC89EB}"/>
              </a:ext>
            </a:extLst>
          </p:cNvPr>
          <p:cNvSpPr>
            <a:spLocks noGrp="1"/>
          </p:cNvSpPr>
          <p:nvPr/>
        </p:nvSpPr>
        <p:spPr>
          <a:xfrm>
            <a:off x="8058150" y="2438400"/>
            <a:ext cx="2152650" cy="180975"/>
          </a:xfrm>
          <a:prstGeom prst="rect">
            <a:avLst/>
          </a:prstGeom>
          <a:noFill/>
          <a:ln w="0">
            <a:noFill/>
            <a:prstDash val="solid"/>
          </a:ln>
        </p:spPr>
        <p:txBody>
          <a:bodyPr lIns="0" tIns="0" rIns="0" bIns="0" anchor="t">
            <a:normAutofit/>
          </a:bodyPr>
          <a:lstStyle/>
          <a:p>
            <a:pPr algn="l">
              <a:defRPr sz="825" b="0">
                <a:solidFill>
                  <a:srgbClr val="656961"/>
                </a:solidFill>
                <a:latin typeface="Aptos"/>
                <a:ea typeface="Aptos"/>
                <a:cs typeface="Aptos"/>
              </a:defRPr>
            </a:pPr>
            <a:r>
              <a:rPr sz="825" b="0">
                <a:solidFill>
                  <a:srgbClr val="656961"/>
                </a:solidFill>
                <a:latin typeface="Aptos"/>
                <a:ea typeface="Aptos"/>
                <a:cs typeface="Aptos"/>
              </a:rPr>
              <a:t>Das Wichtigste auf einen Blick</a:t>
            </a:r>
          </a:p>
        </p:txBody>
      </p:sp>
      <p:sp>
        <p:nvSpPr>
          <p:cNvPr id="26" name="Rechteck: abgerundete Ecken 25">
            <a:extLst>
              <a:ext uri="{FF2B5EF4-FFF2-40B4-BE49-F238E27FC236}">
                <a16:creationId xmlns:a16="http://schemas.microsoft.com/office/drawing/2014/main" id="{64A22C1A-28D1-4895-B4F8-8593CB58B9A9}"/>
              </a:ext>
            </a:extLst>
          </p:cNvPr>
          <p:cNvSpPr>
            <a:spLocks noGrp="1"/>
          </p:cNvSpPr>
          <p:nvPr/>
        </p:nvSpPr>
        <p:spPr>
          <a:xfrm>
            <a:off x="7391400" y="2886075"/>
            <a:ext cx="2952750" cy="819150"/>
          </a:xfrm>
          <a:prstGeom prst="roundRect">
            <a:avLst>
              <a:gd name="adj" fmla="val 18605"/>
            </a:avLst>
          </a:prstGeom>
          <a:solidFill>
            <a:srgbClr val="FFF5A8"/>
          </a:solidFill>
          <a:ln w="0">
            <a:noFill/>
            <a:prstDash val="solid"/>
          </a:ln>
        </p:spPr>
      </p:sp>
      <p:sp>
        <p:nvSpPr>
          <p:cNvPr id="27" name="Rechteck 26">
            <a:extLst>
              <a:ext uri="{FF2B5EF4-FFF2-40B4-BE49-F238E27FC236}">
                <a16:creationId xmlns:a16="http://schemas.microsoft.com/office/drawing/2014/main" id="{35709237-F284-40B4-96C2-781ED3332452}"/>
              </a:ext>
            </a:extLst>
          </p:cNvPr>
          <p:cNvSpPr>
            <a:spLocks noGrp="1"/>
          </p:cNvSpPr>
          <p:nvPr/>
        </p:nvSpPr>
        <p:spPr>
          <a:xfrm>
            <a:off x="7562850" y="3048000"/>
            <a:ext cx="2609850" cy="247650"/>
          </a:xfrm>
          <a:prstGeom prst="rect">
            <a:avLst/>
          </a:prstGeom>
          <a:noFill/>
          <a:ln w="0">
            <a:noFill/>
            <a:prstDash val="solid"/>
          </a:ln>
        </p:spPr>
        <p:txBody>
          <a:bodyPr lIns="0" tIns="0" rIns="0" bIns="0" anchor="t">
            <a:normAutofit/>
          </a:bodyPr>
          <a:lstStyle/>
          <a:p>
            <a:pPr algn="l">
              <a:defRPr sz="1350" b="1">
                <a:solidFill>
                  <a:srgbClr val="121512"/>
                </a:solidFill>
                <a:latin typeface="Aptos Display"/>
                <a:ea typeface="Aptos Display"/>
                <a:cs typeface="Aptos Display"/>
              </a:defRPr>
            </a:pPr>
            <a:r>
              <a:rPr sz="1350" b="1">
                <a:solidFill>
                  <a:srgbClr val="121512"/>
                </a:solidFill>
                <a:latin typeface="Aptos Display"/>
                <a:ea typeface="Aptos Display"/>
                <a:cs typeface="Aptos Display"/>
              </a:rPr>
              <a:t>1 Rückmeldung ist offen</a:t>
            </a:r>
          </a:p>
        </p:txBody>
      </p:sp>
      <p:sp>
        <p:nvSpPr>
          <p:cNvPr id="28" name="Rechteck 27">
            <a:extLst>
              <a:ext uri="{FF2B5EF4-FFF2-40B4-BE49-F238E27FC236}">
                <a16:creationId xmlns:a16="http://schemas.microsoft.com/office/drawing/2014/main" id="{C274A3C4-37ED-410F-82EB-C4CB066C56D7}"/>
              </a:ext>
            </a:extLst>
          </p:cNvPr>
          <p:cNvSpPr>
            <a:spLocks noGrp="1"/>
          </p:cNvSpPr>
          <p:nvPr/>
        </p:nvSpPr>
        <p:spPr>
          <a:xfrm>
            <a:off x="7562850" y="3362325"/>
            <a:ext cx="2609850" cy="171450"/>
          </a:xfrm>
          <a:prstGeom prst="rect">
            <a:avLst/>
          </a:prstGeom>
          <a:noFill/>
          <a:ln w="0">
            <a:noFill/>
            <a:prstDash val="solid"/>
          </a:ln>
        </p:spPr>
        <p:txBody>
          <a:bodyPr lIns="0" tIns="0" rIns="0" bIns="0" anchor="t">
            <a:normAutofit/>
          </a:bodyPr>
          <a:lstStyle/>
          <a:p>
            <a:pPr algn="l">
              <a:defRPr sz="863" b="0">
                <a:solidFill>
                  <a:srgbClr val="656961"/>
                </a:solidFill>
                <a:latin typeface="Aptos"/>
                <a:ea typeface="Aptos"/>
                <a:cs typeface="Aptos"/>
              </a:defRPr>
            </a:pPr>
            <a:r>
              <a:rPr sz="863" b="0">
                <a:solidFill>
                  <a:srgbClr val="656961"/>
                </a:solidFill>
                <a:latin typeface="Aptos"/>
                <a:ea typeface="Aptos"/>
                <a:cs typeface="Aptos"/>
              </a:rPr>
              <a:t>Training · Donnerstag · 17:30 Uhr</a:t>
            </a:r>
          </a:p>
        </p:txBody>
      </p:sp>
      <p:sp>
        <p:nvSpPr>
          <p:cNvPr id="29" name="Rechteck: abgerundete Ecken 28">
            <a:extLst>
              <a:ext uri="{FF2B5EF4-FFF2-40B4-BE49-F238E27FC236}">
                <a16:creationId xmlns:a16="http://schemas.microsoft.com/office/drawing/2014/main" id="{3EB6174E-5941-4A6C-9B79-BE233472FA7C}"/>
              </a:ext>
            </a:extLst>
          </p:cNvPr>
          <p:cNvSpPr>
            <a:spLocks noGrp="1"/>
          </p:cNvSpPr>
          <p:nvPr/>
        </p:nvSpPr>
        <p:spPr>
          <a:xfrm>
            <a:off x="7391400" y="3857625"/>
            <a:ext cx="2952750" cy="1066800"/>
          </a:xfrm>
          <a:prstGeom prst="roundRect">
            <a:avLst>
              <a:gd name="adj" fmla="val 16071"/>
            </a:avLst>
          </a:prstGeom>
          <a:solidFill>
            <a:srgbClr val="121512"/>
          </a:solidFill>
          <a:ln w="0">
            <a:noFill/>
            <a:prstDash val="solid"/>
          </a:ln>
        </p:spPr>
      </p:sp>
      <p:sp>
        <p:nvSpPr>
          <p:cNvPr id="30" name="Rechteck 29">
            <a:extLst>
              <a:ext uri="{FF2B5EF4-FFF2-40B4-BE49-F238E27FC236}">
                <a16:creationId xmlns:a16="http://schemas.microsoft.com/office/drawing/2014/main" id="{801727E2-736E-4DE6-A3F1-0BFA8C96320A}"/>
              </a:ext>
            </a:extLst>
          </p:cNvPr>
          <p:cNvSpPr>
            <a:spLocks noGrp="1"/>
          </p:cNvSpPr>
          <p:nvPr/>
        </p:nvSpPr>
        <p:spPr>
          <a:xfrm>
            <a:off x="7562850" y="4038600"/>
            <a:ext cx="2609850" cy="171450"/>
          </a:xfrm>
          <a:prstGeom prst="rect">
            <a:avLst/>
          </a:prstGeom>
          <a:noFill/>
          <a:ln w="0">
            <a:noFill/>
            <a:prstDash val="solid"/>
          </a:ln>
        </p:spPr>
        <p:txBody>
          <a:bodyPr lIns="0" tIns="0" rIns="0" bIns="0" anchor="t">
            <a:normAutofit/>
          </a:bodyPr>
          <a:lstStyle/>
          <a:p>
            <a:pPr algn="l">
              <a:defRPr sz="788" b="1">
                <a:solidFill>
                  <a:srgbClr val="FFE500"/>
                </a:solidFill>
                <a:latin typeface="Aptos Display"/>
                <a:ea typeface="Aptos Display"/>
                <a:cs typeface="Aptos Display"/>
              </a:defRPr>
            </a:pPr>
            <a:r>
              <a:rPr sz="788" b="1">
                <a:solidFill>
                  <a:srgbClr val="FFE500"/>
                </a:solidFill>
                <a:latin typeface="Aptos Display"/>
                <a:ea typeface="Aptos Display"/>
                <a:cs typeface="Aptos Display"/>
              </a:rPr>
              <a:t>NÄCHSTER TERMIN</a:t>
            </a:r>
          </a:p>
        </p:txBody>
      </p:sp>
      <p:sp>
        <p:nvSpPr>
          <p:cNvPr id="31" name="Rechteck 30">
            <a:extLst>
              <a:ext uri="{FF2B5EF4-FFF2-40B4-BE49-F238E27FC236}">
                <a16:creationId xmlns:a16="http://schemas.microsoft.com/office/drawing/2014/main" id="{FD122A5D-956A-4E56-BE92-2AE3D30DF0D8}"/>
              </a:ext>
            </a:extLst>
          </p:cNvPr>
          <p:cNvSpPr>
            <a:spLocks noGrp="1"/>
          </p:cNvSpPr>
          <p:nvPr/>
        </p:nvSpPr>
        <p:spPr>
          <a:xfrm>
            <a:off x="7562850" y="4333875"/>
            <a:ext cx="2609850" cy="257175"/>
          </a:xfrm>
          <a:prstGeom prst="rect">
            <a:avLst/>
          </a:prstGeom>
          <a:noFill/>
          <a:ln w="0">
            <a:noFill/>
            <a:prstDash val="solid"/>
          </a:ln>
        </p:spPr>
        <p:txBody>
          <a:bodyPr lIns="0" tIns="0" rIns="0" bIns="0" anchor="t">
            <a:normAutofit/>
          </a:bodyPr>
          <a:lstStyle/>
          <a:p>
            <a:pPr algn="l">
              <a:defRPr sz="1575" b="1">
                <a:solidFill>
                  <a:srgbClr val="FFFFFF"/>
                </a:solidFill>
                <a:latin typeface="Aptos Display"/>
                <a:ea typeface="Aptos Display"/>
                <a:cs typeface="Aptos Display"/>
              </a:defRPr>
            </a:pPr>
            <a:r>
              <a:rPr sz="1575" b="1">
                <a:solidFill>
                  <a:srgbClr val="FFFFFF"/>
                </a:solidFill>
                <a:latin typeface="Aptos Display"/>
                <a:ea typeface="Aptos Display"/>
                <a:cs typeface="Aptos Display"/>
              </a:rPr>
              <a:t>Heimspiel E1</a:t>
            </a:r>
          </a:p>
        </p:txBody>
      </p:sp>
      <p:sp>
        <p:nvSpPr>
          <p:cNvPr id="32" name="Rechteck 31">
            <a:extLst>
              <a:ext uri="{FF2B5EF4-FFF2-40B4-BE49-F238E27FC236}">
                <a16:creationId xmlns:a16="http://schemas.microsoft.com/office/drawing/2014/main" id="{E2C3BD65-9C28-45DA-B812-42F177193ABA}"/>
              </a:ext>
            </a:extLst>
          </p:cNvPr>
          <p:cNvSpPr>
            <a:spLocks noGrp="1"/>
          </p:cNvSpPr>
          <p:nvPr/>
        </p:nvSpPr>
        <p:spPr>
          <a:xfrm>
            <a:off x="7562850" y="4667250"/>
            <a:ext cx="2609850" cy="171450"/>
          </a:xfrm>
          <a:prstGeom prst="rect">
            <a:avLst/>
          </a:prstGeom>
          <a:noFill/>
          <a:ln w="0">
            <a:noFill/>
            <a:prstDash val="solid"/>
          </a:ln>
        </p:spPr>
        <p:txBody>
          <a:bodyPr lIns="0" tIns="0" rIns="0" bIns="0" anchor="t">
            <a:normAutofit/>
          </a:bodyPr>
          <a:lstStyle/>
          <a:p>
            <a:pPr algn="l">
              <a:defRPr sz="863" b="0">
                <a:solidFill>
                  <a:srgbClr val="D8DAD4"/>
                </a:solidFill>
                <a:latin typeface="Aptos"/>
                <a:ea typeface="Aptos"/>
                <a:cs typeface="Aptos"/>
              </a:defRPr>
            </a:pPr>
            <a:r>
              <a:rPr sz="863" b="0">
                <a:solidFill>
                  <a:srgbClr val="D8DAD4"/>
                </a:solidFill>
                <a:latin typeface="Aptos"/>
                <a:ea typeface="Aptos"/>
                <a:cs typeface="Aptos"/>
              </a:rPr>
              <a:t>Sa · 10:30 Uhr · Sportplatz</a:t>
            </a:r>
          </a:p>
        </p:txBody>
      </p:sp>
      <p:sp>
        <p:nvSpPr>
          <p:cNvPr id="33" name="Rechteck: abgerundete Ecken 32">
            <a:extLst>
              <a:ext uri="{FF2B5EF4-FFF2-40B4-BE49-F238E27FC236}">
                <a16:creationId xmlns:a16="http://schemas.microsoft.com/office/drawing/2014/main" id="{6920D748-3DD7-4FD6-8858-278EE7FC0F39}"/>
              </a:ext>
            </a:extLst>
          </p:cNvPr>
          <p:cNvSpPr>
            <a:spLocks noGrp="1"/>
          </p:cNvSpPr>
          <p:nvPr/>
        </p:nvSpPr>
        <p:spPr>
          <a:xfrm>
            <a:off x="7391400" y="5381625"/>
            <a:ext cx="2952750" cy="495300"/>
          </a:xfrm>
          <a:prstGeom prst="roundRect">
            <a:avLst>
              <a:gd name="adj" fmla="val 26923"/>
            </a:avLst>
          </a:prstGeom>
          <a:solidFill>
            <a:srgbClr val="FFFFFF"/>
          </a:solidFill>
          <a:ln w="9525">
            <a:solidFill>
              <a:srgbClr val="E5E7DF"/>
            </a:solidFill>
            <a:prstDash val="solid"/>
          </a:ln>
        </p:spPr>
      </p:sp>
      <p:sp>
        <p:nvSpPr>
          <p:cNvPr id="34" name="Rechteck: abgerundete Ecken 33">
            <a:extLst>
              <a:ext uri="{FF2B5EF4-FFF2-40B4-BE49-F238E27FC236}">
                <a16:creationId xmlns:a16="http://schemas.microsoft.com/office/drawing/2014/main" id="{D8B88073-E0BD-44EC-B0E0-17BD97FA5877}"/>
              </a:ext>
            </a:extLst>
          </p:cNvPr>
          <p:cNvSpPr>
            <a:spLocks noGrp="1"/>
          </p:cNvSpPr>
          <p:nvPr/>
        </p:nvSpPr>
        <p:spPr>
          <a:xfrm>
            <a:off x="7458075" y="5457825"/>
            <a:ext cx="544830" cy="219075"/>
          </a:xfrm>
          <a:prstGeom prst="roundRect">
            <a:avLst>
              <a:gd name="adj" fmla="val 50000"/>
            </a:avLst>
          </a:prstGeom>
          <a:solidFill>
            <a:srgbClr val="FFF5A8"/>
          </a:solidFill>
          <a:ln w="0">
            <a:noFill/>
            <a:prstDash val="solid"/>
          </a:ln>
        </p:spPr>
      </p:sp>
      <p:sp>
        <p:nvSpPr>
          <p:cNvPr id="35" name="Rechteck 34">
            <a:extLst>
              <a:ext uri="{FF2B5EF4-FFF2-40B4-BE49-F238E27FC236}">
                <a16:creationId xmlns:a16="http://schemas.microsoft.com/office/drawing/2014/main" id="{3A6B3411-7091-477D-90DC-0A6F1F6240EF}"/>
              </a:ext>
            </a:extLst>
          </p:cNvPr>
          <p:cNvSpPr>
            <a:spLocks noGrp="1"/>
          </p:cNvSpPr>
          <p:nvPr/>
        </p:nvSpPr>
        <p:spPr>
          <a:xfrm>
            <a:off x="7458075" y="5676900"/>
            <a:ext cx="544830" cy="133350"/>
          </a:xfrm>
          <a:prstGeom prst="rect">
            <a:avLst/>
          </a:prstGeom>
          <a:noFill/>
          <a:ln w="0">
            <a:noFill/>
            <a:prstDash val="solid"/>
          </a:ln>
        </p:spPr>
        <p:txBody>
          <a:bodyPr lIns="0" tIns="0" rIns="0" bIns="0" anchor="t">
            <a:normAutofit/>
          </a:bodyPr>
          <a:lstStyle/>
          <a:p>
            <a:pPr algn="ctr">
              <a:defRPr sz="638" b="1">
                <a:solidFill>
                  <a:srgbClr val="121512"/>
                </a:solidFill>
                <a:latin typeface="Aptos Display"/>
                <a:ea typeface="Aptos Display"/>
                <a:cs typeface="Aptos Display"/>
              </a:defRPr>
            </a:pPr>
            <a:r>
              <a:rPr sz="638" b="1">
                <a:solidFill>
                  <a:srgbClr val="121512"/>
                </a:solidFill>
                <a:latin typeface="Aptos Display"/>
                <a:ea typeface="Aptos Display"/>
                <a:cs typeface="Aptos Display"/>
              </a:rPr>
              <a:t>Start</a:t>
            </a:r>
          </a:p>
        </p:txBody>
      </p:sp>
      <p:sp>
        <p:nvSpPr>
          <p:cNvPr id="36" name="Rechteck 35">
            <a:extLst>
              <a:ext uri="{FF2B5EF4-FFF2-40B4-BE49-F238E27FC236}">
                <a16:creationId xmlns:a16="http://schemas.microsoft.com/office/drawing/2014/main" id="{43E473F1-EE4F-464F-9C0D-04A5F26010B4}"/>
              </a:ext>
            </a:extLst>
          </p:cNvPr>
          <p:cNvSpPr>
            <a:spLocks noGrp="1"/>
          </p:cNvSpPr>
          <p:nvPr/>
        </p:nvSpPr>
        <p:spPr>
          <a:xfrm>
            <a:off x="8021955" y="5676900"/>
            <a:ext cx="544830" cy="133350"/>
          </a:xfrm>
          <a:prstGeom prst="rect">
            <a:avLst/>
          </a:prstGeom>
          <a:noFill/>
          <a:ln w="0">
            <a:noFill/>
            <a:prstDash val="solid"/>
          </a:ln>
        </p:spPr>
        <p:txBody>
          <a:bodyPr lIns="0" tIns="0" rIns="0" bIns="0" anchor="t">
            <a:normAutofit/>
          </a:bodyPr>
          <a:lstStyle/>
          <a:p>
            <a:pPr algn="ctr">
              <a:defRPr sz="638" b="0">
                <a:solidFill>
                  <a:srgbClr val="656961"/>
                </a:solidFill>
                <a:latin typeface="Aptos"/>
                <a:ea typeface="Aptos"/>
                <a:cs typeface="Aptos"/>
              </a:defRPr>
            </a:pPr>
            <a:r>
              <a:rPr sz="638" b="0">
                <a:solidFill>
                  <a:srgbClr val="656961"/>
                </a:solidFill>
                <a:latin typeface="Aptos"/>
                <a:ea typeface="Aptos"/>
                <a:cs typeface="Aptos"/>
              </a:rPr>
              <a:t>Kinder</a:t>
            </a:r>
          </a:p>
        </p:txBody>
      </p:sp>
      <p:sp>
        <p:nvSpPr>
          <p:cNvPr id="37" name="Rechteck 36">
            <a:extLst>
              <a:ext uri="{FF2B5EF4-FFF2-40B4-BE49-F238E27FC236}">
                <a16:creationId xmlns:a16="http://schemas.microsoft.com/office/drawing/2014/main" id="{BFD8026F-A560-44DB-84AA-67EBDAB86E67}"/>
              </a:ext>
            </a:extLst>
          </p:cNvPr>
          <p:cNvSpPr>
            <a:spLocks noGrp="1"/>
          </p:cNvSpPr>
          <p:nvPr/>
        </p:nvSpPr>
        <p:spPr>
          <a:xfrm>
            <a:off x="8585835" y="5676900"/>
            <a:ext cx="544830" cy="133350"/>
          </a:xfrm>
          <a:prstGeom prst="rect">
            <a:avLst/>
          </a:prstGeom>
          <a:noFill/>
          <a:ln w="0">
            <a:noFill/>
            <a:prstDash val="solid"/>
          </a:ln>
        </p:spPr>
        <p:txBody>
          <a:bodyPr lIns="0" tIns="0" rIns="0" bIns="0" anchor="t">
            <a:normAutofit/>
          </a:bodyPr>
          <a:lstStyle/>
          <a:p>
            <a:pPr algn="ctr">
              <a:defRPr sz="638" b="0">
                <a:solidFill>
                  <a:srgbClr val="656961"/>
                </a:solidFill>
                <a:latin typeface="Aptos"/>
                <a:ea typeface="Aptos"/>
                <a:cs typeface="Aptos"/>
              </a:defRPr>
            </a:pPr>
            <a:r>
              <a:rPr sz="638" b="0">
                <a:solidFill>
                  <a:srgbClr val="656961"/>
                </a:solidFill>
                <a:latin typeface="Aptos"/>
                <a:ea typeface="Aptos"/>
                <a:cs typeface="Aptos"/>
              </a:rPr>
              <a:t>Kalender</a:t>
            </a:r>
          </a:p>
        </p:txBody>
      </p:sp>
      <p:sp>
        <p:nvSpPr>
          <p:cNvPr id="38" name="Rechteck 37">
            <a:extLst>
              <a:ext uri="{FF2B5EF4-FFF2-40B4-BE49-F238E27FC236}">
                <a16:creationId xmlns:a16="http://schemas.microsoft.com/office/drawing/2014/main" id="{64F3E9E1-6FB3-4F4C-8433-2A9FD527A271}"/>
              </a:ext>
            </a:extLst>
          </p:cNvPr>
          <p:cNvSpPr>
            <a:spLocks noGrp="1"/>
          </p:cNvSpPr>
          <p:nvPr/>
        </p:nvSpPr>
        <p:spPr>
          <a:xfrm>
            <a:off x="9149715" y="5676900"/>
            <a:ext cx="544830" cy="133350"/>
          </a:xfrm>
          <a:prstGeom prst="rect">
            <a:avLst/>
          </a:prstGeom>
          <a:noFill/>
          <a:ln w="0">
            <a:noFill/>
            <a:prstDash val="solid"/>
          </a:ln>
        </p:spPr>
        <p:txBody>
          <a:bodyPr lIns="0" tIns="0" rIns="0" bIns="0" anchor="t">
            <a:normAutofit/>
          </a:bodyPr>
          <a:lstStyle/>
          <a:p>
            <a:pPr algn="ctr">
              <a:defRPr sz="638" b="0">
                <a:solidFill>
                  <a:srgbClr val="656961"/>
                </a:solidFill>
                <a:latin typeface="Aptos"/>
                <a:ea typeface="Aptos"/>
                <a:cs typeface="Aptos"/>
              </a:defRPr>
            </a:pPr>
            <a:r>
              <a:rPr sz="638" b="0">
                <a:solidFill>
                  <a:srgbClr val="656961"/>
                </a:solidFill>
                <a:latin typeface="Aptos"/>
                <a:ea typeface="Aptos"/>
                <a:cs typeface="Aptos"/>
              </a:rPr>
              <a:t>Spiele</a:t>
            </a:r>
          </a:p>
        </p:txBody>
      </p:sp>
      <p:sp>
        <p:nvSpPr>
          <p:cNvPr id="39" name="Rechteck 38">
            <a:extLst>
              <a:ext uri="{FF2B5EF4-FFF2-40B4-BE49-F238E27FC236}">
                <a16:creationId xmlns:a16="http://schemas.microsoft.com/office/drawing/2014/main" id="{E462D2C2-2997-41D7-9E0E-73154DB327FF}"/>
              </a:ext>
            </a:extLst>
          </p:cNvPr>
          <p:cNvSpPr>
            <a:spLocks noGrp="1"/>
          </p:cNvSpPr>
          <p:nvPr/>
        </p:nvSpPr>
        <p:spPr>
          <a:xfrm>
            <a:off x="9713595" y="5676900"/>
            <a:ext cx="544830" cy="133350"/>
          </a:xfrm>
          <a:prstGeom prst="rect">
            <a:avLst/>
          </a:prstGeom>
          <a:noFill/>
          <a:ln w="0">
            <a:noFill/>
            <a:prstDash val="solid"/>
          </a:ln>
        </p:spPr>
        <p:txBody>
          <a:bodyPr lIns="0" tIns="0" rIns="0" bIns="0" anchor="t">
            <a:normAutofit/>
          </a:bodyPr>
          <a:lstStyle/>
          <a:p>
            <a:pPr algn="ctr">
              <a:defRPr sz="638" b="0">
                <a:solidFill>
                  <a:srgbClr val="656961"/>
                </a:solidFill>
                <a:latin typeface="Aptos"/>
                <a:ea typeface="Aptos"/>
                <a:cs typeface="Aptos"/>
              </a:defRPr>
            </a:pPr>
            <a:r>
              <a:rPr sz="638" b="0">
                <a:solidFill>
                  <a:srgbClr val="656961"/>
                </a:solidFill>
                <a:latin typeface="Aptos"/>
                <a:ea typeface="Aptos"/>
                <a:cs typeface="Aptos"/>
              </a:rPr>
              <a:t>Mehr</a:t>
            </a:r>
          </a:p>
        </p:txBody>
      </p:sp>
      <p:sp>
        <p:nvSpPr>
          <p:cNvPr id="40" name="Rechteck: abgerundete Ecken 39">
            <a:extLst>
              <a:ext uri="{FF2B5EF4-FFF2-40B4-BE49-F238E27FC236}">
                <a16:creationId xmlns:a16="http://schemas.microsoft.com/office/drawing/2014/main" id="{0DE24458-934C-4D4F-9B37-C71E85DCEAA0}"/>
              </a:ext>
            </a:extLst>
          </p:cNvPr>
          <p:cNvSpPr>
            <a:spLocks noGrp="1"/>
          </p:cNvSpPr>
          <p:nvPr/>
        </p:nvSpPr>
        <p:spPr>
          <a:xfrm>
            <a:off x="4762500" y="5810250"/>
            <a:ext cx="6286500" cy="514350"/>
          </a:xfrm>
          <a:prstGeom prst="roundRect">
            <a:avLst>
              <a:gd name="adj" fmla="val 29630"/>
            </a:avLst>
          </a:prstGeom>
          <a:solidFill>
            <a:srgbClr val="121512"/>
          </a:solidFill>
          <a:ln w="0">
            <a:noFill/>
            <a:prstDash val="solid"/>
          </a:ln>
        </p:spPr>
      </p:sp>
      <p:sp>
        <p:nvSpPr>
          <p:cNvPr id="41" name="Rechteck 40">
            <a:extLst>
              <a:ext uri="{FF2B5EF4-FFF2-40B4-BE49-F238E27FC236}">
                <a16:creationId xmlns:a16="http://schemas.microsoft.com/office/drawing/2014/main" id="{84C3E4DD-38D0-480C-A405-C22DF6A5E3FF}"/>
              </a:ext>
            </a:extLst>
          </p:cNvPr>
          <p:cNvSpPr>
            <a:spLocks noGrp="1"/>
          </p:cNvSpPr>
          <p:nvPr/>
        </p:nvSpPr>
        <p:spPr>
          <a:xfrm>
            <a:off x="4953000" y="5924550"/>
            <a:ext cx="5905500" cy="285750"/>
          </a:xfrm>
          <a:prstGeom prst="rect">
            <a:avLst/>
          </a:prstGeom>
          <a:noFill/>
          <a:ln w="0">
            <a:noFill/>
            <a:prstDash val="solid"/>
          </a:ln>
        </p:spPr>
        <p:txBody>
          <a:bodyPr lIns="0" tIns="0" rIns="0" bIns="0" anchor="ctr">
            <a:normAutofit/>
          </a:bodyPr>
          <a:lstStyle/>
          <a:p>
            <a:pPr algn="ctr">
              <a:defRPr sz="1275" b="1">
                <a:solidFill>
                  <a:srgbClr val="FFFFFF"/>
                </a:solidFill>
                <a:latin typeface="Aptos Display"/>
                <a:ea typeface="Aptos Display"/>
                <a:cs typeface="Aptos Display"/>
              </a:defRPr>
            </a:pPr>
            <a:r>
              <a:rPr sz="1275" b="1">
                <a:solidFill>
                  <a:srgbClr val="FFFFFF"/>
                </a:solidFill>
                <a:latin typeface="Aptos Display"/>
                <a:ea typeface="Aptos Display"/>
                <a:cs typeface="Aptos Display"/>
              </a:rPr>
              <a:t>Du siehst nur die Kinder und Mannschaften, die deinem Konto zugeordnet sind.</a:t>
            </a:r>
          </a:p>
        </p:txBody>
      </p:sp>
      <p:sp>
        <p:nvSpPr>
          <p:cNvPr id="42" name="Rechteck 41">
            <a:extLst>
              <a:ext uri="{FF2B5EF4-FFF2-40B4-BE49-F238E27FC236}">
                <a16:creationId xmlns:a16="http://schemas.microsoft.com/office/drawing/2014/main" id="{517DE48C-2DD5-4299-B054-1914D5270D46}"/>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15230963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26" name="Rechteck 25">
            <a:extLst>
              <a:ext uri="{FF2B5EF4-FFF2-40B4-BE49-F238E27FC236}">
                <a16:creationId xmlns:a16="http://schemas.microsoft.com/office/drawing/2014/main" id="{3F6D0F50-E051-4C57-8AC5-31623F7884AA}"/>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STARTKLAR</a:t>
            </a:r>
          </a:p>
        </p:txBody>
      </p:sp>
      <p:sp>
        <p:nvSpPr>
          <p:cNvPr id="2" name="Rechteck 1">
            <a:extLst>
              <a:ext uri="{FF2B5EF4-FFF2-40B4-BE49-F238E27FC236}">
                <a16:creationId xmlns:a16="http://schemas.microsoft.com/office/drawing/2014/main" id="{122FEB62-3754-4776-A3A0-D2DE039B49BF}"/>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In vier ruhigen Schritten loslegen</a:t>
            </a:r>
          </a:p>
        </p:txBody>
      </p:sp>
      <p:sp>
        <p:nvSpPr>
          <p:cNvPr id="3" name="Rechteck: abgerundete Ecken 2">
            <a:extLst>
              <a:ext uri="{FF2B5EF4-FFF2-40B4-BE49-F238E27FC236}">
                <a16:creationId xmlns:a16="http://schemas.microsoft.com/office/drawing/2014/main" id="{E2C484C2-7AFC-4C9B-8C5B-D1C11588855E}"/>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BD2E56D0-B4BE-495A-B6E0-1CD8FBFF6C2D}"/>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3</a:t>
            </a:r>
          </a:p>
        </p:txBody>
      </p:sp>
      <p:sp>
        <p:nvSpPr>
          <p:cNvPr id="5" name="Rechteck 4">
            <a:extLst>
              <a:ext uri="{FF2B5EF4-FFF2-40B4-BE49-F238E27FC236}">
                <a16:creationId xmlns:a16="http://schemas.microsoft.com/office/drawing/2014/main" id="{2C000E46-75EB-486A-A849-4FBC1D553534}"/>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Der erste Einstieg dauert nur wenige Minuten.</a:t>
            </a:r>
          </a:p>
        </p:txBody>
      </p:sp>
      <p:cxnSp>
        <p:nvCxnSpPr>
          <p:cNvPr id="31" name="Gerade Verbindung mit Pfeil 30"/>
          <p:cNvCxnSpPr/>
          <p:nvPr/>
        </p:nvCxnSpPr>
        <p:spPr>
          <a:xfrm>
            <a:off x="1381125" y="2886075"/>
            <a:ext cx="9334500" cy="0"/>
          </a:xfrm>
          <a:prstGeom prst="straightConnector1">
            <a:avLst/>
          </a:prstGeom>
          <a:ln w="38100">
            <a:solidFill>
              <a:srgbClr val="A98E00"/>
            </a:solidFill>
            <a:prstDash val="solid"/>
          </a:ln>
        </p:spPr>
      </p:cxnSp>
      <p:sp>
        <p:nvSpPr>
          <p:cNvPr id="7" name="Ellipse 6">
            <a:extLst>
              <a:ext uri="{FF2B5EF4-FFF2-40B4-BE49-F238E27FC236}">
                <a16:creationId xmlns:a16="http://schemas.microsoft.com/office/drawing/2014/main" id="{21185988-720C-475E-8C71-C84A20B4DB52}"/>
              </a:ext>
            </a:extLst>
          </p:cNvPr>
          <p:cNvSpPr>
            <a:spLocks noGrp="1"/>
          </p:cNvSpPr>
          <p:nvPr/>
        </p:nvSpPr>
        <p:spPr>
          <a:xfrm>
            <a:off x="1323975" y="2466975"/>
            <a:ext cx="838200" cy="838200"/>
          </a:xfrm>
          <a:prstGeom prst="ellipse">
            <a:avLst/>
          </a:prstGeom>
          <a:solidFill>
            <a:srgbClr val="FFE500"/>
          </a:solidFill>
          <a:ln w="0">
            <a:noFill/>
            <a:prstDash val="solid"/>
          </a:ln>
        </p:spPr>
      </p:sp>
      <p:sp>
        <p:nvSpPr>
          <p:cNvPr id="8" name="Rechteck 7">
            <a:extLst>
              <a:ext uri="{FF2B5EF4-FFF2-40B4-BE49-F238E27FC236}">
                <a16:creationId xmlns:a16="http://schemas.microsoft.com/office/drawing/2014/main" id="{03EAD3E2-F979-48ED-9D32-0E1086C0685D}"/>
              </a:ext>
            </a:extLst>
          </p:cNvPr>
          <p:cNvSpPr>
            <a:spLocks noGrp="1"/>
          </p:cNvSpPr>
          <p:nvPr/>
        </p:nvSpPr>
        <p:spPr>
          <a:xfrm>
            <a:off x="1323975" y="2476500"/>
            <a:ext cx="838200" cy="819150"/>
          </a:xfrm>
          <a:prstGeom prst="rect">
            <a:avLst/>
          </a:prstGeom>
          <a:noFill/>
          <a:ln w="0">
            <a:noFill/>
            <a:prstDash val="solid"/>
          </a:ln>
        </p:spPr>
        <p:txBody>
          <a:bodyPr lIns="0" tIns="0" rIns="0" bIns="0" anchor="ctr">
            <a:normAutofit/>
          </a:bodyPr>
          <a:lstStyle/>
          <a:p>
            <a:pPr algn="ctr">
              <a:defRPr sz="2100" b="1">
                <a:solidFill>
                  <a:srgbClr val="121512"/>
                </a:solidFill>
                <a:latin typeface="Aptos Display"/>
                <a:ea typeface="Aptos Display"/>
                <a:cs typeface="Aptos Display"/>
              </a:defRPr>
            </a:pPr>
            <a:r>
              <a:rPr sz="2100" b="1" dirty="0">
                <a:solidFill>
                  <a:srgbClr val="121512"/>
                </a:solidFill>
                <a:latin typeface="Aptos Display"/>
                <a:ea typeface="Aptos Display"/>
                <a:cs typeface="Aptos Display"/>
              </a:rPr>
              <a:t>1</a:t>
            </a:r>
          </a:p>
        </p:txBody>
      </p:sp>
      <p:sp>
        <p:nvSpPr>
          <p:cNvPr id="9" name="Rechteck 8">
            <a:extLst>
              <a:ext uri="{FF2B5EF4-FFF2-40B4-BE49-F238E27FC236}">
                <a16:creationId xmlns:a16="http://schemas.microsoft.com/office/drawing/2014/main" id="{09068A79-45D4-4283-B5B8-BC24922CBA7C}"/>
              </a:ext>
            </a:extLst>
          </p:cNvPr>
          <p:cNvSpPr>
            <a:spLocks noGrp="1"/>
          </p:cNvSpPr>
          <p:nvPr/>
        </p:nvSpPr>
        <p:spPr>
          <a:xfrm>
            <a:off x="628650" y="3581400"/>
            <a:ext cx="2419350" cy="342900"/>
          </a:xfrm>
          <a:prstGeom prst="rect">
            <a:avLst/>
          </a:prstGeom>
          <a:noFill/>
          <a:ln w="0">
            <a:noFill/>
            <a:prstDash val="solid"/>
          </a:ln>
        </p:spPr>
        <p:txBody>
          <a:bodyPr lIns="0" tIns="0" rIns="0" bIns="0" anchor="t">
            <a:normAutofit/>
          </a:bodyPr>
          <a:lstStyle/>
          <a:p>
            <a:pPr algn="ctr">
              <a:defRPr sz="1650" b="1">
                <a:solidFill>
                  <a:srgbClr val="121512"/>
                </a:solidFill>
                <a:latin typeface="Aptos Display"/>
                <a:ea typeface="Aptos Display"/>
                <a:cs typeface="Aptos Display"/>
              </a:defRPr>
            </a:pPr>
            <a:r>
              <a:rPr sz="1650" b="1">
                <a:solidFill>
                  <a:srgbClr val="121512"/>
                </a:solidFill>
                <a:latin typeface="Aptos Display"/>
                <a:ea typeface="Aptos Display"/>
                <a:cs typeface="Aptos Display"/>
              </a:rPr>
              <a:t>App öffnen</a:t>
            </a:r>
          </a:p>
        </p:txBody>
      </p:sp>
      <p:sp>
        <p:nvSpPr>
          <p:cNvPr id="10" name="Rechteck 9">
            <a:extLst>
              <a:ext uri="{FF2B5EF4-FFF2-40B4-BE49-F238E27FC236}">
                <a16:creationId xmlns:a16="http://schemas.microsoft.com/office/drawing/2014/main" id="{FAD75154-4E70-4F64-9C53-16A71858AAC7}"/>
              </a:ext>
            </a:extLst>
          </p:cNvPr>
          <p:cNvSpPr>
            <a:spLocks noGrp="1"/>
          </p:cNvSpPr>
          <p:nvPr/>
        </p:nvSpPr>
        <p:spPr>
          <a:xfrm>
            <a:off x="723900" y="4048125"/>
            <a:ext cx="2228850" cy="857250"/>
          </a:xfrm>
          <a:prstGeom prst="rect">
            <a:avLst/>
          </a:prstGeom>
          <a:noFill/>
          <a:ln w="0">
            <a:noFill/>
            <a:prstDash val="solid"/>
          </a:ln>
        </p:spPr>
        <p:txBody>
          <a:bodyPr lIns="0" tIns="0" rIns="0" bIns="0" anchor="t">
            <a:normAutofit/>
          </a:bodyPr>
          <a:lstStyle/>
          <a:p>
            <a:pPr algn="ctr">
              <a:defRPr sz="1163" b="0">
                <a:solidFill>
                  <a:srgbClr val="656961"/>
                </a:solidFill>
                <a:latin typeface="Aptos"/>
                <a:ea typeface="Aptos"/>
                <a:cs typeface="Aptos"/>
              </a:defRPr>
            </a:pPr>
            <a:r>
              <a:rPr sz="1163" b="0">
                <a:solidFill>
                  <a:srgbClr val="656961"/>
                </a:solidFill>
                <a:latin typeface="Aptos"/>
                <a:ea typeface="Aptos"/>
                <a:cs typeface="Aptos"/>
              </a:rPr>
              <a:t>Android-APK oder Web-App auf dem Startbildschirm öffnen.</a:t>
            </a:r>
          </a:p>
        </p:txBody>
      </p:sp>
      <p:sp>
        <p:nvSpPr>
          <p:cNvPr id="11" name="Ellipse 10">
            <a:extLst>
              <a:ext uri="{FF2B5EF4-FFF2-40B4-BE49-F238E27FC236}">
                <a16:creationId xmlns:a16="http://schemas.microsoft.com/office/drawing/2014/main" id="{54EC7770-980E-4BFB-BDD6-78D5F680BE1A}"/>
              </a:ext>
            </a:extLst>
          </p:cNvPr>
          <p:cNvSpPr>
            <a:spLocks noGrp="1"/>
          </p:cNvSpPr>
          <p:nvPr/>
        </p:nvSpPr>
        <p:spPr>
          <a:xfrm>
            <a:off x="4276725" y="2466975"/>
            <a:ext cx="838200" cy="838200"/>
          </a:xfrm>
          <a:prstGeom prst="ellipse">
            <a:avLst/>
          </a:prstGeom>
          <a:solidFill>
            <a:srgbClr val="FFE500"/>
          </a:solidFill>
          <a:ln w="0">
            <a:noFill/>
            <a:prstDash val="solid"/>
          </a:ln>
        </p:spPr>
      </p:sp>
      <p:sp>
        <p:nvSpPr>
          <p:cNvPr id="12" name="Rechteck 11">
            <a:extLst>
              <a:ext uri="{FF2B5EF4-FFF2-40B4-BE49-F238E27FC236}">
                <a16:creationId xmlns:a16="http://schemas.microsoft.com/office/drawing/2014/main" id="{560973E2-4B78-42EA-ABC9-A76CFDAA41A1}"/>
              </a:ext>
            </a:extLst>
          </p:cNvPr>
          <p:cNvSpPr>
            <a:spLocks noGrp="1"/>
          </p:cNvSpPr>
          <p:nvPr/>
        </p:nvSpPr>
        <p:spPr>
          <a:xfrm>
            <a:off x="4276725" y="2476500"/>
            <a:ext cx="838200" cy="819150"/>
          </a:xfrm>
          <a:prstGeom prst="rect">
            <a:avLst/>
          </a:prstGeom>
          <a:noFill/>
          <a:ln w="0">
            <a:noFill/>
            <a:prstDash val="solid"/>
          </a:ln>
        </p:spPr>
        <p:txBody>
          <a:bodyPr lIns="0" tIns="0" rIns="0" bIns="0" anchor="ctr">
            <a:normAutofit/>
          </a:bodyPr>
          <a:lstStyle/>
          <a:p>
            <a:pPr algn="ctr">
              <a:defRPr sz="2100" b="1">
                <a:solidFill>
                  <a:srgbClr val="121512"/>
                </a:solidFill>
                <a:latin typeface="Aptos Display"/>
                <a:ea typeface="Aptos Display"/>
                <a:cs typeface="Aptos Display"/>
              </a:defRPr>
            </a:pPr>
            <a:r>
              <a:rPr sz="2100" b="1">
                <a:solidFill>
                  <a:srgbClr val="121512"/>
                </a:solidFill>
                <a:latin typeface="Aptos Display"/>
                <a:ea typeface="Aptos Display"/>
                <a:cs typeface="Aptos Display"/>
              </a:rPr>
              <a:t>2</a:t>
            </a:r>
          </a:p>
        </p:txBody>
      </p:sp>
      <p:sp>
        <p:nvSpPr>
          <p:cNvPr id="13" name="Rechteck 12">
            <a:extLst>
              <a:ext uri="{FF2B5EF4-FFF2-40B4-BE49-F238E27FC236}">
                <a16:creationId xmlns:a16="http://schemas.microsoft.com/office/drawing/2014/main" id="{913CD3E4-3650-4603-A508-F58EFC5A7C37}"/>
              </a:ext>
            </a:extLst>
          </p:cNvPr>
          <p:cNvSpPr>
            <a:spLocks noGrp="1"/>
          </p:cNvSpPr>
          <p:nvPr/>
        </p:nvSpPr>
        <p:spPr>
          <a:xfrm>
            <a:off x="3486150" y="3581400"/>
            <a:ext cx="2419350" cy="342900"/>
          </a:xfrm>
          <a:prstGeom prst="rect">
            <a:avLst/>
          </a:prstGeom>
          <a:noFill/>
          <a:ln w="0">
            <a:noFill/>
            <a:prstDash val="solid"/>
          </a:ln>
        </p:spPr>
        <p:txBody>
          <a:bodyPr lIns="0" tIns="0" rIns="0" bIns="0" anchor="t">
            <a:normAutofit/>
          </a:bodyPr>
          <a:lstStyle/>
          <a:p>
            <a:pPr algn="ctr">
              <a:defRPr sz="1650" b="1">
                <a:solidFill>
                  <a:srgbClr val="121512"/>
                </a:solidFill>
                <a:latin typeface="Aptos Display"/>
                <a:ea typeface="Aptos Display"/>
                <a:cs typeface="Aptos Display"/>
              </a:defRPr>
            </a:pPr>
            <a:r>
              <a:rPr sz="1650" b="1">
                <a:solidFill>
                  <a:srgbClr val="121512"/>
                </a:solidFill>
                <a:latin typeface="Aptos Display"/>
                <a:ea typeface="Aptos Display"/>
                <a:cs typeface="Aptos Display"/>
              </a:rPr>
              <a:t>Anmelden</a:t>
            </a:r>
          </a:p>
        </p:txBody>
      </p:sp>
      <p:sp>
        <p:nvSpPr>
          <p:cNvPr id="14" name="Rechteck 13">
            <a:extLst>
              <a:ext uri="{FF2B5EF4-FFF2-40B4-BE49-F238E27FC236}">
                <a16:creationId xmlns:a16="http://schemas.microsoft.com/office/drawing/2014/main" id="{7C971509-958D-4A53-AD22-E1AC779BD0E7}"/>
              </a:ext>
            </a:extLst>
          </p:cNvPr>
          <p:cNvSpPr>
            <a:spLocks noGrp="1"/>
          </p:cNvSpPr>
          <p:nvPr/>
        </p:nvSpPr>
        <p:spPr>
          <a:xfrm>
            <a:off x="3581400" y="4048125"/>
            <a:ext cx="2228850" cy="857250"/>
          </a:xfrm>
          <a:prstGeom prst="rect">
            <a:avLst/>
          </a:prstGeom>
          <a:noFill/>
          <a:ln w="0">
            <a:noFill/>
            <a:prstDash val="solid"/>
          </a:ln>
        </p:spPr>
        <p:txBody>
          <a:bodyPr lIns="0" tIns="0" rIns="0" bIns="0" anchor="t">
            <a:normAutofit/>
          </a:bodyPr>
          <a:lstStyle/>
          <a:p>
            <a:pPr algn="ctr">
              <a:defRPr sz="1163" b="0">
                <a:solidFill>
                  <a:srgbClr val="656961"/>
                </a:solidFill>
                <a:latin typeface="Aptos"/>
                <a:ea typeface="Aptos"/>
                <a:cs typeface="Aptos"/>
              </a:defRPr>
            </a:pPr>
            <a:r>
              <a:rPr sz="1163" b="0">
                <a:solidFill>
                  <a:srgbClr val="656961"/>
                </a:solidFill>
                <a:latin typeface="Aptos"/>
                <a:ea typeface="Aptos"/>
                <a:cs typeface="Aptos"/>
              </a:rPr>
              <a:t>Mit der registrierten E-Mail-Adresse und dem eigenen Passwort.</a:t>
            </a:r>
          </a:p>
        </p:txBody>
      </p:sp>
      <p:sp>
        <p:nvSpPr>
          <p:cNvPr id="15" name="Ellipse 14">
            <a:extLst>
              <a:ext uri="{FF2B5EF4-FFF2-40B4-BE49-F238E27FC236}">
                <a16:creationId xmlns:a16="http://schemas.microsoft.com/office/drawing/2014/main" id="{5DA865EF-EDFA-4035-9C65-AF7C15331675}"/>
              </a:ext>
            </a:extLst>
          </p:cNvPr>
          <p:cNvSpPr>
            <a:spLocks noGrp="1"/>
          </p:cNvSpPr>
          <p:nvPr/>
        </p:nvSpPr>
        <p:spPr>
          <a:xfrm>
            <a:off x="7134225" y="2466975"/>
            <a:ext cx="838200" cy="838200"/>
          </a:xfrm>
          <a:prstGeom prst="ellipse">
            <a:avLst/>
          </a:prstGeom>
          <a:solidFill>
            <a:srgbClr val="FFE500"/>
          </a:solidFill>
          <a:ln w="0">
            <a:noFill/>
            <a:prstDash val="solid"/>
          </a:ln>
        </p:spPr>
      </p:sp>
      <p:sp>
        <p:nvSpPr>
          <p:cNvPr id="16" name="Rechteck 15">
            <a:extLst>
              <a:ext uri="{FF2B5EF4-FFF2-40B4-BE49-F238E27FC236}">
                <a16:creationId xmlns:a16="http://schemas.microsoft.com/office/drawing/2014/main" id="{65CF63AA-F8D4-4245-8489-09C8D2B5324C}"/>
              </a:ext>
            </a:extLst>
          </p:cNvPr>
          <p:cNvSpPr>
            <a:spLocks noGrp="1"/>
          </p:cNvSpPr>
          <p:nvPr/>
        </p:nvSpPr>
        <p:spPr>
          <a:xfrm>
            <a:off x="7134225" y="2476500"/>
            <a:ext cx="838200" cy="819150"/>
          </a:xfrm>
          <a:prstGeom prst="rect">
            <a:avLst/>
          </a:prstGeom>
          <a:noFill/>
          <a:ln w="0">
            <a:noFill/>
            <a:prstDash val="solid"/>
          </a:ln>
        </p:spPr>
        <p:txBody>
          <a:bodyPr lIns="0" tIns="0" rIns="0" bIns="0" anchor="ctr">
            <a:normAutofit/>
          </a:bodyPr>
          <a:lstStyle/>
          <a:p>
            <a:pPr algn="ctr">
              <a:defRPr sz="2100" b="1">
                <a:solidFill>
                  <a:srgbClr val="121512"/>
                </a:solidFill>
                <a:latin typeface="Aptos Display"/>
                <a:ea typeface="Aptos Display"/>
                <a:cs typeface="Aptos Display"/>
              </a:defRPr>
            </a:pPr>
            <a:r>
              <a:rPr sz="2100" b="1">
                <a:solidFill>
                  <a:srgbClr val="121512"/>
                </a:solidFill>
                <a:latin typeface="Aptos Display"/>
                <a:ea typeface="Aptos Display"/>
                <a:cs typeface="Aptos Display"/>
              </a:rPr>
              <a:t>3</a:t>
            </a:r>
          </a:p>
        </p:txBody>
      </p:sp>
      <p:sp>
        <p:nvSpPr>
          <p:cNvPr id="17" name="Rechteck 16">
            <a:extLst>
              <a:ext uri="{FF2B5EF4-FFF2-40B4-BE49-F238E27FC236}">
                <a16:creationId xmlns:a16="http://schemas.microsoft.com/office/drawing/2014/main" id="{EB20BB71-C0D9-457B-8A52-55A3FE63C4D1}"/>
              </a:ext>
            </a:extLst>
          </p:cNvPr>
          <p:cNvSpPr>
            <a:spLocks noGrp="1"/>
          </p:cNvSpPr>
          <p:nvPr/>
        </p:nvSpPr>
        <p:spPr>
          <a:xfrm>
            <a:off x="6343650" y="3581400"/>
            <a:ext cx="2419350" cy="342900"/>
          </a:xfrm>
          <a:prstGeom prst="rect">
            <a:avLst/>
          </a:prstGeom>
          <a:noFill/>
          <a:ln w="0">
            <a:noFill/>
            <a:prstDash val="solid"/>
          </a:ln>
        </p:spPr>
        <p:txBody>
          <a:bodyPr lIns="0" tIns="0" rIns="0" bIns="0" anchor="t">
            <a:normAutofit/>
          </a:bodyPr>
          <a:lstStyle/>
          <a:p>
            <a:pPr algn="ctr">
              <a:defRPr sz="1650" b="1">
                <a:solidFill>
                  <a:srgbClr val="121512"/>
                </a:solidFill>
                <a:latin typeface="Aptos Display"/>
                <a:ea typeface="Aptos Display"/>
                <a:cs typeface="Aptos Display"/>
              </a:defRPr>
            </a:pPr>
            <a:r>
              <a:rPr sz="1650" b="1">
                <a:solidFill>
                  <a:srgbClr val="121512"/>
                </a:solidFill>
                <a:latin typeface="Aptos Display"/>
                <a:ea typeface="Aptos Display"/>
                <a:cs typeface="Aptos Display"/>
              </a:rPr>
              <a:t>Konto prüfen</a:t>
            </a:r>
          </a:p>
        </p:txBody>
      </p:sp>
      <p:sp>
        <p:nvSpPr>
          <p:cNvPr id="18" name="Rechteck 17">
            <a:extLst>
              <a:ext uri="{FF2B5EF4-FFF2-40B4-BE49-F238E27FC236}">
                <a16:creationId xmlns:a16="http://schemas.microsoft.com/office/drawing/2014/main" id="{FABE7217-20A4-4311-AEC6-046026C6D111}"/>
              </a:ext>
            </a:extLst>
          </p:cNvPr>
          <p:cNvSpPr>
            <a:spLocks noGrp="1"/>
          </p:cNvSpPr>
          <p:nvPr/>
        </p:nvSpPr>
        <p:spPr>
          <a:xfrm>
            <a:off x="6438900" y="4048125"/>
            <a:ext cx="2228850" cy="857250"/>
          </a:xfrm>
          <a:prstGeom prst="rect">
            <a:avLst/>
          </a:prstGeom>
          <a:noFill/>
          <a:ln w="0">
            <a:noFill/>
            <a:prstDash val="solid"/>
          </a:ln>
        </p:spPr>
        <p:txBody>
          <a:bodyPr lIns="0" tIns="0" rIns="0" bIns="0" anchor="t">
            <a:normAutofit/>
          </a:bodyPr>
          <a:lstStyle/>
          <a:p>
            <a:pPr algn="ctr">
              <a:defRPr sz="1163" b="0">
                <a:solidFill>
                  <a:srgbClr val="656961"/>
                </a:solidFill>
                <a:latin typeface="Aptos"/>
                <a:ea typeface="Aptos"/>
                <a:cs typeface="Aptos"/>
              </a:defRPr>
            </a:pPr>
            <a:r>
              <a:rPr sz="1163" b="0">
                <a:solidFill>
                  <a:srgbClr val="656961"/>
                </a:solidFill>
                <a:latin typeface="Aptos"/>
                <a:ea typeface="Aptos"/>
                <a:cs typeface="Aptos"/>
              </a:rPr>
              <a:t>Name, Kontaktdaten und zugeordnete Kinder kontrollieren.</a:t>
            </a:r>
          </a:p>
        </p:txBody>
      </p:sp>
      <p:sp>
        <p:nvSpPr>
          <p:cNvPr id="19" name="Ellipse 18">
            <a:extLst>
              <a:ext uri="{FF2B5EF4-FFF2-40B4-BE49-F238E27FC236}">
                <a16:creationId xmlns:a16="http://schemas.microsoft.com/office/drawing/2014/main" id="{B2CFDAB4-0936-4462-961D-3E63F7909BFE}"/>
              </a:ext>
            </a:extLst>
          </p:cNvPr>
          <p:cNvSpPr>
            <a:spLocks noGrp="1"/>
          </p:cNvSpPr>
          <p:nvPr/>
        </p:nvSpPr>
        <p:spPr>
          <a:xfrm>
            <a:off x="9991725" y="2466975"/>
            <a:ext cx="838200" cy="838200"/>
          </a:xfrm>
          <a:prstGeom prst="ellipse">
            <a:avLst/>
          </a:prstGeom>
          <a:solidFill>
            <a:srgbClr val="121512"/>
          </a:solidFill>
          <a:ln w="0">
            <a:noFill/>
            <a:prstDash val="solid"/>
          </a:ln>
        </p:spPr>
      </p:sp>
      <p:sp>
        <p:nvSpPr>
          <p:cNvPr id="20" name="Rechteck 19">
            <a:extLst>
              <a:ext uri="{FF2B5EF4-FFF2-40B4-BE49-F238E27FC236}">
                <a16:creationId xmlns:a16="http://schemas.microsoft.com/office/drawing/2014/main" id="{0EDBC44A-E18A-40F5-BB22-299714E90377}"/>
              </a:ext>
            </a:extLst>
          </p:cNvPr>
          <p:cNvSpPr>
            <a:spLocks noGrp="1"/>
          </p:cNvSpPr>
          <p:nvPr/>
        </p:nvSpPr>
        <p:spPr>
          <a:xfrm>
            <a:off x="9991725" y="2476500"/>
            <a:ext cx="838200" cy="819150"/>
          </a:xfrm>
          <a:prstGeom prst="rect">
            <a:avLst/>
          </a:prstGeom>
          <a:noFill/>
          <a:ln w="0">
            <a:noFill/>
            <a:prstDash val="solid"/>
          </a:ln>
        </p:spPr>
        <p:txBody>
          <a:bodyPr lIns="0" tIns="0" rIns="0" bIns="0" anchor="ctr">
            <a:normAutofit/>
          </a:bodyPr>
          <a:lstStyle/>
          <a:p>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4</a:t>
            </a:r>
          </a:p>
        </p:txBody>
      </p:sp>
      <p:sp>
        <p:nvSpPr>
          <p:cNvPr id="21" name="Rechteck 20">
            <a:extLst>
              <a:ext uri="{FF2B5EF4-FFF2-40B4-BE49-F238E27FC236}">
                <a16:creationId xmlns:a16="http://schemas.microsoft.com/office/drawing/2014/main" id="{D02C9E27-5C44-4191-9A61-0FC14975CF27}"/>
              </a:ext>
            </a:extLst>
          </p:cNvPr>
          <p:cNvSpPr>
            <a:spLocks noGrp="1"/>
          </p:cNvSpPr>
          <p:nvPr/>
        </p:nvSpPr>
        <p:spPr>
          <a:xfrm>
            <a:off x="9201150" y="3581400"/>
            <a:ext cx="2419350" cy="342900"/>
          </a:xfrm>
          <a:prstGeom prst="rect">
            <a:avLst/>
          </a:prstGeom>
          <a:noFill/>
          <a:ln w="0">
            <a:noFill/>
            <a:prstDash val="solid"/>
          </a:ln>
        </p:spPr>
        <p:txBody>
          <a:bodyPr lIns="0" tIns="0" rIns="0" bIns="0" anchor="t">
            <a:normAutofit/>
          </a:bodyPr>
          <a:lstStyle/>
          <a:p>
            <a:pPr algn="ctr">
              <a:defRPr sz="1650" b="1">
                <a:solidFill>
                  <a:srgbClr val="121512"/>
                </a:solidFill>
                <a:latin typeface="Aptos Display"/>
                <a:ea typeface="Aptos Display"/>
                <a:cs typeface="Aptos Display"/>
              </a:defRPr>
            </a:pPr>
            <a:r>
              <a:rPr sz="1650" b="1">
                <a:solidFill>
                  <a:srgbClr val="121512"/>
                </a:solidFill>
                <a:latin typeface="Aptos Display"/>
                <a:ea typeface="Aptos Display"/>
                <a:cs typeface="Aptos Display"/>
              </a:rPr>
              <a:t>Push wählen</a:t>
            </a:r>
          </a:p>
        </p:txBody>
      </p:sp>
      <p:sp>
        <p:nvSpPr>
          <p:cNvPr id="22" name="Rechteck 21">
            <a:extLst>
              <a:ext uri="{FF2B5EF4-FFF2-40B4-BE49-F238E27FC236}">
                <a16:creationId xmlns:a16="http://schemas.microsoft.com/office/drawing/2014/main" id="{3C09A51C-90B0-4F21-B661-6F75893F84C9}"/>
              </a:ext>
            </a:extLst>
          </p:cNvPr>
          <p:cNvSpPr>
            <a:spLocks noGrp="1"/>
          </p:cNvSpPr>
          <p:nvPr/>
        </p:nvSpPr>
        <p:spPr>
          <a:xfrm>
            <a:off x="9296400" y="4048125"/>
            <a:ext cx="2228850" cy="857250"/>
          </a:xfrm>
          <a:prstGeom prst="rect">
            <a:avLst/>
          </a:prstGeom>
          <a:noFill/>
          <a:ln w="0">
            <a:noFill/>
            <a:prstDash val="solid"/>
          </a:ln>
        </p:spPr>
        <p:txBody>
          <a:bodyPr lIns="0" tIns="0" rIns="0" bIns="0" anchor="t">
            <a:normAutofit/>
          </a:bodyPr>
          <a:lstStyle/>
          <a:p>
            <a:pPr algn="ctr">
              <a:defRPr sz="1163" b="0">
                <a:solidFill>
                  <a:srgbClr val="656961"/>
                </a:solidFill>
                <a:latin typeface="Aptos"/>
                <a:ea typeface="Aptos"/>
                <a:cs typeface="Aptos"/>
              </a:defRPr>
            </a:pPr>
            <a:r>
              <a:rPr sz="1163" b="0">
                <a:solidFill>
                  <a:srgbClr val="656961"/>
                </a:solidFill>
                <a:latin typeface="Aptos"/>
                <a:ea typeface="Aptos"/>
                <a:cs typeface="Aptos"/>
              </a:rPr>
              <a:t>Benachrichtigungen freiwillig aktivieren oder später entscheiden.</a:t>
            </a:r>
          </a:p>
        </p:txBody>
      </p:sp>
      <p:sp>
        <p:nvSpPr>
          <p:cNvPr id="23" name="Rechteck: abgerundete Ecken 22">
            <a:extLst>
              <a:ext uri="{FF2B5EF4-FFF2-40B4-BE49-F238E27FC236}">
                <a16:creationId xmlns:a16="http://schemas.microsoft.com/office/drawing/2014/main" id="{4B23D014-0B0B-4608-9E37-7DECB2348FFD}"/>
              </a:ext>
            </a:extLst>
          </p:cNvPr>
          <p:cNvSpPr>
            <a:spLocks noGrp="1"/>
          </p:cNvSpPr>
          <p:nvPr/>
        </p:nvSpPr>
        <p:spPr>
          <a:xfrm>
            <a:off x="1619250" y="5448300"/>
            <a:ext cx="8953500" cy="514350"/>
          </a:xfrm>
          <a:prstGeom prst="roundRect">
            <a:avLst>
              <a:gd name="adj" fmla="val 29630"/>
            </a:avLst>
          </a:prstGeom>
          <a:solidFill>
            <a:srgbClr val="FFF5A8"/>
          </a:solidFill>
          <a:ln w="0">
            <a:noFill/>
            <a:prstDash val="solid"/>
          </a:ln>
        </p:spPr>
      </p:sp>
      <p:sp>
        <p:nvSpPr>
          <p:cNvPr id="24" name="Rechteck 23">
            <a:extLst>
              <a:ext uri="{FF2B5EF4-FFF2-40B4-BE49-F238E27FC236}">
                <a16:creationId xmlns:a16="http://schemas.microsoft.com/office/drawing/2014/main" id="{00B82578-5607-455A-A7D4-07CD0C294B95}"/>
              </a:ext>
            </a:extLst>
          </p:cNvPr>
          <p:cNvSpPr>
            <a:spLocks noGrp="1"/>
          </p:cNvSpPr>
          <p:nvPr/>
        </p:nvSpPr>
        <p:spPr>
          <a:xfrm>
            <a:off x="1809750" y="5562600"/>
            <a:ext cx="8572500" cy="285750"/>
          </a:xfrm>
          <a:prstGeom prst="rect">
            <a:avLst/>
          </a:prstGeom>
          <a:noFill/>
          <a:ln w="0">
            <a:noFill/>
            <a:prstDash val="solid"/>
          </a:ln>
        </p:spPr>
        <p:txBody>
          <a:bodyPr lIns="0" tIns="0" rIns="0" bIns="0" anchor="ctr">
            <a:normAutofit/>
          </a:bodyPr>
          <a:lstStyle/>
          <a:p>
            <a:pPr algn="ctr">
              <a:defRPr sz="1275" b="1">
                <a:solidFill>
                  <a:srgbClr val="121512"/>
                </a:solidFill>
                <a:latin typeface="Aptos Display"/>
                <a:ea typeface="Aptos Display"/>
                <a:cs typeface="Aptos Display"/>
              </a:defRPr>
            </a:pPr>
            <a:r>
              <a:rPr sz="1275" b="1">
                <a:solidFill>
                  <a:srgbClr val="121512"/>
                </a:solidFill>
                <a:latin typeface="Aptos Display"/>
                <a:ea typeface="Aptos Display"/>
                <a:cs typeface="Aptos Display"/>
              </a:rPr>
              <a:t>Passwort vergessen? Auf der Anmeldeseite zurücksetzen – der Link gilt 15 Minuten.</a:t>
            </a:r>
          </a:p>
        </p:txBody>
      </p:sp>
      <p:sp>
        <p:nvSpPr>
          <p:cNvPr id="25" name="Rechteck 24">
            <a:extLst>
              <a:ext uri="{FF2B5EF4-FFF2-40B4-BE49-F238E27FC236}">
                <a16:creationId xmlns:a16="http://schemas.microsoft.com/office/drawing/2014/main" id="{19092BEB-2844-482B-A91A-CCC283E3031B}"/>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9373007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43" name="Rechteck 42">
            <a:extLst>
              <a:ext uri="{FF2B5EF4-FFF2-40B4-BE49-F238E27FC236}">
                <a16:creationId xmlns:a16="http://schemas.microsoft.com/office/drawing/2014/main" id="{DF1F00ED-61A2-46A6-AC25-D96940900C7C}"/>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FAMILIEN-ASSISTENT</a:t>
            </a:r>
          </a:p>
        </p:txBody>
      </p:sp>
      <p:sp>
        <p:nvSpPr>
          <p:cNvPr id="2" name="Rechteck 1">
            <a:extLst>
              <a:ext uri="{FF2B5EF4-FFF2-40B4-BE49-F238E27FC236}">
                <a16:creationId xmlns:a16="http://schemas.microsoft.com/office/drawing/2014/main" id="{E78700ED-56A5-4F5B-B3AC-A53B5F10C32B}"/>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Ein Blick – und du weißt, was heute zählt</a:t>
            </a:r>
          </a:p>
        </p:txBody>
      </p:sp>
      <p:sp>
        <p:nvSpPr>
          <p:cNvPr id="3" name="Rechteck: abgerundete Ecken 2">
            <a:extLst>
              <a:ext uri="{FF2B5EF4-FFF2-40B4-BE49-F238E27FC236}">
                <a16:creationId xmlns:a16="http://schemas.microsoft.com/office/drawing/2014/main" id="{A35080AD-18EF-401E-8408-5F0375ABD033}"/>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AA447C87-7127-4EA6-90DA-6A18933D24A7}"/>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4</a:t>
            </a:r>
          </a:p>
        </p:txBody>
      </p:sp>
      <p:sp>
        <p:nvSpPr>
          <p:cNvPr id="5" name="Rechteck 4">
            <a:extLst>
              <a:ext uri="{FF2B5EF4-FFF2-40B4-BE49-F238E27FC236}">
                <a16:creationId xmlns:a16="http://schemas.microsoft.com/office/drawing/2014/main" id="{B91A5FA0-F1AF-48C2-AD81-A1236C695C4F}"/>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Die Startseite zeigt nur, was für deine Familie wirklich relevant ist.</a:t>
            </a:r>
          </a:p>
        </p:txBody>
      </p:sp>
      <p:sp>
        <p:nvSpPr>
          <p:cNvPr id="6" name="Rechteck: abgerundete Ecken 5">
            <a:extLst>
              <a:ext uri="{FF2B5EF4-FFF2-40B4-BE49-F238E27FC236}">
                <a16:creationId xmlns:a16="http://schemas.microsoft.com/office/drawing/2014/main" id="{8A0BD11C-2957-4872-BD22-C0F5710F8B9F}"/>
              </a:ext>
            </a:extLst>
          </p:cNvPr>
          <p:cNvSpPr>
            <a:spLocks noGrp="1"/>
          </p:cNvSpPr>
          <p:nvPr/>
        </p:nvSpPr>
        <p:spPr>
          <a:xfrm>
            <a:off x="895350" y="1781175"/>
            <a:ext cx="3371850" cy="4419600"/>
          </a:xfrm>
          <a:prstGeom prst="roundRect">
            <a:avLst>
              <a:gd name="adj" fmla="val 9605"/>
            </a:avLst>
          </a:prstGeom>
          <a:solidFill>
            <a:srgbClr val="FFFFFF"/>
          </a:solidFill>
          <a:ln w="19050">
            <a:solidFill>
              <a:srgbClr val="E5E7DF"/>
            </a:solidFill>
            <a:prstDash val="solid"/>
          </a:ln>
        </p:spPr>
      </p:sp>
      <p:sp>
        <p:nvSpPr>
          <p:cNvPr id="7" name="Rechteck: abgerundete Ecken 6">
            <a:extLst>
              <a:ext uri="{FF2B5EF4-FFF2-40B4-BE49-F238E27FC236}">
                <a16:creationId xmlns:a16="http://schemas.microsoft.com/office/drawing/2014/main" id="{20F641EB-496A-4718-B7A2-86D85294E03A}"/>
              </a:ext>
            </a:extLst>
          </p:cNvPr>
          <p:cNvSpPr>
            <a:spLocks noGrp="1"/>
          </p:cNvSpPr>
          <p:nvPr/>
        </p:nvSpPr>
        <p:spPr>
          <a:xfrm>
            <a:off x="2041779" y="1895475"/>
            <a:ext cx="1078992" cy="95250"/>
          </a:xfrm>
          <a:prstGeom prst="roundRect">
            <a:avLst>
              <a:gd name="adj" fmla="val 50000"/>
            </a:avLst>
          </a:prstGeom>
          <a:solidFill>
            <a:srgbClr val="E5E7DF"/>
          </a:solidFill>
          <a:ln w="0">
            <a:noFill/>
            <a:prstDash val="solid"/>
          </a:ln>
        </p:spPr>
      </p:sp>
      <p:sp>
        <p:nvSpPr>
          <p:cNvPr id="8" name="Rechteck: abgerundete Ecken 7">
            <a:extLst>
              <a:ext uri="{FF2B5EF4-FFF2-40B4-BE49-F238E27FC236}">
                <a16:creationId xmlns:a16="http://schemas.microsoft.com/office/drawing/2014/main" id="{17431975-3C0E-44E4-BD3D-613FBCB67B36}"/>
              </a:ext>
            </a:extLst>
          </p:cNvPr>
          <p:cNvSpPr>
            <a:spLocks noGrp="1"/>
          </p:cNvSpPr>
          <p:nvPr/>
        </p:nvSpPr>
        <p:spPr>
          <a:xfrm>
            <a:off x="2210372" y="6057900"/>
            <a:ext cx="741807" cy="47625"/>
          </a:xfrm>
          <a:prstGeom prst="roundRect">
            <a:avLst>
              <a:gd name="adj" fmla="val 50000"/>
            </a:avLst>
          </a:prstGeom>
          <a:solidFill>
            <a:srgbClr val="BFC2B9"/>
          </a:solidFill>
          <a:ln w="0">
            <a:noFill/>
            <a:prstDash val="solid"/>
          </a:ln>
        </p:spPr>
      </p:sp>
      <p:sp>
        <p:nvSpPr>
          <p:cNvPr id="9" name="Rechteck: abgerundete Ecken 8">
            <a:extLst>
              <a:ext uri="{FF2B5EF4-FFF2-40B4-BE49-F238E27FC236}">
                <a16:creationId xmlns:a16="http://schemas.microsoft.com/office/drawing/2014/main" id="{70514B6F-7A18-4861-BCBF-309731D9637B}"/>
              </a:ext>
            </a:extLst>
          </p:cNvPr>
          <p:cNvSpPr>
            <a:spLocks noGrp="1"/>
          </p:cNvSpPr>
          <p:nvPr/>
        </p:nvSpPr>
        <p:spPr>
          <a:xfrm>
            <a:off x="1047750" y="2085975"/>
            <a:ext cx="3067050" cy="666750"/>
          </a:xfrm>
          <a:prstGeom prst="roundRect">
            <a:avLst>
              <a:gd name="adj" fmla="val 20000"/>
            </a:avLst>
          </a:prstGeom>
          <a:solidFill>
            <a:srgbClr val="FFFFFF"/>
          </a:solidFill>
          <a:ln w="9525">
            <a:solidFill>
              <a:srgbClr val="E5E7DF"/>
            </a:solidFill>
            <a:prstDash val="solid"/>
          </a:ln>
        </p:spPr>
      </p:sp>
      <p:sp>
        <p:nvSpPr>
          <p:cNvPr id="10" name="Ellipse 9">
            <a:extLst>
              <a:ext uri="{FF2B5EF4-FFF2-40B4-BE49-F238E27FC236}">
                <a16:creationId xmlns:a16="http://schemas.microsoft.com/office/drawing/2014/main" id="{81736D6C-D764-4948-B68E-CE2D89762DCC}"/>
              </a:ext>
            </a:extLst>
          </p:cNvPr>
          <p:cNvSpPr>
            <a:spLocks noGrp="1"/>
          </p:cNvSpPr>
          <p:nvPr/>
        </p:nvSpPr>
        <p:spPr>
          <a:xfrm>
            <a:off x="1162050" y="2200275"/>
            <a:ext cx="438150" cy="438150"/>
          </a:xfrm>
          <a:prstGeom prst="ellipse">
            <a:avLst/>
          </a:prstGeom>
          <a:solidFill>
            <a:srgbClr val="FFF5A8"/>
          </a:solidFill>
          <a:ln w="0">
            <a:noFill/>
            <a:prstDash val="solid"/>
          </a:ln>
        </p:spPr>
      </p:sp>
      <p:sp>
        <p:nvSpPr>
          <p:cNvPr id="11" name="Rechteck 10">
            <a:extLst>
              <a:ext uri="{FF2B5EF4-FFF2-40B4-BE49-F238E27FC236}">
                <a16:creationId xmlns:a16="http://schemas.microsoft.com/office/drawing/2014/main" id="{DABB00D3-EBA7-459F-84A5-2625F8E3779A}"/>
              </a:ext>
            </a:extLst>
          </p:cNvPr>
          <p:cNvSpPr>
            <a:spLocks noGrp="1"/>
          </p:cNvSpPr>
          <p:nvPr/>
        </p:nvSpPr>
        <p:spPr>
          <a:xfrm>
            <a:off x="1162050" y="2209800"/>
            <a:ext cx="438150" cy="419100"/>
          </a:xfrm>
          <a:prstGeom prst="rect">
            <a:avLst/>
          </a:prstGeom>
          <a:noFill/>
          <a:ln w="0">
            <a:noFill/>
            <a:prstDash val="solid"/>
          </a:ln>
        </p:spPr>
        <p:txBody>
          <a:bodyPr lIns="0" tIns="0" rIns="0" bIns="0" anchor="ctr">
            <a:normAutofit/>
          </a:bodyPr>
          <a:lstStyle/>
          <a:p>
            <a:pPr algn="ctr">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FC</a:t>
            </a:r>
          </a:p>
        </p:txBody>
      </p:sp>
      <p:sp>
        <p:nvSpPr>
          <p:cNvPr id="12" name="Rechteck 11">
            <a:extLst>
              <a:ext uri="{FF2B5EF4-FFF2-40B4-BE49-F238E27FC236}">
                <a16:creationId xmlns:a16="http://schemas.microsoft.com/office/drawing/2014/main" id="{06852B0F-9A29-4930-9C85-71A7EDA92FFD}"/>
              </a:ext>
            </a:extLst>
          </p:cNvPr>
          <p:cNvSpPr>
            <a:spLocks noGrp="1"/>
          </p:cNvSpPr>
          <p:nvPr/>
        </p:nvSpPr>
        <p:spPr>
          <a:xfrm>
            <a:off x="1714500" y="2200275"/>
            <a:ext cx="2266950" cy="228600"/>
          </a:xfrm>
          <a:prstGeom prst="rect">
            <a:avLst/>
          </a:prstGeom>
          <a:noFill/>
          <a:ln w="0">
            <a:noFill/>
            <a:prstDash val="solid"/>
          </a:ln>
        </p:spPr>
        <p:txBody>
          <a:bodyPr lIns="0" tIns="0" rIns="0" bIns="0" anchor="t">
            <a:normAutofit/>
          </a:bodyPr>
          <a:lstStyle/>
          <a:p>
            <a:pPr algn="l">
              <a:defRPr sz="1350" b="1">
                <a:solidFill>
                  <a:srgbClr val="121512"/>
                </a:solidFill>
                <a:latin typeface="Aptos Display"/>
                <a:ea typeface="Aptos Display"/>
                <a:cs typeface="Aptos Display"/>
              </a:defRPr>
            </a:pPr>
            <a:r>
              <a:rPr sz="1350" b="1">
                <a:solidFill>
                  <a:srgbClr val="121512"/>
                </a:solidFill>
                <a:latin typeface="Aptos Display"/>
                <a:ea typeface="Aptos Display"/>
                <a:cs typeface="Aptos Display"/>
              </a:rPr>
              <a:t>Guten Tag, Familie!</a:t>
            </a:r>
          </a:p>
        </p:txBody>
      </p:sp>
      <p:sp>
        <p:nvSpPr>
          <p:cNvPr id="13" name="Rechteck 12">
            <a:extLst>
              <a:ext uri="{FF2B5EF4-FFF2-40B4-BE49-F238E27FC236}">
                <a16:creationId xmlns:a16="http://schemas.microsoft.com/office/drawing/2014/main" id="{5769E5A0-5940-43C6-9E67-2CED1A07EEF3}"/>
              </a:ext>
            </a:extLst>
          </p:cNvPr>
          <p:cNvSpPr>
            <a:spLocks noGrp="1"/>
          </p:cNvSpPr>
          <p:nvPr/>
        </p:nvSpPr>
        <p:spPr>
          <a:xfrm>
            <a:off x="1714500" y="2457450"/>
            <a:ext cx="2266950" cy="180975"/>
          </a:xfrm>
          <a:prstGeom prst="rect">
            <a:avLst/>
          </a:prstGeom>
          <a:noFill/>
          <a:ln w="0">
            <a:noFill/>
            <a:prstDash val="solid"/>
          </a:ln>
        </p:spPr>
        <p:txBody>
          <a:bodyPr lIns="0" tIns="0" rIns="0" bIns="0" anchor="t">
            <a:normAutofit/>
          </a:bodyPr>
          <a:lstStyle/>
          <a:p>
            <a:pPr algn="l">
              <a:defRPr sz="825" b="0">
                <a:solidFill>
                  <a:srgbClr val="656961"/>
                </a:solidFill>
                <a:latin typeface="Aptos"/>
                <a:ea typeface="Aptos"/>
                <a:cs typeface="Aptos"/>
              </a:defRPr>
            </a:pPr>
            <a:r>
              <a:rPr sz="825" b="0">
                <a:solidFill>
                  <a:srgbClr val="656961"/>
                </a:solidFill>
                <a:latin typeface="Aptos"/>
                <a:ea typeface="Aptos"/>
                <a:cs typeface="Aptos"/>
              </a:rPr>
              <a:t>E-Jugend</a:t>
            </a:r>
          </a:p>
        </p:txBody>
      </p:sp>
      <p:sp>
        <p:nvSpPr>
          <p:cNvPr id="14" name="Rechteck: abgerundete Ecken 13">
            <a:extLst>
              <a:ext uri="{FF2B5EF4-FFF2-40B4-BE49-F238E27FC236}">
                <a16:creationId xmlns:a16="http://schemas.microsoft.com/office/drawing/2014/main" id="{B487E0D9-28E2-4B84-BD49-3C17546ED33D}"/>
              </a:ext>
            </a:extLst>
          </p:cNvPr>
          <p:cNvSpPr>
            <a:spLocks noGrp="1"/>
          </p:cNvSpPr>
          <p:nvPr/>
        </p:nvSpPr>
        <p:spPr>
          <a:xfrm>
            <a:off x="1047750" y="2905125"/>
            <a:ext cx="3067050" cy="876300"/>
          </a:xfrm>
          <a:prstGeom prst="roundRect">
            <a:avLst>
              <a:gd name="adj" fmla="val 17391"/>
            </a:avLst>
          </a:prstGeom>
          <a:solidFill>
            <a:srgbClr val="FFF5A8"/>
          </a:solidFill>
          <a:ln w="0">
            <a:noFill/>
            <a:prstDash val="solid"/>
          </a:ln>
        </p:spPr>
      </p:sp>
      <p:sp>
        <p:nvSpPr>
          <p:cNvPr id="15" name="Ellipse 14">
            <a:extLst>
              <a:ext uri="{FF2B5EF4-FFF2-40B4-BE49-F238E27FC236}">
                <a16:creationId xmlns:a16="http://schemas.microsoft.com/office/drawing/2014/main" id="{A305F1FB-C107-4025-85CF-A67CCB133257}"/>
              </a:ext>
            </a:extLst>
          </p:cNvPr>
          <p:cNvSpPr>
            <a:spLocks noGrp="1"/>
          </p:cNvSpPr>
          <p:nvPr/>
        </p:nvSpPr>
        <p:spPr>
          <a:xfrm>
            <a:off x="1181100" y="3086100"/>
            <a:ext cx="400050" cy="400050"/>
          </a:xfrm>
          <a:prstGeom prst="ellipse">
            <a:avLst/>
          </a:prstGeom>
          <a:solidFill>
            <a:srgbClr val="FFE500"/>
          </a:solidFill>
          <a:ln w="0">
            <a:noFill/>
            <a:prstDash val="solid"/>
          </a:ln>
        </p:spPr>
      </p:sp>
      <p:sp>
        <p:nvSpPr>
          <p:cNvPr id="16" name="Rechteck 15">
            <a:extLst>
              <a:ext uri="{FF2B5EF4-FFF2-40B4-BE49-F238E27FC236}">
                <a16:creationId xmlns:a16="http://schemas.microsoft.com/office/drawing/2014/main" id="{91581921-D799-415C-AD7C-14CC41F6675B}"/>
              </a:ext>
            </a:extLst>
          </p:cNvPr>
          <p:cNvSpPr>
            <a:spLocks noGrp="1"/>
          </p:cNvSpPr>
          <p:nvPr/>
        </p:nvSpPr>
        <p:spPr>
          <a:xfrm>
            <a:off x="1181100" y="3095625"/>
            <a:ext cx="400050" cy="381000"/>
          </a:xfrm>
          <a:prstGeom prst="rect">
            <a:avLst/>
          </a:prstGeom>
          <a:noFill/>
          <a:ln w="0">
            <a:noFill/>
            <a:prstDash val="solid"/>
          </a:ln>
        </p:spPr>
        <p:txBody>
          <a:bodyPr lIns="0" tIns="0" rIns="0" bIns="0" anchor="ctr">
            <a:normAutofit/>
          </a:bodyPr>
          <a:lstStyle/>
          <a:p>
            <a:pPr algn="ctr">
              <a:defRPr sz="1275" b="1">
                <a:solidFill>
                  <a:srgbClr val="121512"/>
                </a:solidFill>
                <a:latin typeface="Aptos Display"/>
                <a:ea typeface="Aptos Display"/>
                <a:cs typeface="Aptos Display"/>
              </a:defRPr>
            </a:pPr>
            <a:r>
              <a:rPr sz="1275" b="1">
                <a:solidFill>
                  <a:srgbClr val="121512"/>
                </a:solidFill>
                <a:latin typeface="Aptos Display"/>
                <a:ea typeface="Aptos Display"/>
                <a:cs typeface="Aptos Display"/>
              </a:rPr>
              <a:t>1</a:t>
            </a:r>
          </a:p>
        </p:txBody>
      </p:sp>
      <p:sp>
        <p:nvSpPr>
          <p:cNvPr id="17" name="Rechteck 16">
            <a:extLst>
              <a:ext uri="{FF2B5EF4-FFF2-40B4-BE49-F238E27FC236}">
                <a16:creationId xmlns:a16="http://schemas.microsoft.com/office/drawing/2014/main" id="{3B50528D-8B3D-4A8E-8A29-D1D3732EC64B}"/>
              </a:ext>
            </a:extLst>
          </p:cNvPr>
          <p:cNvSpPr>
            <a:spLocks noGrp="1"/>
          </p:cNvSpPr>
          <p:nvPr/>
        </p:nvSpPr>
        <p:spPr>
          <a:xfrm>
            <a:off x="1695450" y="3048000"/>
            <a:ext cx="2266950" cy="228600"/>
          </a:xfrm>
          <a:prstGeom prst="rect">
            <a:avLst/>
          </a:prstGeom>
          <a:noFill/>
          <a:ln w="0">
            <a:noFill/>
            <a:prstDash val="solid"/>
          </a:ln>
        </p:spPr>
        <p:txBody>
          <a:bodyPr lIns="0" tIns="0" rIns="0" bIns="0" anchor="t">
            <a:normAutofit/>
          </a:bodyPr>
          <a:lstStyle/>
          <a:p>
            <a:pPr algn="l">
              <a:defRPr sz="1275" b="1">
                <a:solidFill>
                  <a:srgbClr val="121512"/>
                </a:solidFill>
                <a:latin typeface="Aptos Display"/>
                <a:ea typeface="Aptos Display"/>
                <a:cs typeface="Aptos Display"/>
              </a:defRPr>
            </a:pPr>
            <a:r>
              <a:rPr sz="1275" b="1">
                <a:solidFill>
                  <a:srgbClr val="121512"/>
                </a:solidFill>
                <a:latin typeface="Aptos Display"/>
                <a:ea typeface="Aptos Display"/>
                <a:cs typeface="Aptos Display"/>
              </a:rPr>
              <a:t>Heute wichtig</a:t>
            </a:r>
          </a:p>
        </p:txBody>
      </p:sp>
      <p:sp>
        <p:nvSpPr>
          <p:cNvPr id="18" name="Rechteck 17">
            <a:extLst>
              <a:ext uri="{FF2B5EF4-FFF2-40B4-BE49-F238E27FC236}">
                <a16:creationId xmlns:a16="http://schemas.microsoft.com/office/drawing/2014/main" id="{EE3B7C12-6BEF-4ADD-B62A-F9E43A62E2F5}"/>
              </a:ext>
            </a:extLst>
          </p:cNvPr>
          <p:cNvSpPr>
            <a:spLocks noGrp="1"/>
          </p:cNvSpPr>
          <p:nvPr/>
        </p:nvSpPr>
        <p:spPr>
          <a:xfrm>
            <a:off x="1695450" y="3362325"/>
            <a:ext cx="2266950" cy="171450"/>
          </a:xfrm>
          <a:prstGeom prst="rect">
            <a:avLst/>
          </a:prstGeom>
          <a:noFill/>
          <a:ln w="0">
            <a:noFill/>
            <a:prstDash val="solid"/>
          </a:ln>
        </p:spPr>
        <p:txBody>
          <a:bodyPr lIns="0" tIns="0" rIns="0" bIns="0" anchor="t">
            <a:normAutofit/>
          </a:bodyPr>
          <a:lstStyle/>
          <a:p>
            <a:pPr algn="l">
              <a:defRPr sz="863" b="0">
                <a:solidFill>
                  <a:srgbClr val="656961"/>
                </a:solidFill>
                <a:latin typeface="Aptos"/>
                <a:ea typeface="Aptos"/>
                <a:cs typeface="Aptos"/>
              </a:defRPr>
            </a:pPr>
            <a:r>
              <a:rPr sz="863" b="0">
                <a:solidFill>
                  <a:srgbClr val="656961"/>
                </a:solidFill>
                <a:latin typeface="Aptos"/>
                <a:ea typeface="Aptos"/>
                <a:cs typeface="Aptos"/>
              </a:rPr>
              <a:t>1 Rückmeldung für Alex offen</a:t>
            </a:r>
          </a:p>
        </p:txBody>
      </p:sp>
      <p:sp>
        <p:nvSpPr>
          <p:cNvPr id="19" name="Rechteck: abgerundete Ecken 18">
            <a:extLst>
              <a:ext uri="{FF2B5EF4-FFF2-40B4-BE49-F238E27FC236}">
                <a16:creationId xmlns:a16="http://schemas.microsoft.com/office/drawing/2014/main" id="{25EA5F40-F425-4A70-B4E3-A66C3474EBC1}"/>
              </a:ext>
            </a:extLst>
          </p:cNvPr>
          <p:cNvSpPr>
            <a:spLocks noGrp="1"/>
          </p:cNvSpPr>
          <p:nvPr/>
        </p:nvSpPr>
        <p:spPr>
          <a:xfrm>
            <a:off x="1047750" y="3933825"/>
            <a:ext cx="3067050" cy="1133475"/>
          </a:xfrm>
          <a:prstGeom prst="roundRect">
            <a:avLst>
              <a:gd name="adj" fmla="val 15126"/>
            </a:avLst>
          </a:prstGeom>
          <a:solidFill>
            <a:srgbClr val="121512"/>
          </a:solidFill>
          <a:ln w="0">
            <a:noFill/>
            <a:prstDash val="solid"/>
          </a:ln>
        </p:spPr>
      </p:sp>
      <p:sp>
        <p:nvSpPr>
          <p:cNvPr id="20" name="Rechteck 19">
            <a:extLst>
              <a:ext uri="{FF2B5EF4-FFF2-40B4-BE49-F238E27FC236}">
                <a16:creationId xmlns:a16="http://schemas.microsoft.com/office/drawing/2014/main" id="{4BB963F3-89CD-4B74-A507-CB8729D4D1B9}"/>
              </a:ext>
            </a:extLst>
          </p:cNvPr>
          <p:cNvSpPr>
            <a:spLocks noGrp="1"/>
          </p:cNvSpPr>
          <p:nvPr/>
        </p:nvSpPr>
        <p:spPr>
          <a:xfrm>
            <a:off x="1209675" y="4114800"/>
            <a:ext cx="2743200" cy="171450"/>
          </a:xfrm>
          <a:prstGeom prst="rect">
            <a:avLst/>
          </a:prstGeom>
          <a:noFill/>
          <a:ln w="0">
            <a:noFill/>
            <a:prstDash val="solid"/>
          </a:ln>
        </p:spPr>
        <p:txBody>
          <a:bodyPr lIns="0" tIns="0" rIns="0" bIns="0" anchor="t">
            <a:normAutofit/>
          </a:bodyPr>
          <a:lstStyle/>
          <a:p>
            <a:pPr algn="l">
              <a:defRPr sz="788" b="1">
                <a:solidFill>
                  <a:srgbClr val="FFE500"/>
                </a:solidFill>
                <a:latin typeface="Aptos Display"/>
                <a:ea typeface="Aptos Display"/>
                <a:cs typeface="Aptos Display"/>
              </a:defRPr>
            </a:pPr>
            <a:r>
              <a:rPr sz="788" b="1">
                <a:solidFill>
                  <a:srgbClr val="FFE500"/>
                </a:solidFill>
                <a:latin typeface="Aptos Display"/>
                <a:ea typeface="Aptos Display"/>
                <a:cs typeface="Aptos Display"/>
              </a:rPr>
              <a:t>DIESE WOCHE</a:t>
            </a:r>
          </a:p>
        </p:txBody>
      </p:sp>
      <p:sp>
        <p:nvSpPr>
          <p:cNvPr id="21" name="Rechteck 20">
            <a:extLst>
              <a:ext uri="{FF2B5EF4-FFF2-40B4-BE49-F238E27FC236}">
                <a16:creationId xmlns:a16="http://schemas.microsoft.com/office/drawing/2014/main" id="{F4F4A9B4-FAC7-498F-A2C0-068C5A0E0502}"/>
              </a:ext>
            </a:extLst>
          </p:cNvPr>
          <p:cNvSpPr>
            <a:spLocks noGrp="1"/>
          </p:cNvSpPr>
          <p:nvPr/>
        </p:nvSpPr>
        <p:spPr>
          <a:xfrm>
            <a:off x="1209675" y="4391025"/>
            <a:ext cx="2743200" cy="266700"/>
          </a:xfrm>
          <a:prstGeom prst="rect">
            <a:avLst/>
          </a:prstGeom>
          <a:noFill/>
          <a:ln w="0">
            <a:noFill/>
            <a:prstDash val="solid"/>
          </a:ln>
        </p:spPr>
        <p:txBody>
          <a:bodyPr lIns="0" tIns="0" rIns="0" bIns="0" anchor="t">
            <a:normAutofit/>
          </a:bodyPr>
          <a:lstStyle/>
          <a:p>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 Training · ⚽ Spiel</a:t>
            </a:r>
          </a:p>
        </p:txBody>
      </p:sp>
      <p:sp>
        <p:nvSpPr>
          <p:cNvPr id="22" name="Rechteck 21">
            <a:extLst>
              <a:ext uri="{FF2B5EF4-FFF2-40B4-BE49-F238E27FC236}">
                <a16:creationId xmlns:a16="http://schemas.microsoft.com/office/drawing/2014/main" id="{21825A2A-12E0-42EA-83BC-0D8CD6A97301}"/>
              </a:ext>
            </a:extLst>
          </p:cNvPr>
          <p:cNvSpPr>
            <a:spLocks noGrp="1"/>
          </p:cNvSpPr>
          <p:nvPr/>
        </p:nvSpPr>
        <p:spPr>
          <a:xfrm>
            <a:off x="1209675" y="4733925"/>
            <a:ext cx="2743200" cy="171450"/>
          </a:xfrm>
          <a:prstGeom prst="rect">
            <a:avLst/>
          </a:prstGeom>
          <a:noFill/>
          <a:ln w="0">
            <a:noFill/>
            <a:prstDash val="solid"/>
          </a:ln>
        </p:spPr>
        <p:txBody>
          <a:bodyPr lIns="0" tIns="0" rIns="0" bIns="0" anchor="t">
            <a:normAutofit/>
          </a:bodyPr>
          <a:lstStyle/>
          <a:p>
            <a:pPr algn="l">
              <a:defRPr sz="863" b="0">
                <a:solidFill>
                  <a:srgbClr val="D6D8D1"/>
                </a:solidFill>
                <a:latin typeface="Aptos"/>
                <a:ea typeface="Aptos"/>
                <a:cs typeface="Aptos"/>
              </a:defRPr>
            </a:pPr>
            <a:r>
              <a:rPr sz="863" b="0">
                <a:solidFill>
                  <a:srgbClr val="D6D8D1"/>
                </a:solidFill>
                <a:latin typeface="Aptos"/>
                <a:ea typeface="Aptos"/>
                <a:cs typeface="Aptos"/>
              </a:rPr>
              <a:t>Alles kompakt in einer Zeitleiste</a:t>
            </a:r>
          </a:p>
        </p:txBody>
      </p:sp>
      <p:sp>
        <p:nvSpPr>
          <p:cNvPr id="23" name="Rechteck: abgerundete Ecken 22">
            <a:extLst>
              <a:ext uri="{FF2B5EF4-FFF2-40B4-BE49-F238E27FC236}">
                <a16:creationId xmlns:a16="http://schemas.microsoft.com/office/drawing/2014/main" id="{43DF684D-CEDD-40E1-BE5A-B5932DD9B48F}"/>
              </a:ext>
            </a:extLst>
          </p:cNvPr>
          <p:cNvSpPr>
            <a:spLocks noGrp="1"/>
          </p:cNvSpPr>
          <p:nvPr/>
        </p:nvSpPr>
        <p:spPr>
          <a:xfrm>
            <a:off x="1047750" y="5476875"/>
            <a:ext cx="3067050" cy="495300"/>
          </a:xfrm>
          <a:prstGeom prst="roundRect">
            <a:avLst>
              <a:gd name="adj" fmla="val 26923"/>
            </a:avLst>
          </a:prstGeom>
          <a:solidFill>
            <a:srgbClr val="FFFFFF"/>
          </a:solidFill>
          <a:ln w="9525">
            <a:solidFill>
              <a:srgbClr val="E5E7DF"/>
            </a:solidFill>
            <a:prstDash val="solid"/>
          </a:ln>
        </p:spPr>
      </p:sp>
      <p:sp>
        <p:nvSpPr>
          <p:cNvPr id="24" name="Rechteck: abgerundete Ecken 23">
            <a:extLst>
              <a:ext uri="{FF2B5EF4-FFF2-40B4-BE49-F238E27FC236}">
                <a16:creationId xmlns:a16="http://schemas.microsoft.com/office/drawing/2014/main" id="{36F3B3B8-F85E-4B4C-817A-6799CC094DCC}"/>
              </a:ext>
            </a:extLst>
          </p:cNvPr>
          <p:cNvSpPr>
            <a:spLocks noGrp="1"/>
          </p:cNvSpPr>
          <p:nvPr/>
        </p:nvSpPr>
        <p:spPr>
          <a:xfrm>
            <a:off x="1114425" y="5553075"/>
            <a:ext cx="567690" cy="219075"/>
          </a:xfrm>
          <a:prstGeom prst="roundRect">
            <a:avLst>
              <a:gd name="adj" fmla="val 50000"/>
            </a:avLst>
          </a:prstGeom>
          <a:solidFill>
            <a:srgbClr val="FFF5A8"/>
          </a:solidFill>
          <a:ln w="0">
            <a:noFill/>
            <a:prstDash val="solid"/>
          </a:ln>
        </p:spPr>
      </p:sp>
      <p:sp>
        <p:nvSpPr>
          <p:cNvPr id="25" name="Rechteck 24">
            <a:extLst>
              <a:ext uri="{FF2B5EF4-FFF2-40B4-BE49-F238E27FC236}">
                <a16:creationId xmlns:a16="http://schemas.microsoft.com/office/drawing/2014/main" id="{07786D6D-2D3F-42DD-B3A3-B7A38DAAB394}"/>
              </a:ext>
            </a:extLst>
          </p:cNvPr>
          <p:cNvSpPr>
            <a:spLocks noGrp="1"/>
          </p:cNvSpPr>
          <p:nvPr/>
        </p:nvSpPr>
        <p:spPr>
          <a:xfrm>
            <a:off x="1114425" y="5772150"/>
            <a:ext cx="567690" cy="133350"/>
          </a:xfrm>
          <a:prstGeom prst="rect">
            <a:avLst/>
          </a:prstGeom>
          <a:noFill/>
          <a:ln w="0">
            <a:noFill/>
            <a:prstDash val="solid"/>
          </a:ln>
        </p:spPr>
        <p:txBody>
          <a:bodyPr lIns="0" tIns="0" rIns="0" bIns="0" anchor="t">
            <a:normAutofit/>
          </a:bodyPr>
          <a:lstStyle/>
          <a:p>
            <a:pPr algn="ctr">
              <a:defRPr sz="638" b="1">
                <a:solidFill>
                  <a:srgbClr val="121512"/>
                </a:solidFill>
                <a:latin typeface="Aptos Display"/>
                <a:ea typeface="Aptos Display"/>
                <a:cs typeface="Aptos Display"/>
              </a:defRPr>
            </a:pPr>
            <a:r>
              <a:rPr sz="638" b="1">
                <a:solidFill>
                  <a:srgbClr val="121512"/>
                </a:solidFill>
                <a:latin typeface="Aptos Display"/>
                <a:ea typeface="Aptos Display"/>
                <a:cs typeface="Aptos Display"/>
              </a:rPr>
              <a:t>Start</a:t>
            </a:r>
          </a:p>
        </p:txBody>
      </p:sp>
      <p:sp>
        <p:nvSpPr>
          <p:cNvPr id="26" name="Rechteck 25">
            <a:extLst>
              <a:ext uri="{FF2B5EF4-FFF2-40B4-BE49-F238E27FC236}">
                <a16:creationId xmlns:a16="http://schemas.microsoft.com/office/drawing/2014/main" id="{4015AFE6-FA6E-4A7B-BE3E-70C2902BB649}"/>
              </a:ext>
            </a:extLst>
          </p:cNvPr>
          <p:cNvSpPr>
            <a:spLocks noGrp="1"/>
          </p:cNvSpPr>
          <p:nvPr/>
        </p:nvSpPr>
        <p:spPr>
          <a:xfrm>
            <a:off x="1701165" y="5772150"/>
            <a:ext cx="567690" cy="133350"/>
          </a:xfrm>
          <a:prstGeom prst="rect">
            <a:avLst/>
          </a:prstGeom>
          <a:noFill/>
          <a:ln w="0">
            <a:noFill/>
            <a:prstDash val="solid"/>
          </a:ln>
        </p:spPr>
        <p:txBody>
          <a:bodyPr lIns="0" tIns="0" rIns="0" bIns="0" anchor="t">
            <a:normAutofit/>
          </a:bodyPr>
          <a:lstStyle/>
          <a:p>
            <a:pPr algn="ctr">
              <a:defRPr sz="638" b="0">
                <a:solidFill>
                  <a:srgbClr val="656961"/>
                </a:solidFill>
                <a:latin typeface="Aptos"/>
                <a:ea typeface="Aptos"/>
                <a:cs typeface="Aptos"/>
              </a:defRPr>
            </a:pPr>
            <a:r>
              <a:rPr sz="638" b="0">
                <a:solidFill>
                  <a:srgbClr val="656961"/>
                </a:solidFill>
                <a:latin typeface="Aptos"/>
                <a:ea typeface="Aptos"/>
                <a:cs typeface="Aptos"/>
              </a:rPr>
              <a:t>Kinder</a:t>
            </a:r>
          </a:p>
        </p:txBody>
      </p:sp>
      <p:sp>
        <p:nvSpPr>
          <p:cNvPr id="27" name="Rechteck 26">
            <a:extLst>
              <a:ext uri="{FF2B5EF4-FFF2-40B4-BE49-F238E27FC236}">
                <a16:creationId xmlns:a16="http://schemas.microsoft.com/office/drawing/2014/main" id="{3871AB39-3108-4C2E-ADA5-C08B55BAD9E6}"/>
              </a:ext>
            </a:extLst>
          </p:cNvPr>
          <p:cNvSpPr>
            <a:spLocks noGrp="1"/>
          </p:cNvSpPr>
          <p:nvPr/>
        </p:nvSpPr>
        <p:spPr>
          <a:xfrm>
            <a:off x="2287905" y="5772150"/>
            <a:ext cx="567690" cy="133350"/>
          </a:xfrm>
          <a:prstGeom prst="rect">
            <a:avLst/>
          </a:prstGeom>
          <a:noFill/>
          <a:ln w="0">
            <a:noFill/>
            <a:prstDash val="solid"/>
          </a:ln>
        </p:spPr>
        <p:txBody>
          <a:bodyPr lIns="0" tIns="0" rIns="0" bIns="0" anchor="t">
            <a:normAutofit/>
          </a:bodyPr>
          <a:lstStyle/>
          <a:p>
            <a:pPr algn="ctr">
              <a:defRPr sz="638" b="0">
                <a:solidFill>
                  <a:srgbClr val="656961"/>
                </a:solidFill>
                <a:latin typeface="Aptos"/>
                <a:ea typeface="Aptos"/>
                <a:cs typeface="Aptos"/>
              </a:defRPr>
            </a:pPr>
            <a:r>
              <a:rPr sz="638" b="0">
                <a:solidFill>
                  <a:srgbClr val="656961"/>
                </a:solidFill>
                <a:latin typeface="Aptos"/>
                <a:ea typeface="Aptos"/>
                <a:cs typeface="Aptos"/>
              </a:rPr>
              <a:t>Kalender</a:t>
            </a:r>
          </a:p>
        </p:txBody>
      </p:sp>
      <p:sp>
        <p:nvSpPr>
          <p:cNvPr id="28" name="Rechteck 27">
            <a:extLst>
              <a:ext uri="{FF2B5EF4-FFF2-40B4-BE49-F238E27FC236}">
                <a16:creationId xmlns:a16="http://schemas.microsoft.com/office/drawing/2014/main" id="{3A2ADCF0-8E66-46FB-9461-0230C28DEB40}"/>
              </a:ext>
            </a:extLst>
          </p:cNvPr>
          <p:cNvSpPr>
            <a:spLocks noGrp="1"/>
          </p:cNvSpPr>
          <p:nvPr/>
        </p:nvSpPr>
        <p:spPr>
          <a:xfrm>
            <a:off x="2874645" y="5772150"/>
            <a:ext cx="567690" cy="133350"/>
          </a:xfrm>
          <a:prstGeom prst="rect">
            <a:avLst/>
          </a:prstGeom>
          <a:noFill/>
          <a:ln w="0">
            <a:noFill/>
            <a:prstDash val="solid"/>
          </a:ln>
        </p:spPr>
        <p:txBody>
          <a:bodyPr lIns="0" tIns="0" rIns="0" bIns="0" anchor="t">
            <a:normAutofit/>
          </a:bodyPr>
          <a:lstStyle/>
          <a:p>
            <a:pPr algn="ctr">
              <a:defRPr sz="638" b="0">
                <a:solidFill>
                  <a:srgbClr val="656961"/>
                </a:solidFill>
                <a:latin typeface="Aptos"/>
                <a:ea typeface="Aptos"/>
                <a:cs typeface="Aptos"/>
              </a:defRPr>
            </a:pPr>
            <a:r>
              <a:rPr sz="638" b="0">
                <a:solidFill>
                  <a:srgbClr val="656961"/>
                </a:solidFill>
                <a:latin typeface="Aptos"/>
                <a:ea typeface="Aptos"/>
                <a:cs typeface="Aptos"/>
              </a:rPr>
              <a:t>Spiele</a:t>
            </a:r>
          </a:p>
        </p:txBody>
      </p:sp>
      <p:sp>
        <p:nvSpPr>
          <p:cNvPr id="29" name="Rechteck 28">
            <a:extLst>
              <a:ext uri="{FF2B5EF4-FFF2-40B4-BE49-F238E27FC236}">
                <a16:creationId xmlns:a16="http://schemas.microsoft.com/office/drawing/2014/main" id="{135685C8-2882-4405-814A-EBF22D7B76DE}"/>
              </a:ext>
            </a:extLst>
          </p:cNvPr>
          <p:cNvSpPr>
            <a:spLocks noGrp="1"/>
          </p:cNvSpPr>
          <p:nvPr/>
        </p:nvSpPr>
        <p:spPr>
          <a:xfrm>
            <a:off x="3461385" y="5772150"/>
            <a:ext cx="567690" cy="133350"/>
          </a:xfrm>
          <a:prstGeom prst="rect">
            <a:avLst/>
          </a:prstGeom>
          <a:noFill/>
          <a:ln w="0">
            <a:noFill/>
            <a:prstDash val="solid"/>
          </a:ln>
        </p:spPr>
        <p:txBody>
          <a:bodyPr lIns="0" tIns="0" rIns="0" bIns="0" anchor="t">
            <a:normAutofit/>
          </a:bodyPr>
          <a:lstStyle/>
          <a:p>
            <a:pPr algn="ctr">
              <a:defRPr sz="638" b="0">
                <a:solidFill>
                  <a:srgbClr val="656961"/>
                </a:solidFill>
                <a:latin typeface="Aptos"/>
                <a:ea typeface="Aptos"/>
                <a:cs typeface="Aptos"/>
              </a:defRPr>
            </a:pPr>
            <a:r>
              <a:rPr sz="638" b="0">
                <a:solidFill>
                  <a:srgbClr val="656961"/>
                </a:solidFill>
                <a:latin typeface="Aptos"/>
                <a:ea typeface="Aptos"/>
                <a:cs typeface="Aptos"/>
              </a:rPr>
              <a:t>Mehr</a:t>
            </a:r>
          </a:p>
        </p:txBody>
      </p:sp>
      <p:sp>
        <p:nvSpPr>
          <p:cNvPr id="30" name="Rechteck: abgerundete Ecken 29">
            <a:extLst>
              <a:ext uri="{FF2B5EF4-FFF2-40B4-BE49-F238E27FC236}">
                <a16:creationId xmlns:a16="http://schemas.microsoft.com/office/drawing/2014/main" id="{793676EF-C5CF-485B-B190-9430280C67B5}"/>
              </a:ext>
            </a:extLst>
          </p:cNvPr>
          <p:cNvSpPr>
            <a:spLocks noGrp="1"/>
          </p:cNvSpPr>
          <p:nvPr/>
        </p:nvSpPr>
        <p:spPr>
          <a:xfrm>
            <a:off x="5238750" y="2000250"/>
            <a:ext cx="6076950" cy="1009650"/>
          </a:xfrm>
          <a:prstGeom prst="roundRect">
            <a:avLst>
              <a:gd name="adj" fmla="val 16981"/>
            </a:avLst>
          </a:prstGeom>
          <a:solidFill>
            <a:srgbClr val="FFFFFF"/>
          </a:solidFill>
          <a:ln w="9525">
            <a:solidFill>
              <a:srgbClr val="E5E7DF"/>
            </a:solidFill>
            <a:prstDash val="solid"/>
          </a:ln>
        </p:spPr>
      </p:sp>
      <p:sp>
        <p:nvSpPr>
          <p:cNvPr id="31" name="Rechteck: abgerundete Ecken 30">
            <a:extLst>
              <a:ext uri="{FF2B5EF4-FFF2-40B4-BE49-F238E27FC236}">
                <a16:creationId xmlns:a16="http://schemas.microsoft.com/office/drawing/2014/main" id="{BA33221B-45D2-4CB2-BAA9-8D9D3BBC7840}"/>
              </a:ext>
            </a:extLst>
          </p:cNvPr>
          <p:cNvSpPr>
            <a:spLocks noGrp="1"/>
          </p:cNvSpPr>
          <p:nvPr/>
        </p:nvSpPr>
        <p:spPr>
          <a:xfrm>
            <a:off x="5238750" y="2000250"/>
            <a:ext cx="76200" cy="1009650"/>
          </a:xfrm>
          <a:prstGeom prst="roundRect">
            <a:avLst>
              <a:gd name="adj" fmla="val 50000"/>
            </a:avLst>
          </a:prstGeom>
          <a:solidFill>
            <a:srgbClr val="FFE500"/>
          </a:solidFill>
          <a:ln w="0">
            <a:noFill/>
            <a:prstDash val="solid"/>
          </a:ln>
        </p:spPr>
      </p:sp>
      <p:sp>
        <p:nvSpPr>
          <p:cNvPr id="32" name="Rechteck 31">
            <a:extLst>
              <a:ext uri="{FF2B5EF4-FFF2-40B4-BE49-F238E27FC236}">
                <a16:creationId xmlns:a16="http://schemas.microsoft.com/office/drawing/2014/main" id="{8739B5BE-C4BE-4C29-923B-524264434211}"/>
              </a:ext>
            </a:extLst>
          </p:cNvPr>
          <p:cNvSpPr>
            <a:spLocks noGrp="1"/>
          </p:cNvSpPr>
          <p:nvPr/>
        </p:nvSpPr>
        <p:spPr>
          <a:xfrm>
            <a:off x="5467350" y="2171700"/>
            <a:ext cx="5657850" cy="295275"/>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1 · Heute wichtig</a:t>
            </a:r>
          </a:p>
        </p:txBody>
      </p:sp>
      <p:sp>
        <p:nvSpPr>
          <p:cNvPr id="33" name="Rechteck 32">
            <a:extLst>
              <a:ext uri="{FF2B5EF4-FFF2-40B4-BE49-F238E27FC236}">
                <a16:creationId xmlns:a16="http://schemas.microsoft.com/office/drawing/2014/main" id="{CEFCE082-A890-4F29-9B5E-48DE65E98F50}"/>
              </a:ext>
            </a:extLst>
          </p:cNvPr>
          <p:cNvSpPr>
            <a:spLocks noGrp="1"/>
          </p:cNvSpPr>
          <p:nvPr/>
        </p:nvSpPr>
        <p:spPr>
          <a:xfrm>
            <a:off x="5467350" y="2543175"/>
            <a:ext cx="5657850" cy="323850"/>
          </a:xfrm>
          <a:prstGeom prst="rect">
            <a:avLst/>
          </a:prstGeom>
          <a:noFill/>
          <a:ln w="0">
            <a:noFill/>
            <a:prstDash val="solid"/>
          </a:ln>
        </p:spPr>
        <p:txBody>
          <a:bodyPr lIns="0" tIns="0" rIns="0" bIns="0" anchor="t">
            <a:normAutofit/>
          </a:bodyPr>
          <a:lstStyle/>
          <a:p>
            <a:pPr algn="l">
              <a:defRPr sz="1163" b="0">
                <a:solidFill>
                  <a:srgbClr val="656961"/>
                </a:solidFill>
                <a:latin typeface="Aptos"/>
                <a:ea typeface="Aptos"/>
                <a:cs typeface="Aptos"/>
              </a:defRPr>
            </a:pPr>
            <a:r>
              <a:rPr sz="1163" b="0">
                <a:solidFill>
                  <a:srgbClr val="656961"/>
                </a:solidFill>
                <a:latin typeface="Aptos"/>
                <a:ea typeface="Aptos"/>
                <a:cs typeface="Aptos"/>
              </a:rPr>
              <a:t>Offene Rückmeldungen, Änderungen, Nominierungen und Mitfahrten erscheinen zuerst.</a:t>
            </a:r>
          </a:p>
        </p:txBody>
      </p:sp>
      <p:sp>
        <p:nvSpPr>
          <p:cNvPr id="34" name="Rechteck: abgerundete Ecken 33">
            <a:extLst>
              <a:ext uri="{FF2B5EF4-FFF2-40B4-BE49-F238E27FC236}">
                <a16:creationId xmlns:a16="http://schemas.microsoft.com/office/drawing/2014/main" id="{BCA05773-E50A-43E2-92B5-8F3259CCD979}"/>
              </a:ext>
            </a:extLst>
          </p:cNvPr>
          <p:cNvSpPr>
            <a:spLocks noGrp="1"/>
          </p:cNvSpPr>
          <p:nvPr/>
        </p:nvSpPr>
        <p:spPr>
          <a:xfrm>
            <a:off x="5238750" y="3248025"/>
            <a:ext cx="6076950" cy="1009650"/>
          </a:xfrm>
          <a:prstGeom prst="roundRect">
            <a:avLst>
              <a:gd name="adj" fmla="val 16981"/>
            </a:avLst>
          </a:prstGeom>
          <a:solidFill>
            <a:srgbClr val="FFFFFF"/>
          </a:solidFill>
          <a:ln w="9525">
            <a:solidFill>
              <a:srgbClr val="E5E7DF"/>
            </a:solidFill>
            <a:prstDash val="solid"/>
          </a:ln>
        </p:spPr>
      </p:sp>
      <p:sp>
        <p:nvSpPr>
          <p:cNvPr id="35" name="Rechteck: abgerundete Ecken 34">
            <a:extLst>
              <a:ext uri="{FF2B5EF4-FFF2-40B4-BE49-F238E27FC236}">
                <a16:creationId xmlns:a16="http://schemas.microsoft.com/office/drawing/2014/main" id="{002E4172-233F-48AA-A929-35A64873D8FC}"/>
              </a:ext>
            </a:extLst>
          </p:cNvPr>
          <p:cNvSpPr>
            <a:spLocks noGrp="1"/>
          </p:cNvSpPr>
          <p:nvPr/>
        </p:nvSpPr>
        <p:spPr>
          <a:xfrm>
            <a:off x="5238750" y="3248025"/>
            <a:ext cx="76200" cy="1009650"/>
          </a:xfrm>
          <a:prstGeom prst="roundRect">
            <a:avLst>
              <a:gd name="adj" fmla="val 50000"/>
            </a:avLst>
          </a:prstGeom>
          <a:solidFill>
            <a:srgbClr val="11875F"/>
          </a:solidFill>
          <a:ln w="0">
            <a:noFill/>
            <a:prstDash val="solid"/>
          </a:ln>
        </p:spPr>
      </p:sp>
      <p:sp>
        <p:nvSpPr>
          <p:cNvPr id="36" name="Rechteck 35">
            <a:extLst>
              <a:ext uri="{FF2B5EF4-FFF2-40B4-BE49-F238E27FC236}">
                <a16:creationId xmlns:a16="http://schemas.microsoft.com/office/drawing/2014/main" id="{21D52BD1-CF34-4D57-8B9E-84284ABFEBE0}"/>
              </a:ext>
            </a:extLst>
          </p:cNvPr>
          <p:cNvSpPr>
            <a:spLocks noGrp="1"/>
          </p:cNvSpPr>
          <p:nvPr/>
        </p:nvSpPr>
        <p:spPr>
          <a:xfrm>
            <a:off x="5467350" y="3419475"/>
            <a:ext cx="5657850" cy="295275"/>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2 · Diese Woche</a:t>
            </a:r>
          </a:p>
        </p:txBody>
      </p:sp>
      <p:sp>
        <p:nvSpPr>
          <p:cNvPr id="37" name="Rechteck 36">
            <a:extLst>
              <a:ext uri="{FF2B5EF4-FFF2-40B4-BE49-F238E27FC236}">
                <a16:creationId xmlns:a16="http://schemas.microsoft.com/office/drawing/2014/main" id="{873AF85E-2919-4B08-B803-FCAADD5F569E}"/>
              </a:ext>
            </a:extLst>
          </p:cNvPr>
          <p:cNvSpPr>
            <a:spLocks noGrp="1"/>
          </p:cNvSpPr>
          <p:nvPr/>
        </p:nvSpPr>
        <p:spPr>
          <a:xfrm>
            <a:off x="5467350" y="3790950"/>
            <a:ext cx="5657850" cy="323850"/>
          </a:xfrm>
          <a:prstGeom prst="rect">
            <a:avLst/>
          </a:prstGeom>
          <a:noFill/>
          <a:ln w="0">
            <a:noFill/>
            <a:prstDash val="solid"/>
          </a:ln>
        </p:spPr>
        <p:txBody>
          <a:bodyPr lIns="0" tIns="0" rIns="0" bIns="0" anchor="t">
            <a:normAutofit/>
          </a:bodyPr>
          <a:lstStyle/>
          <a:p>
            <a:pPr algn="l">
              <a:defRPr sz="1163" b="0">
                <a:solidFill>
                  <a:srgbClr val="656961"/>
                </a:solidFill>
                <a:latin typeface="Aptos"/>
                <a:ea typeface="Aptos"/>
                <a:cs typeface="Aptos"/>
              </a:defRPr>
            </a:pPr>
            <a:r>
              <a:rPr sz="1163" b="0">
                <a:solidFill>
                  <a:srgbClr val="656961"/>
                </a:solidFill>
                <a:latin typeface="Aptos"/>
                <a:ea typeface="Aptos"/>
                <a:cs typeface="Aptos"/>
              </a:rPr>
              <a:t>Eine kompakte Zeitleiste bündelt die nächsten relevanten Termine ohne Dopplungen.</a:t>
            </a:r>
          </a:p>
        </p:txBody>
      </p:sp>
      <p:sp>
        <p:nvSpPr>
          <p:cNvPr id="38" name="Rechteck: abgerundete Ecken 37">
            <a:extLst>
              <a:ext uri="{FF2B5EF4-FFF2-40B4-BE49-F238E27FC236}">
                <a16:creationId xmlns:a16="http://schemas.microsoft.com/office/drawing/2014/main" id="{A7E46D0C-51EB-4B0B-AC57-6CF8F1DD8301}"/>
              </a:ext>
            </a:extLst>
          </p:cNvPr>
          <p:cNvSpPr>
            <a:spLocks noGrp="1"/>
          </p:cNvSpPr>
          <p:nvPr/>
        </p:nvSpPr>
        <p:spPr>
          <a:xfrm>
            <a:off x="5238750" y="4495800"/>
            <a:ext cx="6076950" cy="1009650"/>
          </a:xfrm>
          <a:prstGeom prst="roundRect">
            <a:avLst>
              <a:gd name="adj" fmla="val 16981"/>
            </a:avLst>
          </a:prstGeom>
          <a:solidFill>
            <a:srgbClr val="FFFFFF"/>
          </a:solidFill>
          <a:ln w="9525">
            <a:solidFill>
              <a:srgbClr val="E5E7DF"/>
            </a:solidFill>
            <a:prstDash val="solid"/>
          </a:ln>
        </p:spPr>
      </p:sp>
      <p:sp>
        <p:nvSpPr>
          <p:cNvPr id="39" name="Rechteck: abgerundete Ecken 38">
            <a:extLst>
              <a:ext uri="{FF2B5EF4-FFF2-40B4-BE49-F238E27FC236}">
                <a16:creationId xmlns:a16="http://schemas.microsoft.com/office/drawing/2014/main" id="{5FA0C2B0-C76A-49B5-85D4-04A05ACF958C}"/>
              </a:ext>
            </a:extLst>
          </p:cNvPr>
          <p:cNvSpPr>
            <a:spLocks noGrp="1"/>
          </p:cNvSpPr>
          <p:nvPr/>
        </p:nvSpPr>
        <p:spPr>
          <a:xfrm>
            <a:off x="5238750" y="4495800"/>
            <a:ext cx="76200" cy="1009650"/>
          </a:xfrm>
          <a:prstGeom prst="roundRect">
            <a:avLst>
              <a:gd name="adj" fmla="val 50000"/>
            </a:avLst>
          </a:prstGeom>
          <a:solidFill>
            <a:srgbClr val="315C79"/>
          </a:solidFill>
          <a:ln w="0">
            <a:noFill/>
            <a:prstDash val="solid"/>
          </a:ln>
        </p:spPr>
      </p:sp>
      <p:sp>
        <p:nvSpPr>
          <p:cNvPr id="40" name="Rechteck 39">
            <a:extLst>
              <a:ext uri="{FF2B5EF4-FFF2-40B4-BE49-F238E27FC236}">
                <a16:creationId xmlns:a16="http://schemas.microsoft.com/office/drawing/2014/main" id="{AF6865D5-0B39-499A-8914-14B5225B6704}"/>
              </a:ext>
            </a:extLst>
          </p:cNvPr>
          <p:cNvSpPr>
            <a:spLocks noGrp="1"/>
          </p:cNvSpPr>
          <p:nvPr/>
        </p:nvSpPr>
        <p:spPr>
          <a:xfrm>
            <a:off x="5467350" y="4667250"/>
            <a:ext cx="5657850" cy="295275"/>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3 · Je Kind kompakt</a:t>
            </a:r>
          </a:p>
        </p:txBody>
      </p:sp>
      <p:sp>
        <p:nvSpPr>
          <p:cNvPr id="41" name="Rechteck 40">
            <a:extLst>
              <a:ext uri="{FF2B5EF4-FFF2-40B4-BE49-F238E27FC236}">
                <a16:creationId xmlns:a16="http://schemas.microsoft.com/office/drawing/2014/main" id="{70451498-E2D8-4F83-9C72-4F5B4B6D75BA}"/>
              </a:ext>
            </a:extLst>
          </p:cNvPr>
          <p:cNvSpPr>
            <a:spLocks noGrp="1"/>
          </p:cNvSpPr>
          <p:nvPr/>
        </p:nvSpPr>
        <p:spPr>
          <a:xfrm>
            <a:off x="5467350" y="5038725"/>
            <a:ext cx="5657850" cy="323850"/>
          </a:xfrm>
          <a:prstGeom prst="rect">
            <a:avLst/>
          </a:prstGeom>
          <a:noFill/>
          <a:ln w="0">
            <a:noFill/>
            <a:prstDash val="solid"/>
          </a:ln>
        </p:spPr>
        <p:txBody>
          <a:bodyPr lIns="0" tIns="0" rIns="0" bIns="0" anchor="t">
            <a:normAutofit/>
          </a:bodyPr>
          <a:lstStyle/>
          <a:p>
            <a:pPr algn="l">
              <a:defRPr sz="1163" b="0">
                <a:solidFill>
                  <a:srgbClr val="656961"/>
                </a:solidFill>
                <a:latin typeface="Aptos"/>
                <a:ea typeface="Aptos"/>
                <a:cs typeface="Aptos"/>
              </a:defRPr>
            </a:pPr>
            <a:r>
              <a:rPr sz="1163" b="0">
                <a:solidFill>
                  <a:srgbClr val="656961"/>
                </a:solidFill>
                <a:latin typeface="Aptos"/>
                <a:ea typeface="Aptos"/>
                <a:cs typeface="Aptos"/>
              </a:rPr>
              <a:t>Nächster Termin, Kaderstatus und offene Aufgaben sind pro Kind direkt erkennbar.</a:t>
            </a:r>
          </a:p>
        </p:txBody>
      </p:sp>
      <p:sp>
        <p:nvSpPr>
          <p:cNvPr id="42" name="Rechteck 41">
            <a:extLst>
              <a:ext uri="{FF2B5EF4-FFF2-40B4-BE49-F238E27FC236}">
                <a16:creationId xmlns:a16="http://schemas.microsoft.com/office/drawing/2014/main" id="{F41A6432-FCDA-4763-9677-6EEB783F6A66}"/>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15740534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33" name="Rechteck 32">
            <a:extLst>
              <a:ext uri="{FF2B5EF4-FFF2-40B4-BE49-F238E27FC236}">
                <a16:creationId xmlns:a16="http://schemas.microsoft.com/office/drawing/2014/main" id="{74138427-E899-4941-B6E2-B0B8EEA36CF6}"/>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MEINE KINDER</a:t>
            </a:r>
          </a:p>
        </p:txBody>
      </p:sp>
      <p:sp>
        <p:nvSpPr>
          <p:cNvPr id="2" name="Rechteck 1">
            <a:extLst>
              <a:ext uri="{FF2B5EF4-FFF2-40B4-BE49-F238E27FC236}">
                <a16:creationId xmlns:a16="http://schemas.microsoft.com/office/drawing/2014/main" id="{7C0B4E05-3410-4C99-9AC9-B515BAAAF6D7}"/>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Alle verknüpften Kinder sauber getrennt</a:t>
            </a:r>
          </a:p>
        </p:txBody>
      </p:sp>
      <p:sp>
        <p:nvSpPr>
          <p:cNvPr id="3" name="Rechteck: abgerundete Ecken 2">
            <a:extLst>
              <a:ext uri="{FF2B5EF4-FFF2-40B4-BE49-F238E27FC236}">
                <a16:creationId xmlns:a16="http://schemas.microsoft.com/office/drawing/2014/main" id="{CBD54C3C-2827-4364-8588-BDDF798E7DFB}"/>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ADABB053-ED55-4425-8733-4BC332AC7171}"/>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5</a:t>
            </a:r>
          </a:p>
        </p:txBody>
      </p:sp>
      <p:sp>
        <p:nvSpPr>
          <p:cNvPr id="5" name="Rechteck 4">
            <a:extLst>
              <a:ext uri="{FF2B5EF4-FFF2-40B4-BE49-F238E27FC236}">
                <a16:creationId xmlns:a16="http://schemas.microsoft.com/office/drawing/2014/main" id="{76DC4E10-698A-4214-9747-B93F34569847}"/>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Auch Geschwister aus unterschiedlichen Mannschaften bleiben übersichtlich.</a:t>
            </a:r>
          </a:p>
        </p:txBody>
      </p:sp>
      <p:sp>
        <p:nvSpPr>
          <p:cNvPr id="6" name="Rechteck: abgerundete Ecken 5">
            <a:extLst>
              <a:ext uri="{FF2B5EF4-FFF2-40B4-BE49-F238E27FC236}">
                <a16:creationId xmlns:a16="http://schemas.microsoft.com/office/drawing/2014/main" id="{14901241-3690-4389-992B-4D9D3E818655}"/>
              </a:ext>
            </a:extLst>
          </p:cNvPr>
          <p:cNvSpPr>
            <a:spLocks noGrp="1"/>
          </p:cNvSpPr>
          <p:nvPr/>
        </p:nvSpPr>
        <p:spPr>
          <a:xfrm>
            <a:off x="533400" y="1905000"/>
            <a:ext cx="7200900" cy="3648075"/>
          </a:xfrm>
          <a:prstGeom prst="roundRect">
            <a:avLst>
              <a:gd name="adj" fmla="val 6266"/>
            </a:avLst>
          </a:prstGeom>
          <a:solidFill>
            <a:srgbClr val="FFFFFF"/>
          </a:solidFill>
          <a:ln w="9525">
            <a:solidFill>
              <a:srgbClr val="E5E7DF"/>
            </a:solidFill>
            <a:prstDash val="solid"/>
          </a:ln>
        </p:spPr>
      </p:sp>
      <p:sp>
        <p:nvSpPr>
          <p:cNvPr id="7" name="Ellipse 6">
            <a:extLst>
              <a:ext uri="{FF2B5EF4-FFF2-40B4-BE49-F238E27FC236}">
                <a16:creationId xmlns:a16="http://schemas.microsoft.com/office/drawing/2014/main" id="{DB7D3A62-20EB-4447-A40D-DDDECE16D561}"/>
              </a:ext>
            </a:extLst>
          </p:cNvPr>
          <p:cNvSpPr>
            <a:spLocks noGrp="1"/>
          </p:cNvSpPr>
          <p:nvPr/>
        </p:nvSpPr>
        <p:spPr>
          <a:xfrm>
            <a:off x="819150" y="2133600"/>
            <a:ext cx="609600" cy="609600"/>
          </a:xfrm>
          <a:prstGeom prst="ellipse">
            <a:avLst/>
          </a:prstGeom>
          <a:solidFill>
            <a:srgbClr val="FFE500"/>
          </a:solidFill>
          <a:ln w="0">
            <a:noFill/>
            <a:prstDash val="solid"/>
          </a:ln>
        </p:spPr>
      </p:sp>
      <p:sp>
        <p:nvSpPr>
          <p:cNvPr id="8" name="Rechteck 7">
            <a:extLst>
              <a:ext uri="{FF2B5EF4-FFF2-40B4-BE49-F238E27FC236}">
                <a16:creationId xmlns:a16="http://schemas.microsoft.com/office/drawing/2014/main" id="{8AB02F27-90E3-4355-AEDC-783ACB5A49D6}"/>
              </a:ext>
            </a:extLst>
          </p:cNvPr>
          <p:cNvSpPr>
            <a:spLocks noGrp="1"/>
          </p:cNvSpPr>
          <p:nvPr/>
        </p:nvSpPr>
        <p:spPr>
          <a:xfrm>
            <a:off x="819150" y="2143125"/>
            <a:ext cx="609600" cy="590550"/>
          </a:xfrm>
          <a:prstGeom prst="rect">
            <a:avLst/>
          </a:prstGeom>
          <a:noFill/>
          <a:ln w="0">
            <a:noFill/>
            <a:prstDash val="solid"/>
          </a:ln>
        </p:spPr>
        <p:txBody>
          <a:bodyPr lIns="0" tIns="0" rIns="0" bIns="0" anchor="ctr">
            <a:normAutofit/>
          </a:bodyPr>
          <a:lstStyle/>
          <a:p>
            <a:pPr algn="ctr">
              <a:defRPr sz="1650" b="1">
                <a:solidFill>
                  <a:srgbClr val="121512"/>
                </a:solidFill>
                <a:latin typeface="Aptos Display"/>
                <a:ea typeface="Aptos Display"/>
                <a:cs typeface="Aptos Display"/>
              </a:defRPr>
            </a:pPr>
            <a:r>
              <a:rPr sz="1650" b="1">
                <a:solidFill>
                  <a:srgbClr val="121512"/>
                </a:solidFill>
                <a:latin typeface="Aptos Display"/>
                <a:ea typeface="Aptos Display"/>
                <a:cs typeface="Aptos Display"/>
              </a:rPr>
              <a:t>A</a:t>
            </a:r>
          </a:p>
        </p:txBody>
      </p:sp>
      <p:sp>
        <p:nvSpPr>
          <p:cNvPr id="9" name="Rechteck 8">
            <a:extLst>
              <a:ext uri="{FF2B5EF4-FFF2-40B4-BE49-F238E27FC236}">
                <a16:creationId xmlns:a16="http://schemas.microsoft.com/office/drawing/2014/main" id="{F70971B8-F31F-4337-9FEC-096E55E94950}"/>
              </a:ext>
            </a:extLst>
          </p:cNvPr>
          <p:cNvSpPr>
            <a:spLocks noGrp="1"/>
          </p:cNvSpPr>
          <p:nvPr/>
        </p:nvSpPr>
        <p:spPr>
          <a:xfrm>
            <a:off x="1638300" y="2143125"/>
            <a:ext cx="2476500" cy="266700"/>
          </a:xfrm>
          <a:prstGeom prst="rect">
            <a:avLst/>
          </a:prstGeom>
          <a:noFill/>
          <a:ln w="0">
            <a:noFill/>
            <a:prstDash val="solid"/>
          </a:ln>
        </p:spPr>
        <p:txBody>
          <a:bodyPr lIns="0" tIns="0" rIns="0" bIns="0" anchor="t">
            <a:normAutofit/>
          </a:bodyPr>
          <a:lstStyle/>
          <a:p>
            <a:pPr algn="l">
              <a:defRPr sz="1575" b="1">
                <a:solidFill>
                  <a:srgbClr val="121512"/>
                </a:solidFill>
                <a:latin typeface="Aptos Display"/>
                <a:ea typeface="Aptos Display"/>
                <a:cs typeface="Aptos Display"/>
              </a:defRPr>
            </a:pPr>
            <a:r>
              <a:rPr sz="1575" b="1">
                <a:solidFill>
                  <a:srgbClr val="121512"/>
                </a:solidFill>
                <a:latin typeface="Aptos Display"/>
                <a:ea typeface="Aptos Display"/>
                <a:cs typeface="Aptos Display"/>
              </a:rPr>
              <a:t>Alex</a:t>
            </a:r>
          </a:p>
        </p:txBody>
      </p:sp>
      <p:sp>
        <p:nvSpPr>
          <p:cNvPr id="10" name="Rechteck 9">
            <a:extLst>
              <a:ext uri="{FF2B5EF4-FFF2-40B4-BE49-F238E27FC236}">
                <a16:creationId xmlns:a16="http://schemas.microsoft.com/office/drawing/2014/main" id="{36A7C22C-09A1-473A-B971-F49E046370A5}"/>
              </a:ext>
            </a:extLst>
          </p:cNvPr>
          <p:cNvSpPr>
            <a:spLocks noGrp="1"/>
          </p:cNvSpPr>
          <p:nvPr/>
        </p:nvSpPr>
        <p:spPr>
          <a:xfrm>
            <a:off x="1638300" y="2476500"/>
            <a:ext cx="2476500" cy="209550"/>
          </a:xfrm>
          <a:prstGeom prst="rect">
            <a:avLst/>
          </a:prstGeom>
          <a:noFill/>
          <a:ln w="0">
            <a:noFill/>
            <a:prstDash val="solid"/>
          </a:ln>
        </p:spPr>
        <p:txBody>
          <a:bodyPr lIns="0" tIns="0" rIns="0" bIns="0" anchor="t">
            <a:normAutofit/>
          </a:bodyPr>
          <a:lstStyle/>
          <a:p>
            <a:pPr algn="l">
              <a:defRPr sz="1050" b="0">
                <a:solidFill>
                  <a:srgbClr val="656961"/>
                </a:solidFill>
                <a:latin typeface="Aptos"/>
                <a:ea typeface="Aptos"/>
                <a:cs typeface="Aptos"/>
              </a:defRPr>
            </a:pPr>
            <a:r>
              <a:rPr sz="1050" b="0">
                <a:solidFill>
                  <a:srgbClr val="656961"/>
                </a:solidFill>
                <a:latin typeface="Aptos"/>
                <a:ea typeface="Aptos"/>
                <a:cs typeface="Aptos"/>
              </a:rPr>
              <a:t>E1-Jugend</a:t>
            </a:r>
          </a:p>
        </p:txBody>
      </p:sp>
      <p:sp>
        <p:nvSpPr>
          <p:cNvPr id="11" name="Rechteck: abgerundete Ecken 10">
            <a:extLst>
              <a:ext uri="{FF2B5EF4-FFF2-40B4-BE49-F238E27FC236}">
                <a16:creationId xmlns:a16="http://schemas.microsoft.com/office/drawing/2014/main" id="{CF6B5E82-6274-4C2E-9FBC-0BC63E1813D3}"/>
              </a:ext>
            </a:extLst>
          </p:cNvPr>
          <p:cNvSpPr>
            <a:spLocks noGrp="1"/>
          </p:cNvSpPr>
          <p:nvPr/>
        </p:nvSpPr>
        <p:spPr>
          <a:xfrm>
            <a:off x="4705350" y="2247900"/>
            <a:ext cx="2457450" cy="381000"/>
          </a:xfrm>
          <a:prstGeom prst="roundRect">
            <a:avLst>
              <a:gd name="adj" fmla="val 50000"/>
            </a:avLst>
          </a:prstGeom>
          <a:solidFill>
            <a:srgbClr val="FFF5A8"/>
          </a:solidFill>
          <a:ln w="9525">
            <a:solidFill>
              <a:srgbClr val="E5E7DF"/>
            </a:solidFill>
            <a:prstDash val="solid"/>
          </a:ln>
        </p:spPr>
      </p:sp>
      <p:sp>
        <p:nvSpPr>
          <p:cNvPr id="12" name="Rechteck 11">
            <a:extLst>
              <a:ext uri="{FF2B5EF4-FFF2-40B4-BE49-F238E27FC236}">
                <a16:creationId xmlns:a16="http://schemas.microsoft.com/office/drawing/2014/main" id="{5BFF9A82-CCB1-43E0-9478-5B7597313B72}"/>
              </a:ext>
            </a:extLst>
          </p:cNvPr>
          <p:cNvSpPr>
            <a:spLocks noGrp="1"/>
          </p:cNvSpPr>
          <p:nvPr/>
        </p:nvSpPr>
        <p:spPr>
          <a:xfrm>
            <a:off x="4838700" y="2257425"/>
            <a:ext cx="219075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2 Termine · 1 offen</a:t>
            </a:r>
          </a:p>
        </p:txBody>
      </p:sp>
      <p:cxnSp>
        <p:nvCxnSpPr>
          <p:cNvPr id="45" name="Gerade Verbindung mit Pfeil 44"/>
          <p:cNvCxnSpPr/>
          <p:nvPr/>
        </p:nvCxnSpPr>
        <p:spPr>
          <a:xfrm>
            <a:off x="781050" y="3048000"/>
            <a:ext cx="6705600" cy="0"/>
          </a:xfrm>
          <a:prstGeom prst="straightConnector1">
            <a:avLst/>
          </a:prstGeom>
          <a:ln w="9525">
            <a:solidFill>
              <a:srgbClr val="E5E7DF"/>
            </a:solidFill>
            <a:prstDash val="solid"/>
          </a:ln>
        </p:spPr>
      </p:cxnSp>
      <p:sp>
        <p:nvSpPr>
          <p:cNvPr id="14" name="Ellipse 13">
            <a:extLst>
              <a:ext uri="{FF2B5EF4-FFF2-40B4-BE49-F238E27FC236}">
                <a16:creationId xmlns:a16="http://schemas.microsoft.com/office/drawing/2014/main" id="{9CBB254E-7A98-4BE6-97F6-C3058D6081B5}"/>
              </a:ext>
            </a:extLst>
          </p:cNvPr>
          <p:cNvSpPr>
            <a:spLocks noGrp="1"/>
          </p:cNvSpPr>
          <p:nvPr/>
        </p:nvSpPr>
        <p:spPr>
          <a:xfrm>
            <a:off x="819150" y="3162300"/>
            <a:ext cx="609600" cy="609600"/>
          </a:xfrm>
          <a:prstGeom prst="ellipse">
            <a:avLst/>
          </a:prstGeom>
          <a:solidFill>
            <a:srgbClr val="DFF3EA"/>
          </a:solidFill>
          <a:ln w="0">
            <a:noFill/>
            <a:prstDash val="solid"/>
          </a:ln>
        </p:spPr>
      </p:sp>
      <p:sp>
        <p:nvSpPr>
          <p:cNvPr id="15" name="Rechteck 14">
            <a:extLst>
              <a:ext uri="{FF2B5EF4-FFF2-40B4-BE49-F238E27FC236}">
                <a16:creationId xmlns:a16="http://schemas.microsoft.com/office/drawing/2014/main" id="{92924795-074A-4094-8D67-8E61F665A147}"/>
              </a:ext>
            </a:extLst>
          </p:cNvPr>
          <p:cNvSpPr>
            <a:spLocks noGrp="1"/>
          </p:cNvSpPr>
          <p:nvPr/>
        </p:nvSpPr>
        <p:spPr>
          <a:xfrm>
            <a:off x="819150" y="3171825"/>
            <a:ext cx="609600" cy="590550"/>
          </a:xfrm>
          <a:prstGeom prst="rect">
            <a:avLst/>
          </a:prstGeom>
          <a:noFill/>
          <a:ln w="0">
            <a:noFill/>
            <a:prstDash val="solid"/>
          </a:ln>
        </p:spPr>
        <p:txBody>
          <a:bodyPr lIns="0" tIns="0" rIns="0" bIns="0" anchor="ctr">
            <a:normAutofit/>
          </a:bodyPr>
          <a:lstStyle/>
          <a:p>
            <a:pPr algn="ctr">
              <a:defRPr sz="1650" b="1">
                <a:solidFill>
                  <a:srgbClr val="121512"/>
                </a:solidFill>
                <a:latin typeface="Aptos Display"/>
                <a:ea typeface="Aptos Display"/>
                <a:cs typeface="Aptos Display"/>
              </a:defRPr>
            </a:pPr>
            <a:r>
              <a:rPr sz="1650" b="1">
                <a:solidFill>
                  <a:srgbClr val="121512"/>
                </a:solidFill>
                <a:latin typeface="Aptos Display"/>
                <a:ea typeface="Aptos Display"/>
                <a:cs typeface="Aptos Display"/>
              </a:rPr>
              <a:t>M</a:t>
            </a:r>
          </a:p>
        </p:txBody>
      </p:sp>
      <p:sp>
        <p:nvSpPr>
          <p:cNvPr id="16" name="Rechteck 15">
            <a:extLst>
              <a:ext uri="{FF2B5EF4-FFF2-40B4-BE49-F238E27FC236}">
                <a16:creationId xmlns:a16="http://schemas.microsoft.com/office/drawing/2014/main" id="{140AE4AF-CB7F-4C4A-986C-772F251C45C3}"/>
              </a:ext>
            </a:extLst>
          </p:cNvPr>
          <p:cNvSpPr>
            <a:spLocks noGrp="1"/>
          </p:cNvSpPr>
          <p:nvPr/>
        </p:nvSpPr>
        <p:spPr>
          <a:xfrm>
            <a:off x="1638300" y="3171825"/>
            <a:ext cx="2476500" cy="266700"/>
          </a:xfrm>
          <a:prstGeom prst="rect">
            <a:avLst/>
          </a:prstGeom>
          <a:noFill/>
          <a:ln w="0">
            <a:noFill/>
            <a:prstDash val="solid"/>
          </a:ln>
        </p:spPr>
        <p:txBody>
          <a:bodyPr lIns="0" tIns="0" rIns="0" bIns="0" anchor="t">
            <a:normAutofit/>
          </a:bodyPr>
          <a:lstStyle/>
          <a:p>
            <a:pPr algn="l">
              <a:defRPr sz="1575" b="1">
                <a:solidFill>
                  <a:srgbClr val="121512"/>
                </a:solidFill>
                <a:latin typeface="Aptos Display"/>
                <a:ea typeface="Aptos Display"/>
                <a:cs typeface="Aptos Display"/>
              </a:defRPr>
            </a:pPr>
            <a:r>
              <a:rPr sz="1575" b="1">
                <a:solidFill>
                  <a:srgbClr val="121512"/>
                </a:solidFill>
                <a:latin typeface="Aptos Display"/>
                <a:ea typeface="Aptos Display"/>
                <a:cs typeface="Aptos Display"/>
              </a:rPr>
              <a:t>Mia</a:t>
            </a:r>
          </a:p>
        </p:txBody>
      </p:sp>
      <p:sp>
        <p:nvSpPr>
          <p:cNvPr id="17" name="Rechteck 16">
            <a:extLst>
              <a:ext uri="{FF2B5EF4-FFF2-40B4-BE49-F238E27FC236}">
                <a16:creationId xmlns:a16="http://schemas.microsoft.com/office/drawing/2014/main" id="{7699D1AF-CFCB-4C64-B133-057935C62936}"/>
              </a:ext>
            </a:extLst>
          </p:cNvPr>
          <p:cNvSpPr>
            <a:spLocks noGrp="1"/>
          </p:cNvSpPr>
          <p:nvPr/>
        </p:nvSpPr>
        <p:spPr>
          <a:xfrm>
            <a:off x="1638300" y="3505200"/>
            <a:ext cx="2476500" cy="209550"/>
          </a:xfrm>
          <a:prstGeom prst="rect">
            <a:avLst/>
          </a:prstGeom>
          <a:noFill/>
          <a:ln w="0">
            <a:noFill/>
            <a:prstDash val="solid"/>
          </a:ln>
        </p:spPr>
        <p:txBody>
          <a:bodyPr lIns="0" tIns="0" rIns="0" bIns="0" anchor="t">
            <a:normAutofit/>
          </a:bodyPr>
          <a:lstStyle/>
          <a:p>
            <a:pPr algn="l">
              <a:defRPr sz="1050" b="0">
                <a:solidFill>
                  <a:srgbClr val="656961"/>
                </a:solidFill>
                <a:latin typeface="Aptos"/>
                <a:ea typeface="Aptos"/>
                <a:cs typeface="Aptos"/>
              </a:defRPr>
            </a:pPr>
            <a:r>
              <a:rPr sz="1050" b="0">
                <a:solidFill>
                  <a:srgbClr val="656961"/>
                </a:solidFill>
                <a:latin typeface="Aptos"/>
                <a:ea typeface="Aptos"/>
                <a:cs typeface="Aptos"/>
              </a:rPr>
              <a:t>F-Jugend</a:t>
            </a:r>
          </a:p>
        </p:txBody>
      </p:sp>
      <p:sp>
        <p:nvSpPr>
          <p:cNvPr id="18" name="Rechteck: abgerundete Ecken 17">
            <a:extLst>
              <a:ext uri="{FF2B5EF4-FFF2-40B4-BE49-F238E27FC236}">
                <a16:creationId xmlns:a16="http://schemas.microsoft.com/office/drawing/2014/main" id="{3FBF86B3-A673-4CD6-AD36-8CC37A2CB2FF}"/>
              </a:ext>
            </a:extLst>
          </p:cNvPr>
          <p:cNvSpPr>
            <a:spLocks noGrp="1"/>
          </p:cNvSpPr>
          <p:nvPr/>
        </p:nvSpPr>
        <p:spPr>
          <a:xfrm>
            <a:off x="4705350" y="3276600"/>
            <a:ext cx="2457450" cy="381000"/>
          </a:xfrm>
          <a:prstGeom prst="roundRect">
            <a:avLst>
              <a:gd name="adj" fmla="val 50000"/>
            </a:avLst>
          </a:prstGeom>
          <a:solidFill>
            <a:srgbClr val="FCFBF6"/>
          </a:solidFill>
          <a:ln w="9525">
            <a:solidFill>
              <a:srgbClr val="E5E7DF"/>
            </a:solidFill>
            <a:prstDash val="solid"/>
          </a:ln>
        </p:spPr>
      </p:sp>
      <p:sp>
        <p:nvSpPr>
          <p:cNvPr id="19" name="Rechteck 18">
            <a:extLst>
              <a:ext uri="{FF2B5EF4-FFF2-40B4-BE49-F238E27FC236}">
                <a16:creationId xmlns:a16="http://schemas.microsoft.com/office/drawing/2014/main" id="{4208E633-D7B0-4E07-97ED-229ABCFA8776}"/>
              </a:ext>
            </a:extLst>
          </p:cNvPr>
          <p:cNvSpPr>
            <a:spLocks noGrp="1"/>
          </p:cNvSpPr>
          <p:nvPr/>
        </p:nvSpPr>
        <p:spPr>
          <a:xfrm>
            <a:off x="4838700" y="3286125"/>
            <a:ext cx="2190750" cy="361950"/>
          </a:xfrm>
          <a:prstGeom prst="rect">
            <a:avLst/>
          </a:prstGeom>
          <a:noFill/>
          <a:ln w="0">
            <a:noFill/>
            <a:prstDash val="solid"/>
          </a:ln>
        </p:spPr>
        <p:txBody>
          <a:bodyPr lIns="0" tIns="0" rIns="0" bIns="0" anchor="ctr">
            <a:normAutofit/>
          </a:bodyPr>
          <a:lstStyle/>
          <a:p>
            <a:pPr algn="ctr">
              <a:defRPr sz="1200" b="0">
                <a:solidFill>
                  <a:srgbClr val="656961"/>
                </a:solidFill>
                <a:latin typeface="Aptos"/>
                <a:ea typeface="Aptos"/>
                <a:cs typeface="Aptos"/>
              </a:defRPr>
            </a:pPr>
            <a:r>
              <a:rPr sz="1200" b="0">
                <a:solidFill>
                  <a:srgbClr val="656961"/>
                </a:solidFill>
                <a:latin typeface="Aptos"/>
                <a:ea typeface="Aptos"/>
                <a:cs typeface="Aptos"/>
              </a:rPr>
              <a:t>1 Termin · alles erledigt</a:t>
            </a:r>
          </a:p>
        </p:txBody>
      </p:sp>
      <p:cxnSp>
        <p:nvCxnSpPr>
          <p:cNvPr id="52" name="Gerade Verbindung mit Pfeil 51"/>
          <p:cNvCxnSpPr/>
          <p:nvPr/>
        </p:nvCxnSpPr>
        <p:spPr>
          <a:xfrm>
            <a:off x="781050" y="4076700"/>
            <a:ext cx="6705600" cy="0"/>
          </a:xfrm>
          <a:prstGeom prst="straightConnector1">
            <a:avLst/>
          </a:prstGeom>
          <a:ln w="9525">
            <a:solidFill>
              <a:srgbClr val="E5E7DF"/>
            </a:solidFill>
            <a:prstDash val="solid"/>
          </a:ln>
        </p:spPr>
      </p:cxnSp>
      <p:sp>
        <p:nvSpPr>
          <p:cNvPr id="21" name="Ellipse 20">
            <a:extLst>
              <a:ext uri="{FF2B5EF4-FFF2-40B4-BE49-F238E27FC236}">
                <a16:creationId xmlns:a16="http://schemas.microsoft.com/office/drawing/2014/main" id="{E633E2DF-E298-4926-9831-808B902EDD4C}"/>
              </a:ext>
            </a:extLst>
          </p:cNvPr>
          <p:cNvSpPr>
            <a:spLocks noGrp="1"/>
          </p:cNvSpPr>
          <p:nvPr/>
        </p:nvSpPr>
        <p:spPr>
          <a:xfrm>
            <a:off x="819150" y="4191000"/>
            <a:ext cx="609600" cy="609600"/>
          </a:xfrm>
          <a:prstGeom prst="ellipse">
            <a:avLst/>
          </a:prstGeom>
          <a:solidFill>
            <a:srgbClr val="E4EFF5"/>
          </a:solidFill>
          <a:ln w="0">
            <a:noFill/>
            <a:prstDash val="solid"/>
          </a:ln>
        </p:spPr>
      </p:sp>
      <p:sp>
        <p:nvSpPr>
          <p:cNvPr id="22" name="Rechteck 21">
            <a:extLst>
              <a:ext uri="{FF2B5EF4-FFF2-40B4-BE49-F238E27FC236}">
                <a16:creationId xmlns:a16="http://schemas.microsoft.com/office/drawing/2014/main" id="{998D0C90-10D4-46FA-AE07-7FEE140D3ADB}"/>
              </a:ext>
            </a:extLst>
          </p:cNvPr>
          <p:cNvSpPr>
            <a:spLocks noGrp="1"/>
          </p:cNvSpPr>
          <p:nvPr/>
        </p:nvSpPr>
        <p:spPr>
          <a:xfrm>
            <a:off x="819150" y="4200525"/>
            <a:ext cx="609600" cy="590550"/>
          </a:xfrm>
          <a:prstGeom prst="rect">
            <a:avLst/>
          </a:prstGeom>
          <a:noFill/>
          <a:ln w="0">
            <a:noFill/>
            <a:prstDash val="solid"/>
          </a:ln>
        </p:spPr>
        <p:txBody>
          <a:bodyPr lIns="0" tIns="0" rIns="0" bIns="0" anchor="ctr">
            <a:normAutofit/>
          </a:bodyPr>
          <a:lstStyle/>
          <a:p>
            <a:pPr algn="ctr">
              <a:defRPr sz="1650" b="1">
                <a:solidFill>
                  <a:srgbClr val="121512"/>
                </a:solidFill>
                <a:latin typeface="Aptos Display"/>
                <a:ea typeface="Aptos Display"/>
                <a:cs typeface="Aptos Display"/>
              </a:defRPr>
            </a:pPr>
            <a:r>
              <a:rPr sz="1650" b="1">
                <a:solidFill>
                  <a:srgbClr val="121512"/>
                </a:solidFill>
                <a:latin typeface="Aptos Display"/>
                <a:ea typeface="Aptos Display"/>
                <a:cs typeface="Aptos Display"/>
              </a:rPr>
              <a:t>J</a:t>
            </a:r>
          </a:p>
        </p:txBody>
      </p:sp>
      <p:sp>
        <p:nvSpPr>
          <p:cNvPr id="23" name="Rechteck 22">
            <a:extLst>
              <a:ext uri="{FF2B5EF4-FFF2-40B4-BE49-F238E27FC236}">
                <a16:creationId xmlns:a16="http://schemas.microsoft.com/office/drawing/2014/main" id="{4C908E71-5FA6-45A8-AAD9-DA7D74EB0A2D}"/>
              </a:ext>
            </a:extLst>
          </p:cNvPr>
          <p:cNvSpPr>
            <a:spLocks noGrp="1"/>
          </p:cNvSpPr>
          <p:nvPr/>
        </p:nvSpPr>
        <p:spPr>
          <a:xfrm>
            <a:off x="1638300" y="4200525"/>
            <a:ext cx="2476500" cy="266700"/>
          </a:xfrm>
          <a:prstGeom prst="rect">
            <a:avLst/>
          </a:prstGeom>
          <a:noFill/>
          <a:ln w="0">
            <a:noFill/>
            <a:prstDash val="solid"/>
          </a:ln>
        </p:spPr>
        <p:txBody>
          <a:bodyPr lIns="0" tIns="0" rIns="0" bIns="0" anchor="t">
            <a:normAutofit/>
          </a:bodyPr>
          <a:lstStyle/>
          <a:p>
            <a:pPr algn="l">
              <a:defRPr sz="1575" b="1">
                <a:solidFill>
                  <a:srgbClr val="121512"/>
                </a:solidFill>
                <a:latin typeface="Aptos Display"/>
                <a:ea typeface="Aptos Display"/>
                <a:cs typeface="Aptos Display"/>
              </a:defRPr>
            </a:pPr>
            <a:r>
              <a:rPr sz="1575" b="1">
                <a:solidFill>
                  <a:srgbClr val="121512"/>
                </a:solidFill>
                <a:latin typeface="Aptos Display"/>
                <a:ea typeface="Aptos Display"/>
                <a:cs typeface="Aptos Display"/>
              </a:rPr>
              <a:t>Jonas</a:t>
            </a:r>
          </a:p>
        </p:txBody>
      </p:sp>
      <p:sp>
        <p:nvSpPr>
          <p:cNvPr id="24" name="Rechteck 23">
            <a:extLst>
              <a:ext uri="{FF2B5EF4-FFF2-40B4-BE49-F238E27FC236}">
                <a16:creationId xmlns:a16="http://schemas.microsoft.com/office/drawing/2014/main" id="{EE916828-D5F2-483B-ADF5-8DF02F0AD8CB}"/>
              </a:ext>
            </a:extLst>
          </p:cNvPr>
          <p:cNvSpPr>
            <a:spLocks noGrp="1"/>
          </p:cNvSpPr>
          <p:nvPr/>
        </p:nvSpPr>
        <p:spPr>
          <a:xfrm>
            <a:off x="1638300" y="4533900"/>
            <a:ext cx="2476500" cy="209550"/>
          </a:xfrm>
          <a:prstGeom prst="rect">
            <a:avLst/>
          </a:prstGeom>
          <a:noFill/>
          <a:ln w="0">
            <a:noFill/>
            <a:prstDash val="solid"/>
          </a:ln>
        </p:spPr>
        <p:txBody>
          <a:bodyPr lIns="0" tIns="0" rIns="0" bIns="0" anchor="t">
            <a:normAutofit/>
          </a:bodyPr>
          <a:lstStyle/>
          <a:p>
            <a:pPr algn="l">
              <a:defRPr sz="1050" b="0">
                <a:solidFill>
                  <a:srgbClr val="656961"/>
                </a:solidFill>
                <a:latin typeface="Aptos"/>
                <a:ea typeface="Aptos"/>
                <a:cs typeface="Aptos"/>
              </a:defRPr>
            </a:pPr>
            <a:r>
              <a:rPr sz="1050" b="0">
                <a:solidFill>
                  <a:srgbClr val="656961"/>
                </a:solidFill>
                <a:latin typeface="Aptos"/>
                <a:ea typeface="Aptos"/>
                <a:cs typeface="Aptos"/>
              </a:rPr>
              <a:t>G-Jugend</a:t>
            </a:r>
          </a:p>
        </p:txBody>
      </p:sp>
      <p:sp>
        <p:nvSpPr>
          <p:cNvPr id="25" name="Rechteck: abgerundete Ecken 24">
            <a:extLst>
              <a:ext uri="{FF2B5EF4-FFF2-40B4-BE49-F238E27FC236}">
                <a16:creationId xmlns:a16="http://schemas.microsoft.com/office/drawing/2014/main" id="{7F5606FC-2DDC-4F92-A68C-EC421970335F}"/>
              </a:ext>
            </a:extLst>
          </p:cNvPr>
          <p:cNvSpPr>
            <a:spLocks noGrp="1"/>
          </p:cNvSpPr>
          <p:nvPr/>
        </p:nvSpPr>
        <p:spPr>
          <a:xfrm>
            <a:off x="4705350" y="4305300"/>
            <a:ext cx="2457450" cy="381000"/>
          </a:xfrm>
          <a:prstGeom prst="roundRect">
            <a:avLst>
              <a:gd name="adj" fmla="val 50000"/>
            </a:avLst>
          </a:prstGeom>
          <a:solidFill>
            <a:srgbClr val="FCFBF6"/>
          </a:solidFill>
          <a:ln w="9525">
            <a:solidFill>
              <a:srgbClr val="E5E7DF"/>
            </a:solidFill>
            <a:prstDash val="solid"/>
          </a:ln>
        </p:spPr>
      </p:sp>
      <p:sp>
        <p:nvSpPr>
          <p:cNvPr id="26" name="Rechteck 25">
            <a:extLst>
              <a:ext uri="{FF2B5EF4-FFF2-40B4-BE49-F238E27FC236}">
                <a16:creationId xmlns:a16="http://schemas.microsoft.com/office/drawing/2014/main" id="{EA184A7D-C3CE-429E-B460-D96EB2F41595}"/>
              </a:ext>
            </a:extLst>
          </p:cNvPr>
          <p:cNvSpPr>
            <a:spLocks noGrp="1"/>
          </p:cNvSpPr>
          <p:nvPr/>
        </p:nvSpPr>
        <p:spPr>
          <a:xfrm>
            <a:off x="4838700" y="4314825"/>
            <a:ext cx="2190750" cy="361950"/>
          </a:xfrm>
          <a:prstGeom prst="rect">
            <a:avLst/>
          </a:prstGeom>
          <a:noFill/>
          <a:ln w="0">
            <a:noFill/>
            <a:prstDash val="solid"/>
          </a:ln>
        </p:spPr>
        <p:txBody>
          <a:bodyPr lIns="0" tIns="0" rIns="0" bIns="0" anchor="ctr">
            <a:normAutofit/>
          </a:bodyPr>
          <a:lstStyle/>
          <a:p>
            <a:pPr algn="ctr">
              <a:defRPr sz="1200" b="0">
                <a:solidFill>
                  <a:srgbClr val="656961"/>
                </a:solidFill>
                <a:latin typeface="Aptos"/>
                <a:ea typeface="Aptos"/>
                <a:cs typeface="Aptos"/>
              </a:defRPr>
            </a:pPr>
            <a:r>
              <a:rPr sz="1200" b="0">
                <a:solidFill>
                  <a:srgbClr val="656961"/>
                </a:solidFill>
                <a:latin typeface="Aptos"/>
                <a:ea typeface="Aptos"/>
                <a:cs typeface="Aptos"/>
              </a:rPr>
              <a:t>Kein neuer Hinweis</a:t>
            </a:r>
          </a:p>
        </p:txBody>
      </p:sp>
      <p:sp>
        <p:nvSpPr>
          <p:cNvPr id="27" name="Rechteck: abgerundete Ecken 26">
            <a:extLst>
              <a:ext uri="{FF2B5EF4-FFF2-40B4-BE49-F238E27FC236}">
                <a16:creationId xmlns:a16="http://schemas.microsoft.com/office/drawing/2014/main" id="{99CA3E45-DB83-496E-AA03-D08066C5A885}"/>
              </a:ext>
            </a:extLst>
          </p:cNvPr>
          <p:cNvSpPr>
            <a:spLocks noGrp="1"/>
          </p:cNvSpPr>
          <p:nvPr/>
        </p:nvSpPr>
        <p:spPr>
          <a:xfrm>
            <a:off x="8153400" y="1905000"/>
            <a:ext cx="3162300" cy="3648075"/>
          </a:xfrm>
          <a:prstGeom prst="roundRect">
            <a:avLst>
              <a:gd name="adj" fmla="val 7229"/>
            </a:avLst>
          </a:prstGeom>
          <a:solidFill>
            <a:srgbClr val="121512"/>
          </a:solidFill>
          <a:ln w="0">
            <a:noFill/>
            <a:prstDash val="solid"/>
          </a:ln>
        </p:spPr>
      </p:sp>
      <p:sp>
        <p:nvSpPr>
          <p:cNvPr id="28" name="Ellipse 27">
            <a:extLst>
              <a:ext uri="{FF2B5EF4-FFF2-40B4-BE49-F238E27FC236}">
                <a16:creationId xmlns:a16="http://schemas.microsoft.com/office/drawing/2014/main" id="{D8F4166D-0E30-4F61-9014-B9A3E609D00C}"/>
              </a:ext>
            </a:extLst>
          </p:cNvPr>
          <p:cNvSpPr>
            <a:spLocks noGrp="1"/>
          </p:cNvSpPr>
          <p:nvPr/>
        </p:nvSpPr>
        <p:spPr>
          <a:xfrm>
            <a:off x="9220200" y="2257425"/>
            <a:ext cx="1028700" cy="1028700"/>
          </a:xfrm>
          <a:prstGeom prst="ellipse">
            <a:avLst/>
          </a:prstGeom>
          <a:solidFill>
            <a:srgbClr val="FFE500"/>
          </a:solidFill>
          <a:ln w="0">
            <a:noFill/>
            <a:prstDash val="solid"/>
          </a:ln>
        </p:spPr>
      </p:sp>
      <p:sp>
        <p:nvSpPr>
          <p:cNvPr id="29" name="Rechteck 28">
            <a:extLst>
              <a:ext uri="{FF2B5EF4-FFF2-40B4-BE49-F238E27FC236}">
                <a16:creationId xmlns:a16="http://schemas.microsoft.com/office/drawing/2014/main" id="{CA5F3F09-1188-4CD2-987F-D0CE8ACE1898}"/>
              </a:ext>
            </a:extLst>
          </p:cNvPr>
          <p:cNvSpPr>
            <a:spLocks noGrp="1"/>
          </p:cNvSpPr>
          <p:nvPr/>
        </p:nvSpPr>
        <p:spPr>
          <a:xfrm>
            <a:off x="9220200" y="2266950"/>
            <a:ext cx="1028700" cy="1009650"/>
          </a:xfrm>
          <a:prstGeom prst="rect">
            <a:avLst/>
          </a:prstGeom>
          <a:noFill/>
          <a:ln w="0">
            <a:noFill/>
            <a:prstDash val="solid"/>
          </a:ln>
        </p:spPr>
        <p:txBody>
          <a:bodyPr lIns="0" tIns="0" rIns="0" bIns="0" anchor="ctr">
            <a:normAutofit/>
          </a:bodyPr>
          <a:lstStyle/>
          <a:p>
            <a:pPr algn="ctr">
              <a:defRPr sz="2850" b="1">
                <a:solidFill>
                  <a:srgbClr val="121512"/>
                </a:solidFill>
                <a:latin typeface="Aptos Display"/>
                <a:ea typeface="Aptos Display"/>
                <a:cs typeface="Aptos Display"/>
              </a:defRPr>
            </a:pPr>
            <a:r>
              <a:rPr sz="2850" b="1">
                <a:solidFill>
                  <a:srgbClr val="121512"/>
                </a:solidFill>
                <a:latin typeface="Aptos Display"/>
                <a:ea typeface="Aptos Display"/>
                <a:cs typeface="Aptos Display"/>
              </a:rPr>
              <a:t>✓</a:t>
            </a:r>
          </a:p>
        </p:txBody>
      </p:sp>
      <p:sp>
        <p:nvSpPr>
          <p:cNvPr id="30" name="Rechteck 29">
            <a:extLst>
              <a:ext uri="{FF2B5EF4-FFF2-40B4-BE49-F238E27FC236}">
                <a16:creationId xmlns:a16="http://schemas.microsoft.com/office/drawing/2014/main" id="{CDA1D848-E31D-4AED-9A88-F8F1BF2E74C6}"/>
              </a:ext>
            </a:extLst>
          </p:cNvPr>
          <p:cNvSpPr>
            <a:spLocks noGrp="1"/>
          </p:cNvSpPr>
          <p:nvPr/>
        </p:nvSpPr>
        <p:spPr>
          <a:xfrm>
            <a:off x="8524875" y="3543300"/>
            <a:ext cx="2419350" cy="333375"/>
          </a:xfrm>
          <a:prstGeom prst="rect">
            <a:avLst/>
          </a:prstGeom>
          <a:noFill/>
          <a:ln w="0">
            <a:noFill/>
            <a:prstDash val="solid"/>
          </a:ln>
        </p:spPr>
        <p:txBody>
          <a:bodyPr lIns="0" tIns="0" rIns="0" bIns="0" anchor="t">
            <a:normAutofit/>
          </a:bodyPr>
          <a:lstStyle/>
          <a:p>
            <a:pPr algn="ctr">
              <a:defRPr sz="1875" b="1">
                <a:solidFill>
                  <a:srgbClr val="FFFFFF"/>
                </a:solidFill>
                <a:latin typeface="Aptos Display"/>
                <a:ea typeface="Aptos Display"/>
                <a:cs typeface="Aptos Display"/>
              </a:defRPr>
            </a:pPr>
            <a:r>
              <a:rPr sz="1875" b="1">
                <a:solidFill>
                  <a:srgbClr val="FFFFFF"/>
                </a:solidFill>
                <a:latin typeface="Aptos Display"/>
                <a:ea typeface="Aptos Display"/>
                <a:cs typeface="Aptos Display"/>
              </a:rPr>
              <a:t>Privat bleibt privat</a:t>
            </a:r>
          </a:p>
        </p:txBody>
      </p:sp>
      <p:sp>
        <p:nvSpPr>
          <p:cNvPr id="31" name="Rechteck 30">
            <a:extLst>
              <a:ext uri="{FF2B5EF4-FFF2-40B4-BE49-F238E27FC236}">
                <a16:creationId xmlns:a16="http://schemas.microsoft.com/office/drawing/2014/main" id="{17560146-43B6-470D-B160-757A8D6AB706}"/>
              </a:ext>
            </a:extLst>
          </p:cNvPr>
          <p:cNvSpPr>
            <a:spLocks noGrp="1"/>
          </p:cNvSpPr>
          <p:nvPr/>
        </p:nvSpPr>
        <p:spPr>
          <a:xfrm>
            <a:off x="8572500" y="4105275"/>
            <a:ext cx="2324100" cy="876300"/>
          </a:xfrm>
          <a:prstGeom prst="rect">
            <a:avLst/>
          </a:prstGeom>
          <a:noFill/>
          <a:ln w="0">
            <a:noFill/>
            <a:prstDash val="solid"/>
          </a:ln>
        </p:spPr>
        <p:txBody>
          <a:bodyPr lIns="0" tIns="0" rIns="0" bIns="0" anchor="t">
            <a:normAutofit/>
          </a:bodyPr>
          <a:lstStyle/>
          <a:p>
            <a:pPr algn="ctr">
              <a:defRPr sz="1275" b="0">
                <a:solidFill>
                  <a:srgbClr val="D7D9D2"/>
                </a:solidFill>
                <a:latin typeface="Aptos"/>
                <a:ea typeface="Aptos"/>
                <a:cs typeface="Aptos"/>
              </a:defRPr>
            </a:pPr>
            <a:r>
              <a:rPr sz="1275" b="0">
                <a:solidFill>
                  <a:srgbClr val="D7D9D2"/>
                </a:solidFill>
                <a:latin typeface="Aptos"/>
                <a:ea typeface="Aptos"/>
                <a:cs typeface="Aptos"/>
              </a:rPr>
              <a:t>Du siehst nur deine verknüpften Kinder. Interne Trainerbeobachtungen bleiben verborgen.</a:t>
            </a:r>
          </a:p>
        </p:txBody>
      </p:sp>
      <p:sp>
        <p:nvSpPr>
          <p:cNvPr id="32" name="Rechteck 31">
            <a:extLst>
              <a:ext uri="{FF2B5EF4-FFF2-40B4-BE49-F238E27FC236}">
                <a16:creationId xmlns:a16="http://schemas.microsoft.com/office/drawing/2014/main" id="{DD37F083-2B2B-4D6D-B3D7-86FF2E9574A5}"/>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20949105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31" name="Rechteck 30">
            <a:extLst>
              <a:ext uri="{FF2B5EF4-FFF2-40B4-BE49-F238E27FC236}">
                <a16:creationId xmlns:a16="http://schemas.microsoft.com/office/drawing/2014/main" id="{6E0D1F2C-37EC-4440-BBE2-46BBFA540BD0}"/>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RÜCKMELDUNGEN</a:t>
            </a:r>
          </a:p>
        </p:txBody>
      </p:sp>
      <p:sp>
        <p:nvSpPr>
          <p:cNvPr id="2" name="Rechteck 1">
            <a:extLst>
              <a:ext uri="{FF2B5EF4-FFF2-40B4-BE49-F238E27FC236}">
                <a16:creationId xmlns:a16="http://schemas.microsoft.com/office/drawing/2014/main" id="{7B6FD99B-8827-4FA6-A80F-D89940660A5A}"/>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Eine klare Antwort – jederzeit anpassbar</a:t>
            </a:r>
          </a:p>
        </p:txBody>
      </p:sp>
      <p:sp>
        <p:nvSpPr>
          <p:cNvPr id="3" name="Rechteck: abgerundete Ecken 2">
            <a:extLst>
              <a:ext uri="{FF2B5EF4-FFF2-40B4-BE49-F238E27FC236}">
                <a16:creationId xmlns:a16="http://schemas.microsoft.com/office/drawing/2014/main" id="{FC580121-5929-4029-B510-0D5CD88A0384}"/>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3C99ACF3-553F-4FFE-8EC1-C470AF8A1C84}"/>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6</a:t>
            </a:r>
          </a:p>
        </p:txBody>
      </p:sp>
      <p:sp>
        <p:nvSpPr>
          <p:cNvPr id="5" name="Rechteck 4">
            <a:extLst>
              <a:ext uri="{FF2B5EF4-FFF2-40B4-BE49-F238E27FC236}">
                <a16:creationId xmlns:a16="http://schemas.microsoft.com/office/drawing/2014/main" id="{6D6D89E5-D549-4776-88D4-D85800E54DB0}"/>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Vorausgewählt ist eine Woche; 2 Wochen, 4 Wochen oder alle kommenden Termine sind wählbar.</a:t>
            </a:r>
          </a:p>
        </p:txBody>
      </p:sp>
      <p:sp>
        <p:nvSpPr>
          <p:cNvPr id="6" name="Rechteck: abgerundete Ecken 5">
            <a:extLst>
              <a:ext uri="{FF2B5EF4-FFF2-40B4-BE49-F238E27FC236}">
                <a16:creationId xmlns:a16="http://schemas.microsoft.com/office/drawing/2014/main" id="{2EA17A01-E50D-458F-8A49-00EA77148036}"/>
              </a:ext>
            </a:extLst>
          </p:cNvPr>
          <p:cNvSpPr>
            <a:spLocks noGrp="1"/>
          </p:cNvSpPr>
          <p:nvPr/>
        </p:nvSpPr>
        <p:spPr>
          <a:xfrm>
            <a:off x="533400" y="1952625"/>
            <a:ext cx="11125200" cy="1162050"/>
          </a:xfrm>
          <a:prstGeom prst="roundRect">
            <a:avLst>
              <a:gd name="adj" fmla="val 19672"/>
            </a:avLst>
          </a:prstGeom>
          <a:solidFill>
            <a:srgbClr val="121512"/>
          </a:solidFill>
          <a:ln w="0">
            <a:noFill/>
            <a:prstDash val="solid"/>
          </a:ln>
        </p:spPr>
      </p:sp>
      <p:sp>
        <p:nvSpPr>
          <p:cNvPr id="7" name="Rechteck 6">
            <a:extLst>
              <a:ext uri="{FF2B5EF4-FFF2-40B4-BE49-F238E27FC236}">
                <a16:creationId xmlns:a16="http://schemas.microsoft.com/office/drawing/2014/main" id="{FDB45264-9E3D-4C2D-80D8-268BD0C0FE43}"/>
              </a:ext>
            </a:extLst>
          </p:cNvPr>
          <p:cNvSpPr>
            <a:spLocks noGrp="1"/>
          </p:cNvSpPr>
          <p:nvPr/>
        </p:nvSpPr>
        <p:spPr>
          <a:xfrm>
            <a:off x="819150" y="2181225"/>
            <a:ext cx="3238500" cy="228600"/>
          </a:xfrm>
          <a:prstGeom prst="rect">
            <a:avLst/>
          </a:prstGeom>
          <a:noFill/>
          <a:ln w="0">
            <a:noFill/>
            <a:prstDash val="solid"/>
          </a:ln>
        </p:spPr>
        <p:txBody>
          <a:bodyPr lIns="0" tIns="0" rIns="0" bIns="0" anchor="t">
            <a:normAutofit/>
          </a:bodyPr>
          <a:lstStyle/>
          <a:p>
            <a:pPr algn="l">
              <a:defRPr sz="1200" b="1">
                <a:solidFill>
                  <a:srgbClr val="FFE500"/>
                </a:solidFill>
                <a:latin typeface="Aptos Display"/>
                <a:ea typeface="Aptos Display"/>
                <a:cs typeface="Aptos Display"/>
              </a:defRPr>
            </a:pPr>
            <a:r>
              <a:rPr sz="1200" b="1">
                <a:solidFill>
                  <a:srgbClr val="FFE500"/>
                </a:solidFill>
                <a:latin typeface="Aptos Display"/>
                <a:ea typeface="Aptos Display"/>
                <a:cs typeface="Aptos Display"/>
              </a:rPr>
              <a:t>Samstag · 10:30 Uhr</a:t>
            </a:r>
          </a:p>
        </p:txBody>
      </p:sp>
      <p:sp>
        <p:nvSpPr>
          <p:cNvPr id="8" name="Rechteck 7">
            <a:extLst>
              <a:ext uri="{FF2B5EF4-FFF2-40B4-BE49-F238E27FC236}">
                <a16:creationId xmlns:a16="http://schemas.microsoft.com/office/drawing/2014/main" id="{919AC9A6-09AD-4BF5-8FDD-90E2D71675AD}"/>
              </a:ext>
            </a:extLst>
          </p:cNvPr>
          <p:cNvSpPr>
            <a:spLocks noGrp="1"/>
          </p:cNvSpPr>
          <p:nvPr/>
        </p:nvSpPr>
        <p:spPr>
          <a:xfrm>
            <a:off x="819150" y="2505075"/>
            <a:ext cx="4191000" cy="361950"/>
          </a:xfrm>
          <a:prstGeom prst="rect">
            <a:avLst/>
          </a:prstGeom>
          <a:noFill/>
          <a:ln w="0">
            <a:noFill/>
            <a:prstDash val="solid"/>
          </a:ln>
        </p:spPr>
        <p:txBody>
          <a:bodyPr lIns="0" tIns="0" rIns="0" bIns="0" anchor="t">
            <a:normAutofit/>
          </a:bodyPr>
          <a:lstStyle/>
          <a:p>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Training E1</a:t>
            </a:r>
          </a:p>
        </p:txBody>
      </p:sp>
      <p:sp>
        <p:nvSpPr>
          <p:cNvPr id="9" name="Rechteck 8">
            <a:extLst>
              <a:ext uri="{FF2B5EF4-FFF2-40B4-BE49-F238E27FC236}">
                <a16:creationId xmlns:a16="http://schemas.microsoft.com/office/drawing/2014/main" id="{DAF2F255-A592-4A1C-B255-DF03CB0474CB}"/>
              </a:ext>
            </a:extLst>
          </p:cNvPr>
          <p:cNvSpPr>
            <a:spLocks noGrp="1"/>
          </p:cNvSpPr>
          <p:nvPr/>
        </p:nvSpPr>
        <p:spPr>
          <a:xfrm>
            <a:off x="5581650" y="2390775"/>
            <a:ext cx="5505450" cy="247650"/>
          </a:xfrm>
          <a:prstGeom prst="rect">
            <a:avLst/>
          </a:prstGeom>
          <a:noFill/>
          <a:ln w="0">
            <a:noFill/>
            <a:prstDash val="solid"/>
          </a:ln>
        </p:spPr>
        <p:txBody>
          <a:bodyPr lIns="0" tIns="0" rIns="0" bIns="0" anchor="t">
            <a:normAutofit/>
          </a:bodyPr>
          <a:lstStyle/>
          <a:p>
            <a:pPr algn="r">
              <a:defRPr sz="1275" b="0">
                <a:solidFill>
                  <a:srgbClr val="D7D9D2"/>
                </a:solidFill>
                <a:latin typeface="Aptos"/>
                <a:ea typeface="Aptos"/>
                <a:cs typeface="Aptos"/>
              </a:defRPr>
            </a:pPr>
            <a:r>
              <a:rPr sz="1275" b="0">
                <a:solidFill>
                  <a:srgbClr val="D7D9D2"/>
                </a:solidFill>
                <a:latin typeface="Aptos"/>
                <a:ea typeface="Aptos"/>
                <a:cs typeface="Aptos"/>
              </a:rPr>
              <a:t>10:30–11:45 Uhr · Sportplatz Teugn</a:t>
            </a:r>
          </a:p>
        </p:txBody>
      </p:sp>
      <p:sp>
        <p:nvSpPr>
          <p:cNvPr id="10" name="Rechteck: abgerundete Ecken 9">
            <a:extLst>
              <a:ext uri="{FF2B5EF4-FFF2-40B4-BE49-F238E27FC236}">
                <a16:creationId xmlns:a16="http://schemas.microsoft.com/office/drawing/2014/main" id="{5E40AD84-2F21-4EF7-BB19-B466BBA07547}"/>
              </a:ext>
            </a:extLst>
          </p:cNvPr>
          <p:cNvSpPr>
            <a:spLocks noGrp="1"/>
          </p:cNvSpPr>
          <p:nvPr/>
        </p:nvSpPr>
        <p:spPr>
          <a:xfrm>
            <a:off x="533400" y="3448050"/>
            <a:ext cx="3543300" cy="1485900"/>
          </a:xfrm>
          <a:prstGeom prst="roundRect">
            <a:avLst>
              <a:gd name="adj" fmla="val 15385"/>
            </a:avLst>
          </a:prstGeom>
          <a:solidFill>
            <a:srgbClr val="11875F"/>
          </a:solidFill>
          <a:ln w="0">
            <a:noFill/>
            <a:prstDash val="solid"/>
          </a:ln>
        </p:spPr>
      </p:sp>
      <p:sp>
        <p:nvSpPr>
          <p:cNvPr id="11" name="Ellipse 10">
            <a:extLst>
              <a:ext uri="{FF2B5EF4-FFF2-40B4-BE49-F238E27FC236}">
                <a16:creationId xmlns:a16="http://schemas.microsoft.com/office/drawing/2014/main" id="{FAA42A20-3722-494E-991F-B151B1391047}"/>
              </a:ext>
            </a:extLst>
          </p:cNvPr>
          <p:cNvSpPr>
            <a:spLocks noGrp="1"/>
          </p:cNvSpPr>
          <p:nvPr/>
        </p:nvSpPr>
        <p:spPr>
          <a:xfrm>
            <a:off x="781050" y="3714750"/>
            <a:ext cx="438150" cy="438150"/>
          </a:xfrm>
          <a:prstGeom prst="ellipse">
            <a:avLst/>
          </a:prstGeom>
          <a:solidFill>
            <a:srgbClr val="FFFFFF">
              <a:alpha val="14510"/>
            </a:srgbClr>
          </a:solidFill>
          <a:ln w="0">
            <a:noFill/>
            <a:prstDash val="solid"/>
          </a:ln>
        </p:spPr>
      </p:sp>
      <p:sp>
        <p:nvSpPr>
          <p:cNvPr id="12" name="Rechteck 11">
            <a:extLst>
              <a:ext uri="{FF2B5EF4-FFF2-40B4-BE49-F238E27FC236}">
                <a16:creationId xmlns:a16="http://schemas.microsoft.com/office/drawing/2014/main" id="{096BB8C9-ABFC-445D-81B5-C8F3E5058D97}"/>
              </a:ext>
            </a:extLst>
          </p:cNvPr>
          <p:cNvSpPr>
            <a:spLocks noGrp="1"/>
          </p:cNvSpPr>
          <p:nvPr/>
        </p:nvSpPr>
        <p:spPr>
          <a:xfrm>
            <a:off x="781050" y="3724275"/>
            <a:ext cx="438150" cy="419100"/>
          </a:xfrm>
          <a:prstGeom prst="rect">
            <a:avLst/>
          </a:prstGeom>
          <a:noFill/>
          <a:ln w="0">
            <a:noFill/>
            <a:prstDash val="solid"/>
          </a:ln>
        </p:spPr>
        <p:txBody>
          <a:bodyPr lIns="0" tIns="0" rIns="0" bIns="0" anchor="ctr">
            <a:normAutofit/>
          </a:bodyPr>
          <a:lstStyle/>
          <a:p>
            <a:pPr algn="ctr">
              <a:defRPr sz="1575" b="1">
                <a:solidFill>
                  <a:srgbClr val="FFFFFF"/>
                </a:solidFill>
                <a:latin typeface="Aptos Display"/>
                <a:ea typeface="Aptos Display"/>
                <a:cs typeface="Aptos Display"/>
              </a:defRPr>
            </a:pPr>
            <a:r>
              <a:rPr sz="1575" b="1">
                <a:solidFill>
                  <a:srgbClr val="FFFFFF"/>
                </a:solidFill>
                <a:latin typeface="Aptos Display"/>
                <a:ea typeface="Aptos Display"/>
                <a:cs typeface="Aptos Display"/>
              </a:rPr>
              <a:t>✓</a:t>
            </a:r>
          </a:p>
        </p:txBody>
      </p:sp>
      <p:sp>
        <p:nvSpPr>
          <p:cNvPr id="13" name="Rechteck 12">
            <a:extLst>
              <a:ext uri="{FF2B5EF4-FFF2-40B4-BE49-F238E27FC236}">
                <a16:creationId xmlns:a16="http://schemas.microsoft.com/office/drawing/2014/main" id="{3B49F316-D8A8-4697-922E-98E99CEDB609}"/>
              </a:ext>
            </a:extLst>
          </p:cNvPr>
          <p:cNvSpPr>
            <a:spLocks noGrp="1"/>
          </p:cNvSpPr>
          <p:nvPr/>
        </p:nvSpPr>
        <p:spPr>
          <a:xfrm>
            <a:off x="1409700" y="3676650"/>
            <a:ext cx="2333625" cy="285750"/>
          </a:xfrm>
          <a:prstGeom prst="rect">
            <a:avLst/>
          </a:prstGeom>
          <a:noFill/>
          <a:ln w="0">
            <a:noFill/>
            <a:prstDash val="solid"/>
          </a:ln>
        </p:spPr>
        <p:txBody>
          <a:bodyPr lIns="0" tIns="0" rIns="0" bIns="0" anchor="t">
            <a:normAutofit/>
          </a:bodyPr>
          <a:lstStyle/>
          <a:p>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ZUSAGEN</a:t>
            </a:r>
          </a:p>
        </p:txBody>
      </p:sp>
      <p:sp>
        <p:nvSpPr>
          <p:cNvPr id="14" name="Rechteck 13">
            <a:extLst>
              <a:ext uri="{FF2B5EF4-FFF2-40B4-BE49-F238E27FC236}">
                <a16:creationId xmlns:a16="http://schemas.microsoft.com/office/drawing/2014/main" id="{98DDDC0B-9888-4772-85B0-F56184025CC6}"/>
              </a:ext>
            </a:extLst>
          </p:cNvPr>
          <p:cNvSpPr>
            <a:spLocks noGrp="1"/>
          </p:cNvSpPr>
          <p:nvPr/>
        </p:nvSpPr>
        <p:spPr>
          <a:xfrm>
            <a:off x="1409700" y="4076700"/>
            <a:ext cx="2333625" cy="238125"/>
          </a:xfrm>
          <a:prstGeom prst="rect">
            <a:avLst/>
          </a:prstGeom>
          <a:noFill/>
          <a:ln w="0">
            <a:noFill/>
            <a:prstDash val="solid"/>
          </a:ln>
        </p:spPr>
        <p:txBody>
          <a:bodyPr lIns="0" tIns="0" rIns="0" bIns="0" anchor="t">
            <a:normAutofit/>
          </a:bodyPr>
          <a:lstStyle/>
          <a:p>
            <a:pPr algn="l">
              <a:defRPr sz="1200" b="0">
                <a:solidFill>
                  <a:srgbClr val="FFFFFF"/>
                </a:solidFill>
                <a:latin typeface="Aptos"/>
                <a:ea typeface="Aptos"/>
                <a:cs typeface="Aptos"/>
              </a:defRPr>
            </a:pPr>
            <a:r>
              <a:rPr sz="1200" b="0">
                <a:solidFill>
                  <a:srgbClr val="FFFFFF"/>
                </a:solidFill>
                <a:latin typeface="Aptos"/>
                <a:ea typeface="Aptos"/>
                <a:cs typeface="Aptos"/>
              </a:rPr>
              <a:t>Wir sind dabei</a:t>
            </a:r>
          </a:p>
        </p:txBody>
      </p:sp>
      <p:sp>
        <p:nvSpPr>
          <p:cNvPr id="15" name="Rechteck 14">
            <a:extLst>
              <a:ext uri="{FF2B5EF4-FFF2-40B4-BE49-F238E27FC236}">
                <a16:creationId xmlns:a16="http://schemas.microsoft.com/office/drawing/2014/main" id="{B23F5FA3-18C1-4281-AA6B-09D1FB4074BF}"/>
              </a:ext>
            </a:extLst>
          </p:cNvPr>
          <p:cNvSpPr>
            <a:spLocks noGrp="1"/>
          </p:cNvSpPr>
          <p:nvPr/>
        </p:nvSpPr>
        <p:spPr>
          <a:xfrm>
            <a:off x="781050" y="4552950"/>
            <a:ext cx="3048000" cy="190500"/>
          </a:xfrm>
          <a:prstGeom prst="rect">
            <a:avLst/>
          </a:prstGeom>
          <a:noFill/>
          <a:ln w="0">
            <a:noFill/>
            <a:prstDash val="solid"/>
          </a:ln>
        </p:spPr>
        <p:txBody>
          <a:bodyPr lIns="0" tIns="0" rIns="0" bIns="0" anchor="t">
            <a:normAutofit/>
          </a:bodyPr>
          <a:lstStyle/>
          <a:p>
            <a:pPr algn="ctr">
              <a:defRPr sz="938" b="1">
                <a:solidFill>
                  <a:srgbClr val="FFFFFF"/>
                </a:solidFill>
                <a:latin typeface="Aptos Display"/>
                <a:ea typeface="Aptos Display"/>
                <a:cs typeface="Aptos Display"/>
              </a:defRPr>
            </a:pPr>
            <a:r>
              <a:rPr sz="938" b="1">
                <a:solidFill>
                  <a:srgbClr val="FFFFFF"/>
                </a:solidFill>
                <a:latin typeface="Aptos Display"/>
                <a:ea typeface="Aptos Display"/>
                <a:cs typeface="Aptos Display"/>
              </a:rPr>
              <a:t>Später änderbar</a:t>
            </a:r>
          </a:p>
        </p:txBody>
      </p:sp>
      <p:sp>
        <p:nvSpPr>
          <p:cNvPr id="16" name="Rechteck: abgerundete Ecken 15">
            <a:extLst>
              <a:ext uri="{FF2B5EF4-FFF2-40B4-BE49-F238E27FC236}">
                <a16:creationId xmlns:a16="http://schemas.microsoft.com/office/drawing/2014/main" id="{307F085E-94A3-4929-BD10-35F0E4F5157E}"/>
              </a:ext>
            </a:extLst>
          </p:cNvPr>
          <p:cNvSpPr>
            <a:spLocks noGrp="1"/>
          </p:cNvSpPr>
          <p:nvPr/>
        </p:nvSpPr>
        <p:spPr>
          <a:xfrm>
            <a:off x="4314825" y="3448050"/>
            <a:ext cx="3543300" cy="1485900"/>
          </a:xfrm>
          <a:prstGeom prst="roundRect">
            <a:avLst>
              <a:gd name="adj" fmla="val 15385"/>
            </a:avLst>
          </a:prstGeom>
          <a:solidFill>
            <a:srgbClr val="FFE500"/>
          </a:solidFill>
          <a:ln w="0">
            <a:noFill/>
            <a:prstDash val="solid"/>
          </a:ln>
        </p:spPr>
      </p:sp>
      <p:sp>
        <p:nvSpPr>
          <p:cNvPr id="17" name="Ellipse 16">
            <a:extLst>
              <a:ext uri="{FF2B5EF4-FFF2-40B4-BE49-F238E27FC236}">
                <a16:creationId xmlns:a16="http://schemas.microsoft.com/office/drawing/2014/main" id="{4E6650AA-701F-4986-B9D1-E5CB029033F7}"/>
              </a:ext>
            </a:extLst>
          </p:cNvPr>
          <p:cNvSpPr>
            <a:spLocks noGrp="1"/>
          </p:cNvSpPr>
          <p:nvPr/>
        </p:nvSpPr>
        <p:spPr>
          <a:xfrm>
            <a:off x="4562475" y="3714750"/>
            <a:ext cx="438150" cy="438150"/>
          </a:xfrm>
          <a:prstGeom prst="ellipse">
            <a:avLst/>
          </a:prstGeom>
          <a:solidFill>
            <a:srgbClr val="FFFFFF"/>
          </a:solidFill>
          <a:ln w="0">
            <a:noFill/>
            <a:prstDash val="solid"/>
          </a:ln>
        </p:spPr>
      </p:sp>
      <p:sp>
        <p:nvSpPr>
          <p:cNvPr id="18" name="Rechteck 17">
            <a:extLst>
              <a:ext uri="{FF2B5EF4-FFF2-40B4-BE49-F238E27FC236}">
                <a16:creationId xmlns:a16="http://schemas.microsoft.com/office/drawing/2014/main" id="{232EEE75-D2A9-47DA-BFFF-1E13088280B6}"/>
              </a:ext>
            </a:extLst>
          </p:cNvPr>
          <p:cNvSpPr>
            <a:spLocks noGrp="1"/>
          </p:cNvSpPr>
          <p:nvPr/>
        </p:nvSpPr>
        <p:spPr>
          <a:xfrm>
            <a:off x="4562475" y="3724275"/>
            <a:ext cx="438150" cy="419100"/>
          </a:xfrm>
          <a:prstGeom prst="rect">
            <a:avLst/>
          </a:prstGeom>
          <a:noFill/>
          <a:ln w="0">
            <a:noFill/>
            <a:prstDash val="solid"/>
          </a:ln>
        </p:spPr>
        <p:txBody>
          <a:bodyPr lIns="0" tIns="0" rIns="0" bIns="0" anchor="ctr">
            <a:normAutofit/>
          </a:bodyPr>
          <a:lstStyle/>
          <a:p>
            <a:pPr algn="ctr">
              <a:defRPr sz="1575" b="1">
                <a:solidFill>
                  <a:srgbClr val="121512"/>
                </a:solidFill>
                <a:latin typeface="Aptos Display"/>
                <a:ea typeface="Aptos Display"/>
                <a:cs typeface="Aptos Display"/>
              </a:defRPr>
            </a:pPr>
            <a:r>
              <a:rPr sz="1575" b="1">
                <a:solidFill>
                  <a:srgbClr val="121512"/>
                </a:solidFill>
                <a:latin typeface="Aptos Display"/>
                <a:ea typeface="Aptos Display"/>
                <a:cs typeface="Aptos Display"/>
              </a:rPr>
              <a:t>?</a:t>
            </a:r>
          </a:p>
        </p:txBody>
      </p:sp>
      <p:sp>
        <p:nvSpPr>
          <p:cNvPr id="19" name="Rechteck 18">
            <a:extLst>
              <a:ext uri="{FF2B5EF4-FFF2-40B4-BE49-F238E27FC236}">
                <a16:creationId xmlns:a16="http://schemas.microsoft.com/office/drawing/2014/main" id="{322FB4C3-7FEA-451D-B9C9-D67F5EDB3630}"/>
              </a:ext>
            </a:extLst>
          </p:cNvPr>
          <p:cNvSpPr>
            <a:spLocks noGrp="1"/>
          </p:cNvSpPr>
          <p:nvPr/>
        </p:nvSpPr>
        <p:spPr>
          <a:xfrm>
            <a:off x="5191125" y="3676650"/>
            <a:ext cx="2333625" cy="285750"/>
          </a:xfrm>
          <a:prstGeom prst="rect">
            <a:avLst/>
          </a:prstGeom>
          <a:noFill/>
          <a:ln w="0">
            <a:noFill/>
            <a:prstDash val="solid"/>
          </a:ln>
        </p:spPr>
        <p:txBody>
          <a:bodyPr lIns="0" tIns="0" rIns="0" bIns="0" anchor="t">
            <a:normAutofit/>
          </a:bodyPr>
          <a:lstStyle/>
          <a:p>
            <a:pPr algn="l">
              <a:defRPr sz="1650" b="1">
                <a:solidFill>
                  <a:srgbClr val="121512"/>
                </a:solidFill>
                <a:latin typeface="Aptos Display"/>
                <a:ea typeface="Aptos Display"/>
                <a:cs typeface="Aptos Display"/>
              </a:defRPr>
            </a:pPr>
            <a:r>
              <a:rPr sz="1650" b="1">
                <a:solidFill>
                  <a:srgbClr val="121512"/>
                </a:solidFill>
                <a:latin typeface="Aptos Display"/>
                <a:ea typeface="Aptos Display"/>
                <a:cs typeface="Aptos Display"/>
              </a:rPr>
              <a:t>VIELLEICHT</a:t>
            </a:r>
          </a:p>
        </p:txBody>
      </p:sp>
      <p:sp>
        <p:nvSpPr>
          <p:cNvPr id="20" name="Rechteck 19">
            <a:extLst>
              <a:ext uri="{FF2B5EF4-FFF2-40B4-BE49-F238E27FC236}">
                <a16:creationId xmlns:a16="http://schemas.microsoft.com/office/drawing/2014/main" id="{AC3CB300-6B0C-45D1-875C-1866DA8158A3}"/>
              </a:ext>
            </a:extLst>
          </p:cNvPr>
          <p:cNvSpPr>
            <a:spLocks noGrp="1"/>
          </p:cNvSpPr>
          <p:nvPr/>
        </p:nvSpPr>
        <p:spPr>
          <a:xfrm>
            <a:off x="5191125" y="4076700"/>
            <a:ext cx="2333625" cy="238125"/>
          </a:xfrm>
          <a:prstGeom prst="rect">
            <a:avLst/>
          </a:prstGeom>
          <a:noFill/>
          <a:ln w="0">
            <a:noFill/>
            <a:prstDash val="solid"/>
          </a:ln>
        </p:spPr>
        <p:txBody>
          <a:bodyPr lIns="0" tIns="0" rIns="0" bIns="0" anchor="t">
            <a:normAutofit/>
          </a:bodyPr>
          <a:lstStyle/>
          <a:p>
            <a:pPr algn="l">
              <a:defRPr sz="1200" b="0">
                <a:solidFill>
                  <a:srgbClr val="121512"/>
                </a:solidFill>
                <a:latin typeface="Aptos"/>
                <a:ea typeface="Aptos"/>
                <a:cs typeface="Aptos"/>
              </a:defRPr>
            </a:pPr>
            <a:r>
              <a:rPr sz="1200" b="0">
                <a:solidFill>
                  <a:srgbClr val="121512"/>
                </a:solidFill>
                <a:latin typeface="Aptos"/>
                <a:ea typeface="Aptos"/>
                <a:cs typeface="Aptos"/>
              </a:rPr>
              <a:t>Noch nicht sicher</a:t>
            </a:r>
          </a:p>
        </p:txBody>
      </p:sp>
      <p:sp>
        <p:nvSpPr>
          <p:cNvPr id="21" name="Rechteck 20">
            <a:extLst>
              <a:ext uri="{FF2B5EF4-FFF2-40B4-BE49-F238E27FC236}">
                <a16:creationId xmlns:a16="http://schemas.microsoft.com/office/drawing/2014/main" id="{D8F4C1BB-EE84-4C7E-B653-32142E83B002}"/>
              </a:ext>
            </a:extLst>
          </p:cNvPr>
          <p:cNvSpPr>
            <a:spLocks noGrp="1"/>
          </p:cNvSpPr>
          <p:nvPr/>
        </p:nvSpPr>
        <p:spPr>
          <a:xfrm>
            <a:off x="4562475" y="4552950"/>
            <a:ext cx="3048000" cy="190500"/>
          </a:xfrm>
          <a:prstGeom prst="rect">
            <a:avLst/>
          </a:prstGeom>
          <a:noFill/>
          <a:ln w="0">
            <a:noFill/>
            <a:prstDash val="solid"/>
          </a:ln>
        </p:spPr>
        <p:txBody>
          <a:bodyPr lIns="0" tIns="0" rIns="0" bIns="0" anchor="t">
            <a:normAutofit/>
          </a:bodyPr>
          <a:lstStyle/>
          <a:p>
            <a:pPr algn="ctr">
              <a:defRPr sz="938" b="1">
                <a:solidFill>
                  <a:srgbClr val="121512"/>
                </a:solidFill>
                <a:latin typeface="Aptos Display"/>
                <a:ea typeface="Aptos Display"/>
                <a:cs typeface="Aptos Display"/>
              </a:defRPr>
            </a:pPr>
            <a:r>
              <a:rPr sz="938" b="1">
                <a:solidFill>
                  <a:srgbClr val="121512"/>
                </a:solidFill>
                <a:latin typeface="Aptos Display"/>
                <a:ea typeface="Aptos Display"/>
                <a:cs typeface="Aptos Display"/>
              </a:rPr>
              <a:t>Ist eine echte Antwort</a:t>
            </a:r>
          </a:p>
        </p:txBody>
      </p:sp>
      <p:sp>
        <p:nvSpPr>
          <p:cNvPr id="22" name="Rechteck: abgerundete Ecken 21">
            <a:extLst>
              <a:ext uri="{FF2B5EF4-FFF2-40B4-BE49-F238E27FC236}">
                <a16:creationId xmlns:a16="http://schemas.microsoft.com/office/drawing/2014/main" id="{A2284E55-C2F5-43E7-809F-6CEF672CB1B4}"/>
              </a:ext>
            </a:extLst>
          </p:cNvPr>
          <p:cNvSpPr>
            <a:spLocks noGrp="1"/>
          </p:cNvSpPr>
          <p:nvPr/>
        </p:nvSpPr>
        <p:spPr>
          <a:xfrm>
            <a:off x="8096250" y="3448050"/>
            <a:ext cx="3543300" cy="1485900"/>
          </a:xfrm>
          <a:prstGeom prst="roundRect">
            <a:avLst>
              <a:gd name="adj" fmla="val 15385"/>
            </a:avLst>
          </a:prstGeom>
          <a:solidFill>
            <a:srgbClr val="D34B4B"/>
          </a:solidFill>
          <a:ln w="0">
            <a:noFill/>
            <a:prstDash val="solid"/>
          </a:ln>
        </p:spPr>
      </p:sp>
      <p:sp>
        <p:nvSpPr>
          <p:cNvPr id="23" name="Ellipse 22">
            <a:extLst>
              <a:ext uri="{FF2B5EF4-FFF2-40B4-BE49-F238E27FC236}">
                <a16:creationId xmlns:a16="http://schemas.microsoft.com/office/drawing/2014/main" id="{56463F77-96A7-46B3-A398-EB1725FFA974}"/>
              </a:ext>
            </a:extLst>
          </p:cNvPr>
          <p:cNvSpPr>
            <a:spLocks noGrp="1"/>
          </p:cNvSpPr>
          <p:nvPr/>
        </p:nvSpPr>
        <p:spPr>
          <a:xfrm>
            <a:off x="8343900" y="3714750"/>
            <a:ext cx="438150" cy="438150"/>
          </a:xfrm>
          <a:prstGeom prst="ellipse">
            <a:avLst/>
          </a:prstGeom>
          <a:solidFill>
            <a:srgbClr val="FFFFFF">
              <a:alpha val="14510"/>
            </a:srgbClr>
          </a:solidFill>
          <a:ln w="0">
            <a:noFill/>
            <a:prstDash val="solid"/>
          </a:ln>
        </p:spPr>
      </p:sp>
      <p:sp>
        <p:nvSpPr>
          <p:cNvPr id="24" name="Rechteck 23">
            <a:extLst>
              <a:ext uri="{FF2B5EF4-FFF2-40B4-BE49-F238E27FC236}">
                <a16:creationId xmlns:a16="http://schemas.microsoft.com/office/drawing/2014/main" id="{7BDBD872-3BDA-4323-AA12-205542513F45}"/>
              </a:ext>
            </a:extLst>
          </p:cNvPr>
          <p:cNvSpPr>
            <a:spLocks noGrp="1"/>
          </p:cNvSpPr>
          <p:nvPr/>
        </p:nvSpPr>
        <p:spPr>
          <a:xfrm>
            <a:off x="8343900" y="3724275"/>
            <a:ext cx="438150" cy="419100"/>
          </a:xfrm>
          <a:prstGeom prst="rect">
            <a:avLst/>
          </a:prstGeom>
          <a:noFill/>
          <a:ln w="0">
            <a:noFill/>
            <a:prstDash val="solid"/>
          </a:ln>
        </p:spPr>
        <p:txBody>
          <a:bodyPr lIns="0" tIns="0" rIns="0" bIns="0" anchor="ctr">
            <a:normAutofit/>
          </a:bodyPr>
          <a:lstStyle/>
          <a:p>
            <a:pPr algn="ctr">
              <a:defRPr sz="1575" b="1">
                <a:solidFill>
                  <a:srgbClr val="FFFFFF"/>
                </a:solidFill>
                <a:latin typeface="Aptos Display"/>
                <a:ea typeface="Aptos Display"/>
                <a:cs typeface="Aptos Display"/>
              </a:defRPr>
            </a:pPr>
            <a:r>
              <a:rPr sz="1575" b="1">
                <a:solidFill>
                  <a:srgbClr val="FFFFFF"/>
                </a:solidFill>
                <a:latin typeface="Aptos Display"/>
                <a:ea typeface="Aptos Display"/>
                <a:cs typeface="Aptos Display"/>
              </a:rPr>
              <a:t>×</a:t>
            </a:r>
          </a:p>
        </p:txBody>
      </p:sp>
      <p:sp>
        <p:nvSpPr>
          <p:cNvPr id="25" name="Rechteck 24">
            <a:extLst>
              <a:ext uri="{FF2B5EF4-FFF2-40B4-BE49-F238E27FC236}">
                <a16:creationId xmlns:a16="http://schemas.microsoft.com/office/drawing/2014/main" id="{1138EF21-9E60-4ACB-94D0-BB05F5464ECD}"/>
              </a:ext>
            </a:extLst>
          </p:cNvPr>
          <p:cNvSpPr>
            <a:spLocks noGrp="1"/>
          </p:cNvSpPr>
          <p:nvPr/>
        </p:nvSpPr>
        <p:spPr>
          <a:xfrm>
            <a:off x="8972550" y="3676650"/>
            <a:ext cx="2333625" cy="285750"/>
          </a:xfrm>
          <a:prstGeom prst="rect">
            <a:avLst/>
          </a:prstGeom>
          <a:noFill/>
          <a:ln w="0">
            <a:noFill/>
            <a:prstDash val="solid"/>
          </a:ln>
        </p:spPr>
        <p:txBody>
          <a:bodyPr lIns="0" tIns="0" rIns="0" bIns="0" anchor="t">
            <a:normAutofit/>
          </a:bodyPr>
          <a:lstStyle/>
          <a:p>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ABSAGEN</a:t>
            </a:r>
          </a:p>
        </p:txBody>
      </p:sp>
      <p:sp>
        <p:nvSpPr>
          <p:cNvPr id="26" name="Rechteck 25">
            <a:extLst>
              <a:ext uri="{FF2B5EF4-FFF2-40B4-BE49-F238E27FC236}">
                <a16:creationId xmlns:a16="http://schemas.microsoft.com/office/drawing/2014/main" id="{ADEAE3DA-2F0F-4792-B6E1-10187BBAAA6B}"/>
              </a:ext>
            </a:extLst>
          </p:cNvPr>
          <p:cNvSpPr>
            <a:spLocks noGrp="1"/>
          </p:cNvSpPr>
          <p:nvPr/>
        </p:nvSpPr>
        <p:spPr>
          <a:xfrm>
            <a:off x="8972550" y="4076700"/>
            <a:ext cx="2333625" cy="238125"/>
          </a:xfrm>
          <a:prstGeom prst="rect">
            <a:avLst/>
          </a:prstGeom>
          <a:noFill/>
          <a:ln w="0">
            <a:noFill/>
            <a:prstDash val="solid"/>
          </a:ln>
        </p:spPr>
        <p:txBody>
          <a:bodyPr lIns="0" tIns="0" rIns="0" bIns="0" anchor="t">
            <a:normAutofit/>
          </a:bodyPr>
          <a:lstStyle/>
          <a:p>
            <a:pPr algn="l">
              <a:defRPr sz="1200" b="0">
                <a:solidFill>
                  <a:srgbClr val="FFFFFF"/>
                </a:solidFill>
                <a:latin typeface="Aptos"/>
                <a:ea typeface="Aptos"/>
                <a:cs typeface="Aptos"/>
              </a:defRPr>
            </a:pPr>
            <a:r>
              <a:rPr sz="1200" b="0">
                <a:solidFill>
                  <a:srgbClr val="FFFFFF"/>
                </a:solidFill>
                <a:latin typeface="Aptos"/>
                <a:ea typeface="Aptos"/>
                <a:cs typeface="Aptos"/>
              </a:rPr>
              <a:t>Wir können nicht</a:t>
            </a:r>
          </a:p>
        </p:txBody>
      </p:sp>
      <p:sp>
        <p:nvSpPr>
          <p:cNvPr id="27" name="Rechteck 26">
            <a:extLst>
              <a:ext uri="{FF2B5EF4-FFF2-40B4-BE49-F238E27FC236}">
                <a16:creationId xmlns:a16="http://schemas.microsoft.com/office/drawing/2014/main" id="{423F9426-E4F0-4619-94A1-232E0B0817B3}"/>
              </a:ext>
            </a:extLst>
          </p:cNvPr>
          <p:cNvSpPr>
            <a:spLocks noGrp="1"/>
          </p:cNvSpPr>
          <p:nvPr/>
        </p:nvSpPr>
        <p:spPr>
          <a:xfrm>
            <a:off x="8343900" y="4552950"/>
            <a:ext cx="3048000" cy="190500"/>
          </a:xfrm>
          <a:prstGeom prst="rect">
            <a:avLst/>
          </a:prstGeom>
          <a:noFill/>
          <a:ln w="0">
            <a:noFill/>
            <a:prstDash val="solid"/>
          </a:ln>
        </p:spPr>
        <p:txBody>
          <a:bodyPr lIns="0" tIns="0" rIns="0" bIns="0" anchor="t">
            <a:normAutofit/>
          </a:bodyPr>
          <a:lstStyle/>
          <a:p>
            <a:pPr algn="ctr">
              <a:defRPr sz="938" b="1">
                <a:solidFill>
                  <a:srgbClr val="FFFFFF"/>
                </a:solidFill>
                <a:latin typeface="Aptos Display"/>
                <a:ea typeface="Aptos Display"/>
                <a:cs typeface="Aptos Display"/>
              </a:defRPr>
            </a:pPr>
            <a:r>
              <a:rPr sz="938" b="1">
                <a:solidFill>
                  <a:srgbClr val="FFFFFF"/>
                </a:solidFill>
                <a:latin typeface="Aptos Display"/>
                <a:ea typeface="Aptos Display"/>
                <a:cs typeface="Aptos Display"/>
              </a:rPr>
              <a:t>Später änderbar</a:t>
            </a:r>
          </a:p>
        </p:txBody>
      </p:sp>
      <p:sp>
        <p:nvSpPr>
          <p:cNvPr id="28" name="Rechteck: abgerundete Ecken 27">
            <a:extLst>
              <a:ext uri="{FF2B5EF4-FFF2-40B4-BE49-F238E27FC236}">
                <a16:creationId xmlns:a16="http://schemas.microsoft.com/office/drawing/2014/main" id="{C539357F-6E66-46BB-A6FA-583889E15369}"/>
              </a:ext>
            </a:extLst>
          </p:cNvPr>
          <p:cNvSpPr>
            <a:spLocks noGrp="1"/>
          </p:cNvSpPr>
          <p:nvPr/>
        </p:nvSpPr>
        <p:spPr>
          <a:xfrm>
            <a:off x="1200150" y="5314950"/>
            <a:ext cx="9791700" cy="514350"/>
          </a:xfrm>
          <a:prstGeom prst="roundRect">
            <a:avLst>
              <a:gd name="adj" fmla="val 29630"/>
            </a:avLst>
          </a:prstGeom>
          <a:solidFill>
            <a:srgbClr val="FFF5A8"/>
          </a:solidFill>
          <a:ln w="0">
            <a:noFill/>
            <a:prstDash val="solid"/>
          </a:ln>
        </p:spPr>
      </p:sp>
      <p:sp>
        <p:nvSpPr>
          <p:cNvPr id="29" name="Rechteck 28">
            <a:extLst>
              <a:ext uri="{FF2B5EF4-FFF2-40B4-BE49-F238E27FC236}">
                <a16:creationId xmlns:a16="http://schemas.microsoft.com/office/drawing/2014/main" id="{DA7D5ADF-FECC-4434-AAC8-C1C46B6E15D5}"/>
              </a:ext>
            </a:extLst>
          </p:cNvPr>
          <p:cNvSpPr>
            <a:spLocks noGrp="1"/>
          </p:cNvSpPr>
          <p:nvPr/>
        </p:nvSpPr>
        <p:spPr>
          <a:xfrm>
            <a:off x="1390650" y="5429250"/>
            <a:ext cx="9410700" cy="285750"/>
          </a:xfrm>
          <a:prstGeom prst="rect">
            <a:avLst/>
          </a:prstGeom>
          <a:noFill/>
          <a:ln w="0">
            <a:noFill/>
            <a:prstDash val="solid"/>
          </a:ln>
        </p:spPr>
        <p:txBody>
          <a:bodyPr lIns="0" tIns="0" rIns="0" bIns="0" anchor="ctr">
            <a:normAutofit/>
          </a:bodyPr>
          <a:lstStyle/>
          <a:p>
            <a:pPr algn="ctr">
              <a:defRPr sz="1275" b="1">
                <a:solidFill>
                  <a:srgbClr val="121512"/>
                </a:solidFill>
                <a:latin typeface="Aptos Display"/>
                <a:ea typeface="Aptos Display"/>
                <a:cs typeface="Aptos Display"/>
              </a:defRPr>
            </a:pPr>
            <a:r>
              <a:rPr sz="1275" b="1">
                <a:solidFill>
                  <a:srgbClr val="121512"/>
                </a:solidFill>
                <a:latin typeface="Aptos Display"/>
                <a:ea typeface="Aptos Display"/>
                <a:cs typeface="Aptos Display"/>
              </a:rPr>
              <a:t>Training: Zusage, Vielleicht oder Absage. Spiel: nur Zusage oder Absage. Bei Geschwistern jedes Kind einzeln prüfen.</a:t>
            </a:r>
          </a:p>
        </p:txBody>
      </p:sp>
      <p:sp>
        <p:nvSpPr>
          <p:cNvPr id="30" name="Rechteck 29">
            <a:extLst>
              <a:ext uri="{FF2B5EF4-FFF2-40B4-BE49-F238E27FC236}">
                <a16:creationId xmlns:a16="http://schemas.microsoft.com/office/drawing/2014/main" id="{2BF22FC5-DD0E-4010-92C1-E2FA4D961548}"/>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13227138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42" name="Rechteck 41">
            <a:extLst>
              <a:ext uri="{FF2B5EF4-FFF2-40B4-BE49-F238E27FC236}">
                <a16:creationId xmlns:a16="http://schemas.microsoft.com/office/drawing/2014/main" id="{5A51F06F-8062-432D-B924-995D25EC50B1}"/>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KALENDER</a:t>
            </a:r>
          </a:p>
        </p:txBody>
      </p:sp>
      <p:sp>
        <p:nvSpPr>
          <p:cNvPr id="2" name="Rechteck 1">
            <a:extLst>
              <a:ext uri="{FF2B5EF4-FFF2-40B4-BE49-F238E27FC236}">
                <a16:creationId xmlns:a16="http://schemas.microsoft.com/office/drawing/2014/main" id="{D23ADE88-180C-4338-9C04-1C170E2CD970}"/>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Terminarten auf einen Blick unterscheiden</a:t>
            </a:r>
          </a:p>
        </p:txBody>
      </p:sp>
      <p:sp>
        <p:nvSpPr>
          <p:cNvPr id="3" name="Rechteck: abgerundete Ecken 2">
            <a:extLst>
              <a:ext uri="{FF2B5EF4-FFF2-40B4-BE49-F238E27FC236}">
                <a16:creationId xmlns:a16="http://schemas.microsoft.com/office/drawing/2014/main" id="{20834781-F813-4A2D-AAC3-721FC725D16F}"/>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23A11A7D-4D41-4917-938B-33EAA75E3308}"/>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7</a:t>
            </a:r>
          </a:p>
        </p:txBody>
      </p:sp>
      <p:sp>
        <p:nvSpPr>
          <p:cNvPr id="5" name="Rechteck 4">
            <a:extLst>
              <a:ext uri="{FF2B5EF4-FFF2-40B4-BE49-F238E27FC236}">
                <a16:creationId xmlns:a16="http://schemas.microsoft.com/office/drawing/2014/main" id="{9DBE57FB-ED23-41AB-A886-DDD9F1EE5821}"/>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Emoji, Farbe und Kategorie zeigen sofort, um welchen Termin es geht.</a:t>
            </a:r>
          </a:p>
        </p:txBody>
      </p:sp>
      <p:sp>
        <p:nvSpPr>
          <p:cNvPr id="6" name="Rechteck: abgerundete Ecken 5">
            <a:extLst>
              <a:ext uri="{FF2B5EF4-FFF2-40B4-BE49-F238E27FC236}">
                <a16:creationId xmlns:a16="http://schemas.microsoft.com/office/drawing/2014/main" id="{00DA6308-6C84-4897-B1FA-7E236FBF8E44}"/>
              </a:ext>
            </a:extLst>
          </p:cNvPr>
          <p:cNvSpPr>
            <a:spLocks noGrp="1"/>
          </p:cNvSpPr>
          <p:nvPr/>
        </p:nvSpPr>
        <p:spPr>
          <a:xfrm>
            <a:off x="533400" y="1943100"/>
            <a:ext cx="4953000" cy="3762375"/>
          </a:xfrm>
          <a:prstGeom prst="roundRect">
            <a:avLst>
              <a:gd name="adj" fmla="val 6076"/>
            </a:avLst>
          </a:prstGeom>
          <a:solidFill>
            <a:srgbClr val="FFFFFF"/>
          </a:solidFill>
          <a:ln w="9525">
            <a:solidFill>
              <a:srgbClr val="E5E7DF"/>
            </a:solidFill>
            <a:prstDash val="solid"/>
          </a:ln>
        </p:spPr>
      </p:sp>
      <p:sp>
        <p:nvSpPr>
          <p:cNvPr id="7" name="Rechteck 6">
            <a:extLst>
              <a:ext uri="{FF2B5EF4-FFF2-40B4-BE49-F238E27FC236}">
                <a16:creationId xmlns:a16="http://schemas.microsoft.com/office/drawing/2014/main" id="{5D5952B7-E8D6-45DB-B8FB-377D5F5293CB}"/>
              </a:ext>
            </a:extLst>
          </p:cNvPr>
          <p:cNvSpPr>
            <a:spLocks noGrp="1"/>
          </p:cNvSpPr>
          <p:nvPr/>
        </p:nvSpPr>
        <p:spPr>
          <a:xfrm>
            <a:off x="800100" y="2171700"/>
            <a:ext cx="2381250" cy="190500"/>
          </a:xfrm>
          <a:prstGeom prst="rect">
            <a:avLst/>
          </a:prstGeom>
          <a:noFill/>
          <a:ln w="0">
            <a:noFill/>
            <a:prstDash val="solid"/>
          </a:ln>
        </p:spPr>
        <p:txBody>
          <a:bodyPr lIns="0" tIns="0" rIns="0" bIns="0" anchor="t">
            <a:normAutofit/>
          </a:bodyPr>
          <a:lstStyle/>
          <a:p>
            <a:pPr algn="l">
              <a:defRPr sz="900" b="1">
                <a:solidFill>
                  <a:srgbClr val="7B6900"/>
                </a:solidFill>
                <a:latin typeface="Aptos Display"/>
                <a:ea typeface="Aptos Display"/>
                <a:cs typeface="Aptos Display"/>
              </a:defRPr>
            </a:pPr>
            <a:r>
              <a:rPr sz="900" b="1">
                <a:solidFill>
                  <a:srgbClr val="7B6900"/>
                </a:solidFill>
                <a:latin typeface="Aptos Display"/>
                <a:ea typeface="Aptos Display"/>
                <a:cs typeface="Aptos Display"/>
              </a:rPr>
              <a:t>SEPTEMBER 2026</a:t>
            </a:r>
          </a:p>
        </p:txBody>
      </p:sp>
      <p:sp>
        <p:nvSpPr>
          <p:cNvPr id="8" name="Ellipse 7">
            <a:extLst>
              <a:ext uri="{FF2B5EF4-FFF2-40B4-BE49-F238E27FC236}">
                <a16:creationId xmlns:a16="http://schemas.microsoft.com/office/drawing/2014/main" id="{F6CF65A0-BB89-4824-BECE-71B6D1D9C601}"/>
              </a:ext>
            </a:extLst>
          </p:cNvPr>
          <p:cNvSpPr>
            <a:spLocks noGrp="1"/>
          </p:cNvSpPr>
          <p:nvPr/>
        </p:nvSpPr>
        <p:spPr>
          <a:xfrm>
            <a:off x="800100" y="2638425"/>
            <a:ext cx="742950" cy="742950"/>
          </a:xfrm>
          <a:prstGeom prst="ellipse">
            <a:avLst/>
          </a:prstGeom>
          <a:solidFill>
            <a:srgbClr val="DFF3EA"/>
          </a:solidFill>
          <a:ln w="0">
            <a:noFill/>
            <a:prstDash val="solid"/>
          </a:ln>
        </p:spPr>
      </p:sp>
      <p:sp>
        <p:nvSpPr>
          <p:cNvPr id="9" name="Rechteck 8">
            <a:extLst>
              <a:ext uri="{FF2B5EF4-FFF2-40B4-BE49-F238E27FC236}">
                <a16:creationId xmlns:a16="http://schemas.microsoft.com/office/drawing/2014/main" id="{C314D446-9CC7-4D59-8FF0-F49BA4810421}"/>
              </a:ext>
            </a:extLst>
          </p:cNvPr>
          <p:cNvSpPr>
            <a:spLocks noGrp="1"/>
          </p:cNvSpPr>
          <p:nvPr/>
        </p:nvSpPr>
        <p:spPr>
          <a:xfrm>
            <a:off x="800100" y="2647950"/>
            <a:ext cx="742950" cy="723900"/>
          </a:xfrm>
          <a:prstGeom prst="rect">
            <a:avLst/>
          </a:prstGeom>
          <a:noFill/>
          <a:ln w="0">
            <a:noFill/>
            <a:prstDash val="solid"/>
          </a:ln>
        </p:spPr>
        <p:txBody>
          <a:bodyPr lIns="0" tIns="0" rIns="0" bIns="0" anchor="ctr">
            <a:normAutofit/>
          </a:bodyPr>
          <a:lstStyle/>
          <a:p>
            <a:pPr algn="ctr">
              <a:defRPr sz="1875" b="1">
                <a:solidFill>
                  <a:srgbClr val="121512"/>
                </a:solidFill>
                <a:latin typeface="Aptos Display"/>
                <a:ea typeface="Aptos Display"/>
                <a:cs typeface="Aptos Display"/>
              </a:defRPr>
            </a:pPr>
            <a:r>
              <a:rPr sz="1875" b="1">
                <a:solidFill>
                  <a:srgbClr val="121512"/>
                </a:solidFill>
                <a:latin typeface="Aptos Display"/>
                <a:ea typeface="Aptos Display"/>
                <a:cs typeface="Aptos Display"/>
              </a:rPr>
              <a:t>1</a:t>
            </a:r>
          </a:p>
        </p:txBody>
      </p:sp>
      <p:sp>
        <p:nvSpPr>
          <p:cNvPr id="10" name="Rechteck 9">
            <a:extLst>
              <a:ext uri="{FF2B5EF4-FFF2-40B4-BE49-F238E27FC236}">
                <a16:creationId xmlns:a16="http://schemas.microsoft.com/office/drawing/2014/main" id="{53A5EEF5-7FD1-44AB-9A23-C4CECD4953FE}"/>
              </a:ext>
            </a:extLst>
          </p:cNvPr>
          <p:cNvSpPr>
            <a:spLocks noGrp="1"/>
          </p:cNvSpPr>
          <p:nvPr/>
        </p:nvSpPr>
        <p:spPr>
          <a:xfrm>
            <a:off x="1676400" y="2714625"/>
            <a:ext cx="685800" cy="400050"/>
          </a:xfrm>
          <a:prstGeom prst="rect">
            <a:avLst/>
          </a:prstGeom>
          <a:noFill/>
          <a:ln w="0">
            <a:noFill/>
            <a:prstDash val="solid"/>
          </a:ln>
        </p:spPr>
        <p:txBody>
          <a:bodyPr lIns="0" tIns="0" rIns="0" bIns="0" anchor="ctr">
            <a:normAutofit/>
          </a:bodyPr>
          <a:lstStyle/>
          <a:p>
            <a:pPr algn="ctr">
              <a:defRPr sz="1875" b="1">
                <a:solidFill>
                  <a:srgbClr val="121512"/>
                </a:solidFill>
                <a:latin typeface="Aptos Display"/>
                <a:ea typeface="Aptos Display"/>
                <a:cs typeface="Aptos Display"/>
              </a:defRPr>
            </a:pPr>
            <a:r>
              <a:rPr sz="1875" b="1">
                <a:solidFill>
                  <a:srgbClr val="121512"/>
                </a:solidFill>
                <a:latin typeface="Aptos Display"/>
                <a:ea typeface="Aptos Display"/>
                <a:cs typeface="Aptos Display"/>
              </a:rPr>
              <a:t>🏃</a:t>
            </a:r>
          </a:p>
        </p:txBody>
      </p:sp>
      <p:sp>
        <p:nvSpPr>
          <p:cNvPr id="11" name="Ellipse 10">
            <a:extLst>
              <a:ext uri="{FF2B5EF4-FFF2-40B4-BE49-F238E27FC236}">
                <a16:creationId xmlns:a16="http://schemas.microsoft.com/office/drawing/2014/main" id="{5F72A486-690E-4205-9DBA-9DA195569917}"/>
              </a:ext>
            </a:extLst>
          </p:cNvPr>
          <p:cNvSpPr>
            <a:spLocks noGrp="1"/>
          </p:cNvSpPr>
          <p:nvPr/>
        </p:nvSpPr>
        <p:spPr>
          <a:xfrm>
            <a:off x="2895600" y="2638425"/>
            <a:ext cx="742950" cy="742950"/>
          </a:xfrm>
          <a:prstGeom prst="ellipse">
            <a:avLst/>
          </a:prstGeom>
          <a:solidFill>
            <a:srgbClr val="FFF5A8"/>
          </a:solidFill>
          <a:ln w="0">
            <a:noFill/>
            <a:prstDash val="solid"/>
          </a:ln>
        </p:spPr>
      </p:sp>
      <p:sp>
        <p:nvSpPr>
          <p:cNvPr id="12" name="Rechteck 11">
            <a:extLst>
              <a:ext uri="{FF2B5EF4-FFF2-40B4-BE49-F238E27FC236}">
                <a16:creationId xmlns:a16="http://schemas.microsoft.com/office/drawing/2014/main" id="{B63B6CB2-33B3-4993-B23D-B75B7EAC08AC}"/>
              </a:ext>
            </a:extLst>
          </p:cNvPr>
          <p:cNvSpPr>
            <a:spLocks noGrp="1"/>
          </p:cNvSpPr>
          <p:nvPr/>
        </p:nvSpPr>
        <p:spPr>
          <a:xfrm>
            <a:off x="2895600" y="2647950"/>
            <a:ext cx="742950" cy="723900"/>
          </a:xfrm>
          <a:prstGeom prst="rect">
            <a:avLst/>
          </a:prstGeom>
          <a:noFill/>
          <a:ln w="0">
            <a:noFill/>
            <a:prstDash val="solid"/>
          </a:ln>
        </p:spPr>
        <p:txBody>
          <a:bodyPr lIns="0" tIns="0" rIns="0" bIns="0" anchor="ctr">
            <a:normAutofit/>
          </a:bodyPr>
          <a:lstStyle/>
          <a:p>
            <a:pPr algn="ctr">
              <a:defRPr sz="1875" b="1">
                <a:solidFill>
                  <a:srgbClr val="121512"/>
                </a:solidFill>
                <a:latin typeface="Aptos Display"/>
                <a:ea typeface="Aptos Display"/>
                <a:cs typeface="Aptos Display"/>
              </a:defRPr>
            </a:pPr>
            <a:r>
              <a:rPr sz="1875" b="1">
                <a:solidFill>
                  <a:srgbClr val="121512"/>
                </a:solidFill>
                <a:latin typeface="Aptos Display"/>
                <a:ea typeface="Aptos Display"/>
                <a:cs typeface="Aptos Display"/>
              </a:rPr>
              <a:t>5</a:t>
            </a:r>
          </a:p>
        </p:txBody>
      </p:sp>
      <p:sp>
        <p:nvSpPr>
          <p:cNvPr id="13" name="Rechteck 12">
            <a:extLst>
              <a:ext uri="{FF2B5EF4-FFF2-40B4-BE49-F238E27FC236}">
                <a16:creationId xmlns:a16="http://schemas.microsoft.com/office/drawing/2014/main" id="{117488F0-9C29-4362-8556-91AF7BFE2AA1}"/>
              </a:ext>
            </a:extLst>
          </p:cNvPr>
          <p:cNvSpPr>
            <a:spLocks noGrp="1"/>
          </p:cNvSpPr>
          <p:nvPr/>
        </p:nvSpPr>
        <p:spPr>
          <a:xfrm>
            <a:off x="3771900" y="2714625"/>
            <a:ext cx="685800" cy="400050"/>
          </a:xfrm>
          <a:prstGeom prst="rect">
            <a:avLst/>
          </a:prstGeom>
          <a:noFill/>
          <a:ln w="0">
            <a:noFill/>
            <a:prstDash val="solid"/>
          </a:ln>
        </p:spPr>
        <p:txBody>
          <a:bodyPr lIns="0" tIns="0" rIns="0" bIns="0" anchor="ctr">
            <a:normAutofit/>
          </a:bodyPr>
          <a:lstStyle/>
          <a:p>
            <a:pPr algn="ctr">
              <a:defRPr sz="1875" b="1">
                <a:solidFill>
                  <a:srgbClr val="121512"/>
                </a:solidFill>
                <a:latin typeface="Aptos Display"/>
                <a:ea typeface="Aptos Display"/>
                <a:cs typeface="Aptos Display"/>
              </a:defRPr>
            </a:pPr>
            <a:r>
              <a:rPr sz="1875" b="1">
                <a:solidFill>
                  <a:srgbClr val="121512"/>
                </a:solidFill>
                <a:latin typeface="Aptos Display"/>
                <a:ea typeface="Aptos Display"/>
                <a:cs typeface="Aptos Display"/>
              </a:rPr>
              <a:t>⚽</a:t>
            </a:r>
          </a:p>
        </p:txBody>
      </p:sp>
      <p:sp>
        <p:nvSpPr>
          <p:cNvPr id="14" name="Ellipse 13">
            <a:extLst>
              <a:ext uri="{FF2B5EF4-FFF2-40B4-BE49-F238E27FC236}">
                <a16:creationId xmlns:a16="http://schemas.microsoft.com/office/drawing/2014/main" id="{3A440FD0-0D1F-47E8-A095-38A4A7581DB2}"/>
              </a:ext>
            </a:extLst>
          </p:cNvPr>
          <p:cNvSpPr>
            <a:spLocks noGrp="1"/>
          </p:cNvSpPr>
          <p:nvPr/>
        </p:nvSpPr>
        <p:spPr>
          <a:xfrm>
            <a:off x="800100" y="3857625"/>
            <a:ext cx="742950" cy="742950"/>
          </a:xfrm>
          <a:prstGeom prst="ellipse">
            <a:avLst/>
          </a:prstGeom>
          <a:solidFill>
            <a:srgbClr val="FFE500"/>
          </a:solidFill>
          <a:ln w="0">
            <a:noFill/>
            <a:prstDash val="solid"/>
          </a:ln>
        </p:spPr>
      </p:sp>
      <p:sp>
        <p:nvSpPr>
          <p:cNvPr id="15" name="Rechteck 14">
            <a:extLst>
              <a:ext uri="{FF2B5EF4-FFF2-40B4-BE49-F238E27FC236}">
                <a16:creationId xmlns:a16="http://schemas.microsoft.com/office/drawing/2014/main" id="{1023D05E-34C3-4C0A-A20D-FB85A7C2AD25}"/>
              </a:ext>
            </a:extLst>
          </p:cNvPr>
          <p:cNvSpPr>
            <a:spLocks noGrp="1"/>
          </p:cNvSpPr>
          <p:nvPr/>
        </p:nvSpPr>
        <p:spPr>
          <a:xfrm>
            <a:off x="800100" y="3867150"/>
            <a:ext cx="742950" cy="723900"/>
          </a:xfrm>
          <a:prstGeom prst="rect">
            <a:avLst/>
          </a:prstGeom>
          <a:noFill/>
          <a:ln w="0">
            <a:noFill/>
            <a:prstDash val="solid"/>
          </a:ln>
        </p:spPr>
        <p:txBody>
          <a:bodyPr lIns="0" tIns="0" rIns="0" bIns="0" anchor="ctr">
            <a:normAutofit/>
          </a:bodyPr>
          <a:lstStyle/>
          <a:p>
            <a:pPr algn="ctr">
              <a:defRPr sz="1875" b="1">
                <a:solidFill>
                  <a:srgbClr val="121512"/>
                </a:solidFill>
                <a:latin typeface="Aptos Display"/>
                <a:ea typeface="Aptos Display"/>
                <a:cs typeface="Aptos Display"/>
              </a:defRPr>
            </a:pPr>
            <a:r>
              <a:rPr sz="1875" b="1">
                <a:solidFill>
                  <a:srgbClr val="121512"/>
                </a:solidFill>
                <a:latin typeface="Aptos Display"/>
                <a:ea typeface="Aptos Display"/>
                <a:cs typeface="Aptos Display"/>
              </a:rPr>
              <a:t>12</a:t>
            </a:r>
          </a:p>
        </p:txBody>
      </p:sp>
      <p:sp>
        <p:nvSpPr>
          <p:cNvPr id="16" name="Rechteck 15">
            <a:extLst>
              <a:ext uri="{FF2B5EF4-FFF2-40B4-BE49-F238E27FC236}">
                <a16:creationId xmlns:a16="http://schemas.microsoft.com/office/drawing/2014/main" id="{EBEF88B4-D9B4-4574-A964-A0261B10EA9F}"/>
              </a:ext>
            </a:extLst>
          </p:cNvPr>
          <p:cNvSpPr>
            <a:spLocks noGrp="1"/>
          </p:cNvSpPr>
          <p:nvPr/>
        </p:nvSpPr>
        <p:spPr>
          <a:xfrm>
            <a:off x="1676400" y="3933825"/>
            <a:ext cx="685800" cy="400050"/>
          </a:xfrm>
          <a:prstGeom prst="rect">
            <a:avLst/>
          </a:prstGeom>
          <a:noFill/>
          <a:ln w="0">
            <a:noFill/>
            <a:prstDash val="solid"/>
          </a:ln>
        </p:spPr>
        <p:txBody>
          <a:bodyPr lIns="0" tIns="0" rIns="0" bIns="0" anchor="ctr">
            <a:normAutofit/>
          </a:bodyPr>
          <a:lstStyle/>
          <a:p>
            <a:pPr algn="ctr">
              <a:defRPr sz="1875" b="1">
                <a:solidFill>
                  <a:srgbClr val="121512"/>
                </a:solidFill>
                <a:latin typeface="Aptos Display"/>
                <a:ea typeface="Aptos Display"/>
                <a:cs typeface="Aptos Display"/>
              </a:defRPr>
            </a:pPr>
            <a:r>
              <a:rPr sz="1875" b="1">
                <a:solidFill>
                  <a:srgbClr val="121512"/>
                </a:solidFill>
                <a:latin typeface="Aptos Display"/>
                <a:ea typeface="Aptos Display"/>
                <a:cs typeface="Aptos Display"/>
              </a:rPr>
              <a:t>🥇</a:t>
            </a:r>
          </a:p>
        </p:txBody>
      </p:sp>
      <p:sp>
        <p:nvSpPr>
          <p:cNvPr id="17" name="Ellipse 16">
            <a:extLst>
              <a:ext uri="{FF2B5EF4-FFF2-40B4-BE49-F238E27FC236}">
                <a16:creationId xmlns:a16="http://schemas.microsoft.com/office/drawing/2014/main" id="{166EFD56-93CD-48DE-A489-7F9393A018AC}"/>
              </a:ext>
            </a:extLst>
          </p:cNvPr>
          <p:cNvSpPr>
            <a:spLocks noGrp="1"/>
          </p:cNvSpPr>
          <p:nvPr/>
        </p:nvSpPr>
        <p:spPr>
          <a:xfrm>
            <a:off x="2895600" y="3857625"/>
            <a:ext cx="742950" cy="742950"/>
          </a:xfrm>
          <a:prstGeom prst="ellipse">
            <a:avLst/>
          </a:prstGeom>
          <a:solidFill>
            <a:srgbClr val="E4EFF5"/>
          </a:solidFill>
          <a:ln w="0">
            <a:noFill/>
            <a:prstDash val="solid"/>
          </a:ln>
        </p:spPr>
      </p:sp>
      <p:sp>
        <p:nvSpPr>
          <p:cNvPr id="18" name="Rechteck 17">
            <a:extLst>
              <a:ext uri="{FF2B5EF4-FFF2-40B4-BE49-F238E27FC236}">
                <a16:creationId xmlns:a16="http://schemas.microsoft.com/office/drawing/2014/main" id="{E0027BA2-A5D1-4FE0-A256-6F83B93DACB3}"/>
              </a:ext>
            </a:extLst>
          </p:cNvPr>
          <p:cNvSpPr>
            <a:spLocks noGrp="1"/>
          </p:cNvSpPr>
          <p:nvPr/>
        </p:nvSpPr>
        <p:spPr>
          <a:xfrm>
            <a:off x="2895600" y="3867150"/>
            <a:ext cx="742950" cy="723900"/>
          </a:xfrm>
          <a:prstGeom prst="rect">
            <a:avLst/>
          </a:prstGeom>
          <a:noFill/>
          <a:ln w="0">
            <a:noFill/>
            <a:prstDash val="solid"/>
          </a:ln>
        </p:spPr>
        <p:txBody>
          <a:bodyPr lIns="0" tIns="0" rIns="0" bIns="0" anchor="ctr">
            <a:normAutofit/>
          </a:bodyPr>
          <a:lstStyle/>
          <a:p>
            <a:pPr algn="ctr">
              <a:defRPr sz="1875" b="1">
                <a:solidFill>
                  <a:srgbClr val="121512"/>
                </a:solidFill>
                <a:latin typeface="Aptos Display"/>
                <a:ea typeface="Aptos Display"/>
                <a:cs typeface="Aptos Display"/>
              </a:defRPr>
            </a:pPr>
            <a:r>
              <a:rPr sz="1875" b="1">
                <a:solidFill>
                  <a:srgbClr val="121512"/>
                </a:solidFill>
                <a:latin typeface="Aptos Display"/>
                <a:ea typeface="Aptos Display"/>
                <a:cs typeface="Aptos Display"/>
              </a:rPr>
              <a:t>18</a:t>
            </a:r>
          </a:p>
        </p:txBody>
      </p:sp>
      <p:sp>
        <p:nvSpPr>
          <p:cNvPr id="19" name="Rechteck 18">
            <a:extLst>
              <a:ext uri="{FF2B5EF4-FFF2-40B4-BE49-F238E27FC236}">
                <a16:creationId xmlns:a16="http://schemas.microsoft.com/office/drawing/2014/main" id="{05FA7B91-3D33-4EBF-8112-6E4368A014E4}"/>
              </a:ext>
            </a:extLst>
          </p:cNvPr>
          <p:cNvSpPr>
            <a:spLocks noGrp="1"/>
          </p:cNvSpPr>
          <p:nvPr/>
        </p:nvSpPr>
        <p:spPr>
          <a:xfrm>
            <a:off x="3771900" y="3933825"/>
            <a:ext cx="685800" cy="400050"/>
          </a:xfrm>
          <a:prstGeom prst="rect">
            <a:avLst/>
          </a:prstGeom>
          <a:noFill/>
          <a:ln w="0">
            <a:noFill/>
            <a:prstDash val="solid"/>
          </a:ln>
        </p:spPr>
        <p:txBody>
          <a:bodyPr lIns="0" tIns="0" rIns="0" bIns="0" anchor="ctr">
            <a:normAutofit/>
          </a:bodyPr>
          <a:lstStyle/>
          <a:p>
            <a:pPr algn="ctr">
              <a:defRPr sz="1875" b="1">
                <a:solidFill>
                  <a:srgbClr val="121512"/>
                </a:solidFill>
                <a:latin typeface="Aptos Display"/>
                <a:ea typeface="Aptos Display"/>
                <a:cs typeface="Aptos Display"/>
              </a:defRPr>
            </a:pPr>
            <a:r>
              <a:rPr sz="1875" b="1">
                <a:solidFill>
                  <a:srgbClr val="121512"/>
                </a:solidFill>
                <a:latin typeface="Aptos Display"/>
                <a:ea typeface="Aptos Display"/>
                <a:cs typeface="Aptos Display"/>
              </a:rPr>
              <a:t>📌</a:t>
            </a:r>
          </a:p>
        </p:txBody>
      </p:sp>
      <p:sp>
        <p:nvSpPr>
          <p:cNvPr id="20" name="Rechteck 19">
            <a:extLst>
              <a:ext uri="{FF2B5EF4-FFF2-40B4-BE49-F238E27FC236}">
                <a16:creationId xmlns:a16="http://schemas.microsoft.com/office/drawing/2014/main" id="{C3DFCF97-171B-4CF2-9124-388CAD2DD40A}"/>
              </a:ext>
            </a:extLst>
          </p:cNvPr>
          <p:cNvSpPr>
            <a:spLocks noGrp="1"/>
          </p:cNvSpPr>
          <p:nvPr/>
        </p:nvSpPr>
        <p:spPr>
          <a:xfrm>
            <a:off x="800100" y="5067300"/>
            <a:ext cx="4171950" cy="457200"/>
          </a:xfrm>
          <a:prstGeom prst="rect">
            <a:avLst/>
          </a:prstGeom>
          <a:noFill/>
          <a:ln w="0">
            <a:noFill/>
            <a:prstDash val="solid"/>
          </a:ln>
        </p:spPr>
        <p:txBody>
          <a:bodyPr lIns="0" tIns="0" rIns="0" bIns="0" anchor="t">
            <a:normAutofit/>
          </a:bodyPr>
          <a:lstStyle/>
          <a:p>
            <a:pPr algn="ctr">
              <a:defRPr sz="1125" b="1">
                <a:solidFill>
                  <a:srgbClr val="656961"/>
                </a:solidFill>
                <a:latin typeface="Aptos Display"/>
                <a:ea typeface="Aptos Display"/>
                <a:cs typeface="Aptos Display"/>
              </a:defRPr>
            </a:pPr>
            <a:r>
              <a:rPr sz="1125" b="1">
                <a:solidFill>
                  <a:srgbClr val="656961"/>
                </a:solidFill>
                <a:latin typeface="Aptos Display"/>
                <a:ea typeface="Aptos Display"/>
                <a:cs typeface="Aptos Display"/>
              </a:rPr>
              <a:t>Ein Tipp öffnet immer den passenden Termin – nicht nur die Monatsansicht.</a:t>
            </a:r>
          </a:p>
        </p:txBody>
      </p:sp>
      <p:sp>
        <p:nvSpPr>
          <p:cNvPr id="21" name="Rechteck: abgerundete Ecken 20">
            <a:extLst>
              <a:ext uri="{FF2B5EF4-FFF2-40B4-BE49-F238E27FC236}">
                <a16:creationId xmlns:a16="http://schemas.microsoft.com/office/drawing/2014/main" id="{650C0C7F-8B3F-4AB2-ABC2-0E409FC4D7CF}"/>
              </a:ext>
            </a:extLst>
          </p:cNvPr>
          <p:cNvSpPr>
            <a:spLocks noGrp="1"/>
          </p:cNvSpPr>
          <p:nvPr/>
        </p:nvSpPr>
        <p:spPr>
          <a:xfrm>
            <a:off x="5943600" y="1943100"/>
            <a:ext cx="5372100" cy="3762375"/>
          </a:xfrm>
          <a:prstGeom prst="roundRect">
            <a:avLst>
              <a:gd name="adj" fmla="val 6076"/>
            </a:avLst>
          </a:prstGeom>
          <a:solidFill>
            <a:srgbClr val="121512"/>
          </a:solidFill>
          <a:ln w="0">
            <a:noFill/>
            <a:prstDash val="solid"/>
          </a:ln>
        </p:spPr>
      </p:sp>
      <p:sp>
        <p:nvSpPr>
          <p:cNvPr id="22" name="Rechteck 21">
            <a:extLst>
              <a:ext uri="{FF2B5EF4-FFF2-40B4-BE49-F238E27FC236}">
                <a16:creationId xmlns:a16="http://schemas.microsoft.com/office/drawing/2014/main" id="{787096A8-1ABA-4F47-BDD4-E1B769B35EB9}"/>
              </a:ext>
            </a:extLst>
          </p:cNvPr>
          <p:cNvSpPr>
            <a:spLocks noGrp="1"/>
          </p:cNvSpPr>
          <p:nvPr/>
        </p:nvSpPr>
        <p:spPr>
          <a:xfrm>
            <a:off x="6286500" y="2247900"/>
            <a:ext cx="1714500" cy="190500"/>
          </a:xfrm>
          <a:prstGeom prst="rect">
            <a:avLst/>
          </a:prstGeom>
          <a:noFill/>
          <a:ln w="0">
            <a:noFill/>
            <a:prstDash val="solid"/>
          </a:ln>
        </p:spPr>
        <p:txBody>
          <a:bodyPr lIns="0" tIns="0" rIns="0" bIns="0" anchor="t">
            <a:normAutofit/>
          </a:bodyPr>
          <a:lstStyle/>
          <a:p>
            <a:pPr algn="l">
              <a:defRPr sz="900" b="1">
                <a:solidFill>
                  <a:srgbClr val="FFE500"/>
                </a:solidFill>
                <a:latin typeface="Aptos Display"/>
                <a:ea typeface="Aptos Display"/>
                <a:cs typeface="Aptos Display"/>
              </a:defRPr>
            </a:pPr>
            <a:r>
              <a:rPr sz="900" b="1">
                <a:solidFill>
                  <a:srgbClr val="FFE500"/>
                </a:solidFill>
                <a:latin typeface="Aptos Display"/>
                <a:ea typeface="Aptos Display"/>
                <a:cs typeface="Aptos Display"/>
              </a:rPr>
              <a:t>TERMINARTEN</a:t>
            </a:r>
          </a:p>
        </p:txBody>
      </p:sp>
      <p:sp>
        <p:nvSpPr>
          <p:cNvPr id="23" name="Rechteck: abgerundete Ecken 22">
            <a:extLst>
              <a:ext uri="{FF2B5EF4-FFF2-40B4-BE49-F238E27FC236}">
                <a16:creationId xmlns:a16="http://schemas.microsoft.com/office/drawing/2014/main" id="{ACFABDBD-79A8-4B11-97FC-13527AA90C3C}"/>
              </a:ext>
            </a:extLst>
          </p:cNvPr>
          <p:cNvSpPr>
            <a:spLocks noGrp="1"/>
          </p:cNvSpPr>
          <p:nvPr/>
        </p:nvSpPr>
        <p:spPr>
          <a:xfrm>
            <a:off x="6286500" y="2628900"/>
            <a:ext cx="4686300" cy="361950"/>
          </a:xfrm>
          <a:prstGeom prst="roundRect">
            <a:avLst>
              <a:gd name="adj" fmla="val 31579"/>
            </a:avLst>
          </a:prstGeom>
          <a:solidFill>
            <a:srgbClr val="242821"/>
          </a:solidFill>
          <a:ln w="0">
            <a:noFill/>
            <a:prstDash val="solid"/>
          </a:ln>
        </p:spPr>
      </p:sp>
      <p:sp>
        <p:nvSpPr>
          <p:cNvPr id="24" name="Rechteck 23">
            <a:extLst>
              <a:ext uri="{FF2B5EF4-FFF2-40B4-BE49-F238E27FC236}">
                <a16:creationId xmlns:a16="http://schemas.microsoft.com/office/drawing/2014/main" id="{43796B03-F0CD-40FC-9214-FF562417BE55}"/>
              </a:ext>
            </a:extLst>
          </p:cNvPr>
          <p:cNvSpPr>
            <a:spLocks noGrp="1"/>
          </p:cNvSpPr>
          <p:nvPr/>
        </p:nvSpPr>
        <p:spPr>
          <a:xfrm>
            <a:off x="6419850" y="2647950"/>
            <a:ext cx="495300" cy="323850"/>
          </a:xfrm>
          <a:prstGeom prst="rect">
            <a:avLst/>
          </a:prstGeom>
          <a:noFill/>
          <a:ln w="0">
            <a:noFill/>
            <a:prstDash val="solid"/>
          </a:ln>
        </p:spPr>
        <p:txBody>
          <a:bodyPr lIns="0" tIns="0" rIns="0" bIns="0" anchor="ctr">
            <a:normAutofit/>
          </a:bodyPr>
          <a:lstStyle/>
          <a:p>
            <a:pPr algn="ctr">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a:t>
            </a:r>
          </a:p>
        </p:txBody>
      </p:sp>
      <p:sp>
        <p:nvSpPr>
          <p:cNvPr id="25" name="Rechteck 24">
            <a:extLst>
              <a:ext uri="{FF2B5EF4-FFF2-40B4-BE49-F238E27FC236}">
                <a16:creationId xmlns:a16="http://schemas.microsoft.com/office/drawing/2014/main" id="{C95E5BFB-C0A8-4D1E-82B1-5FEAAB481AD8}"/>
              </a:ext>
            </a:extLst>
          </p:cNvPr>
          <p:cNvSpPr>
            <a:spLocks noGrp="1"/>
          </p:cNvSpPr>
          <p:nvPr/>
        </p:nvSpPr>
        <p:spPr>
          <a:xfrm>
            <a:off x="7067550" y="2695575"/>
            <a:ext cx="3638550" cy="228600"/>
          </a:xfrm>
          <a:prstGeom prst="rect">
            <a:avLst/>
          </a:prstGeom>
          <a:noFill/>
          <a:ln w="0">
            <a:noFill/>
            <a:prstDash val="solid"/>
          </a:ln>
        </p:spPr>
        <p:txBody>
          <a:bodyPr lIns="0" tIns="0" rIns="0" bIns="0" anchor="t">
            <a:normAutofit/>
          </a:bodyPr>
          <a:lstStyle/>
          <a:p>
            <a:pPr algn="l">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Training</a:t>
            </a:r>
          </a:p>
        </p:txBody>
      </p:sp>
      <p:sp>
        <p:nvSpPr>
          <p:cNvPr id="26" name="Rechteck: abgerundete Ecken 25">
            <a:extLst>
              <a:ext uri="{FF2B5EF4-FFF2-40B4-BE49-F238E27FC236}">
                <a16:creationId xmlns:a16="http://schemas.microsoft.com/office/drawing/2014/main" id="{5CD9E52F-2E9B-4C05-BBC5-19EB7E97CF8C}"/>
              </a:ext>
            </a:extLst>
          </p:cNvPr>
          <p:cNvSpPr>
            <a:spLocks noGrp="1"/>
          </p:cNvSpPr>
          <p:nvPr/>
        </p:nvSpPr>
        <p:spPr>
          <a:xfrm>
            <a:off x="6286500" y="3086100"/>
            <a:ext cx="4686300" cy="361950"/>
          </a:xfrm>
          <a:prstGeom prst="roundRect">
            <a:avLst>
              <a:gd name="adj" fmla="val 31579"/>
            </a:avLst>
          </a:prstGeom>
          <a:solidFill>
            <a:srgbClr val="252A24"/>
          </a:solidFill>
          <a:ln w="0">
            <a:noFill/>
            <a:prstDash val="solid"/>
          </a:ln>
        </p:spPr>
      </p:sp>
      <p:sp>
        <p:nvSpPr>
          <p:cNvPr id="27" name="Rechteck 26">
            <a:extLst>
              <a:ext uri="{FF2B5EF4-FFF2-40B4-BE49-F238E27FC236}">
                <a16:creationId xmlns:a16="http://schemas.microsoft.com/office/drawing/2014/main" id="{54945B41-4B1E-4BB7-8D7B-63ECB94C2419}"/>
              </a:ext>
            </a:extLst>
          </p:cNvPr>
          <p:cNvSpPr>
            <a:spLocks noGrp="1"/>
          </p:cNvSpPr>
          <p:nvPr/>
        </p:nvSpPr>
        <p:spPr>
          <a:xfrm>
            <a:off x="6419850" y="3105150"/>
            <a:ext cx="495300" cy="323850"/>
          </a:xfrm>
          <a:prstGeom prst="rect">
            <a:avLst/>
          </a:prstGeom>
          <a:noFill/>
          <a:ln w="0">
            <a:noFill/>
            <a:prstDash val="solid"/>
          </a:ln>
        </p:spPr>
        <p:txBody>
          <a:bodyPr lIns="0" tIns="0" rIns="0" bIns="0" anchor="ctr">
            <a:normAutofit/>
          </a:bodyPr>
          <a:lstStyle/>
          <a:p>
            <a:pPr algn="ctr">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a:t>
            </a:r>
          </a:p>
        </p:txBody>
      </p:sp>
      <p:sp>
        <p:nvSpPr>
          <p:cNvPr id="28" name="Rechteck 27">
            <a:extLst>
              <a:ext uri="{FF2B5EF4-FFF2-40B4-BE49-F238E27FC236}">
                <a16:creationId xmlns:a16="http://schemas.microsoft.com/office/drawing/2014/main" id="{10979715-7B44-4A36-B9FB-1370F4147D4C}"/>
              </a:ext>
            </a:extLst>
          </p:cNvPr>
          <p:cNvSpPr>
            <a:spLocks noGrp="1"/>
          </p:cNvSpPr>
          <p:nvPr/>
        </p:nvSpPr>
        <p:spPr>
          <a:xfrm>
            <a:off x="7067550" y="3152775"/>
            <a:ext cx="3638550" cy="228600"/>
          </a:xfrm>
          <a:prstGeom prst="rect">
            <a:avLst/>
          </a:prstGeom>
          <a:noFill/>
          <a:ln w="0">
            <a:noFill/>
            <a:prstDash val="solid"/>
          </a:ln>
        </p:spPr>
        <p:txBody>
          <a:bodyPr lIns="0" tIns="0" rIns="0" bIns="0" anchor="t">
            <a:normAutofit/>
          </a:bodyPr>
          <a:lstStyle/>
          <a:p>
            <a:pPr algn="l">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Ligaspiel</a:t>
            </a:r>
          </a:p>
        </p:txBody>
      </p:sp>
      <p:sp>
        <p:nvSpPr>
          <p:cNvPr id="29" name="Rechteck: abgerundete Ecken 28">
            <a:extLst>
              <a:ext uri="{FF2B5EF4-FFF2-40B4-BE49-F238E27FC236}">
                <a16:creationId xmlns:a16="http://schemas.microsoft.com/office/drawing/2014/main" id="{B8143663-68C9-4D71-AE36-CD19441C41C6}"/>
              </a:ext>
            </a:extLst>
          </p:cNvPr>
          <p:cNvSpPr>
            <a:spLocks noGrp="1"/>
          </p:cNvSpPr>
          <p:nvPr/>
        </p:nvSpPr>
        <p:spPr>
          <a:xfrm>
            <a:off x="6286500" y="3543300"/>
            <a:ext cx="4686300" cy="361950"/>
          </a:xfrm>
          <a:prstGeom prst="roundRect">
            <a:avLst>
              <a:gd name="adj" fmla="val 31579"/>
            </a:avLst>
          </a:prstGeom>
          <a:solidFill>
            <a:srgbClr val="242821"/>
          </a:solidFill>
          <a:ln w="0">
            <a:noFill/>
            <a:prstDash val="solid"/>
          </a:ln>
        </p:spPr>
      </p:sp>
      <p:sp>
        <p:nvSpPr>
          <p:cNvPr id="30" name="Rechteck 29">
            <a:extLst>
              <a:ext uri="{FF2B5EF4-FFF2-40B4-BE49-F238E27FC236}">
                <a16:creationId xmlns:a16="http://schemas.microsoft.com/office/drawing/2014/main" id="{44410683-9ECD-46F9-9DB8-18D1EA4D9F5E}"/>
              </a:ext>
            </a:extLst>
          </p:cNvPr>
          <p:cNvSpPr>
            <a:spLocks noGrp="1"/>
          </p:cNvSpPr>
          <p:nvPr/>
        </p:nvSpPr>
        <p:spPr>
          <a:xfrm>
            <a:off x="6419850" y="3562350"/>
            <a:ext cx="495300" cy="323850"/>
          </a:xfrm>
          <a:prstGeom prst="rect">
            <a:avLst/>
          </a:prstGeom>
          <a:noFill/>
          <a:ln w="0">
            <a:noFill/>
            <a:prstDash val="solid"/>
          </a:ln>
        </p:spPr>
        <p:txBody>
          <a:bodyPr lIns="0" tIns="0" rIns="0" bIns="0" anchor="ctr">
            <a:normAutofit/>
          </a:bodyPr>
          <a:lstStyle/>
          <a:p>
            <a:pPr algn="ctr">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a:t>
            </a:r>
          </a:p>
        </p:txBody>
      </p:sp>
      <p:sp>
        <p:nvSpPr>
          <p:cNvPr id="31" name="Rechteck 30">
            <a:extLst>
              <a:ext uri="{FF2B5EF4-FFF2-40B4-BE49-F238E27FC236}">
                <a16:creationId xmlns:a16="http://schemas.microsoft.com/office/drawing/2014/main" id="{04578B3E-68BC-4F97-8F37-ACAB2CDF8A43}"/>
              </a:ext>
            </a:extLst>
          </p:cNvPr>
          <p:cNvSpPr>
            <a:spLocks noGrp="1"/>
          </p:cNvSpPr>
          <p:nvPr/>
        </p:nvSpPr>
        <p:spPr>
          <a:xfrm>
            <a:off x="7067550" y="3609975"/>
            <a:ext cx="3638550" cy="228600"/>
          </a:xfrm>
          <a:prstGeom prst="rect">
            <a:avLst/>
          </a:prstGeom>
          <a:noFill/>
          <a:ln w="0">
            <a:noFill/>
            <a:prstDash val="solid"/>
          </a:ln>
        </p:spPr>
        <p:txBody>
          <a:bodyPr lIns="0" tIns="0" rIns="0" bIns="0" anchor="t">
            <a:normAutofit/>
          </a:bodyPr>
          <a:lstStyle/>
          <a:p>
            <a:pPr algn="l">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Freundschaftsspiel</a:t>
            </a:r>
          </a:p>
        </p:txBody>
      </p:sp>
      <p:sp>
        <p:nvSpPr>
          <p:cNvPr id="32" name="Rechteck: abgerundete Ecken 31">
            <a:extLst>
              <a:ext uri="{FF2B5EF4-FFF2-40B4-BE49-F238E27FC236}">
                <a16:creationId xmlns:a16="http://schemas.microsoft.com/office/drawing/2014/main" id="{676DA3C5-F17E-46C3-B9EE-A3E671A8DF19}"/>
              </a:ext>
            </a:extLst>
          </p:cNvPr>
          <p:cNvSpPr>
            <a:spLocks noGrp="1"/>
          </p:cNvSpPr>
          <p:nvPr/>
        </p:nvSpPr>
        <p:spPr>
          <a:xfrm>
            <a:off x="6286500" y="4000500"/>
            <a:ext cx="4686300" cy="361950"/>
          </a:xfrm>
          <a:prstGeom prst="roundRect">
            <a:avLst>
              <a:gd name="adj" fmla="val 31579"/>
            </a:avLst>
          </a:prstGeom>
          <a:solidFill>
            <a:srgbClr val="252A24"/>
          </a:solidFill>
          <a:ln w="0">
            <a:noFill/>
            <a:prstDash val="solid"/>
          </a:ln>
        </p:spPr>
      </p:sp>
      <p:sp>
        <p:nvSpPr>
          <p:cNvPr id="33" name="Rechteck 32">
            <a:extLst>
              <a:ext uri="{FF2B5EF4-FFF2-40B4-BE49-F238E27FC236}">
                <a16:creationId xmlns:a16="http://schemas.microsoft.com/office/drawing/2014/main" id="{D861183D-F4C5-43EF-9C9A-A79A7D34F84B}"/>
              </a:ext>
            </a:extLst>
          </p:cNvPr>
          <p:cNvSpPr>
            <a:spLocks noGrp="1"/>
          </p:cNvSpPr>
          <p:nvPr/>
        </p:nvSpPr>
        <p:spPr>
          <a:xfrm>
            <a:off x="6419850" y="4019550"/>
            <a:ext cx="495300" cy="323850"/>
          </a:xfrm>
          <a:prstGeom prst="rect">
            <a:avLst/>
          </a:prstGeom>
          <a:noFill/>
          <a:ln w="0">
            <a:noFill/>
            <a:prstDash val="solid"/>
          </a:ln>
        </p:spPr>
        <p:txBody>
          <a:bodyPr lIns="0" tIns="0" rIns="0" bIns="0" anchor="ctr">
            <a:normAutofit/>
          </a:bodyPr>
          <a:lstStyle/>
          <a:p>
            <a:pPr algn="ctr">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a:t>
            </a:r>
          </a:p>
        </p:txBody>
      </p:sp>
      <p:sp>
        <p:nvSpPr>
          <p:cNvPr id="34" name="Rechteck 33">
            <a:extLst>
              <a:ext uri="{FF2B5EF4-FFF2-40B4-BE49-F238E27FC236}">
                <a16:creationId xmlns:a16="http://schemas.microsoft.com/office/drawing/2014/main" id="{E0667469-2814-4226-AC4B-3D249E158A65}"/>
              </a:ext>
            </a:extLst>
          </p:cNvPr>
          <p:cNvSpPr>
            <a:spLocks noGrp="1"/>
          </p:cNvSpPr>
          <p:nvPr/>
        </p:nvSpPr>
        <p:spPr>
          <a:xfrm>
            <a:off x="7067550" y="4067175"/>
            <a:ext cx="3638550" cy="228600"/>
          </a:xfrm>
          <a:prstGeom prst="rect">
            <a:avLst/>
          </a:prstGeom>
          <a:noFill/>
          <a:ln w="0">
            <a:noFill/>
            <a:prstDash val="solid"/>
          </a:ln>
        </p:spPr>
        <p:txBody>
          <a:bodyPr lIns="0" tIns="0" rIns="0" bIns="0" anchor="t">
            <a:normAutofit/>
          </a:bodyPr>
          <a:lstStyle/>
          <a:p>
            <a:pPr algn="l">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Pokal</a:t>
            </a:r>
          </a:p>
        </p:txBody>
      </p:sp>
      <p:sp>
        <p:nvSpPr>
          <p:cNvPr id="35" name="Rechteck: abgerundete Ecken 34">
            <a:extLst>
              <a:ext uri="{FF2B5EF4-FFF2-40B4-BE49-F238E27FC236}">
                <a16:creationId xmlns:a16="http://schemas.microsoft.com/office/drawing/2014/main" id="{052E7EAB-DB17-4FA7-82A4-EE78F555E74C}"/>
              </a:ext>
            </a:extLst>
          </p:cNvPr>
          <p:cNvSpPr>
            <a:spLocks noGrp="1"/>
          </p:cNvSpPr>
          <p:nvPr/>
        </p:nvSpPr>
        <p:spPr>
          <a:xfrm>
            <a:off x="6286500" y="4457700"/>
            <a:ext cx="4686300" cy="361950"/>
          </a:xfrm>
          <a:prstGeom prst="roundRect">
            <a:avLst>
              <a:gd name="adj" fmla="val 31579"/>
            </a:avLst>
          </a:prstGeom>
          <a:solidFill>
            <a:srgbClr val="242821"/>
          </a:solidFill>
          <a:ln w="0">
            <a:noFill/>
            <a:prstDash val="solid"/>
          </a:ln>
        </p:spPr>
      </p:sp>
      <p:sp>
        <p:nvSpPr>
          <p:cNvPr id="36" name="Rechteck 35">
            <a:extLst>
              <a:ext uri="{FF2B5EF4-FFF2-40B4-BE49-F238E27FC236}">
                <a16:creationId xmlns:a16="http://schemas.microsoft.com/office/drawing/2014/main" id="{8EB7D811-E508-4F39-ACA9-BE22EAC294DB}"/>
              </a:ext>
            </a:extLst>
          </p:cNvPr>
          <p:cNvSpPr>
            <a:spLocks noGrp="1"/>
          </p:cNvSpPr>
          <p:nvPr/>
        </p:nvSpPr>
        <p:spPr>
          <a:xfrm>
            <a:off x="6419850" y="4476750"/>
            <a:ext cx="495300" cy="323850"/>
          </a:xfrm>
          <a:prstGeom prst="rect">
            <a:avLst/>
          </a:prstGeom>
          <a:noFill/>
          <a:ln w="0">
            <a:noFill/>
            <a:prstDash val="solid"/>
          </a:ln>
        </p:spPr>
        <p:txBody>
          <a:bodyPr lIns="0" tIns="0" rIns="0" bIns="0" anchor="ctr">
            <a:normAutofit/>
          </a:bodyPr>
          <a:lstStyle/>
          <a:p>
            <a:pPr algn="ctr">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a:t>
            </a:r>
          </a:p>
        </p:txBody>
      </p:sp>
      <p:sp>
        <p:nvSpPr>
          <p:cNvPr id="37" name="Rechteck 36">
            <a:extLst>
              <a:ext uri="{FF2B5EF4-FFF2-40B4-BE49-F238E27FC236}">
                <a16:creationId xmlns:a16="http://schemas.microsoft.com/office/drawing/2014/main" id="{74B9FEF1-465F-4270-857E-B6A217A9D554}"/>
              </a:ext>
            </a:extLst>
          </p:cNvPr>
          <p:cNvSpPr>
            <a:spLocks noGrp="1"/>
          </p:cNvSpPr>
          <p:nvPr/>
        </p:nvSpPr>
        <p:spPr>
          <a:xfrm>
            <a:off x="7067550" y="4524375"/>
            <a:ext cx="3638550" cy="228600"/>
          </a:xfrm>
          <a:prstGeom prst="rect">
            <a:avLst/>
          </a:prstGeom>
          <a:noFill/>
          <a:ln w="0">
            <a:noFill/>
            <a:prstDash val="solid"/>
          </a:ln>
        </p:spPr>
        <p:txBody>
          <a:bodyPr lIns="0" tIns="0" rIns="0" bIns="0" anchor="t">
            <a:normAutofit/>
          </a:bodyPr>
          <a:lstStyle/>
          <a:p>
            <a:pPr algn="l">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Turnier</a:t>
            </a:r>
          </a:p>
        </p:txBody>
      </p:sp>
      <p:sp>
        <p:nvSpPr>
          <p:cNvPr id="38" name="Rechteck: abgerundete Ecken 37">
            <a:extLst>
              <a:ext uri="{FF2B5EF4-FFF2-40B4-BE49-F238E27FC236}">
                <a16:creationId xmlns:a16="http://schemas.microsoft.com/office/drawing/2014/main" id="{6574A519-13F3-4A13-B78B-2D0EE4E85DE4}"/>
              </a:ext>
            </a:extLst>
          </p:cNvPr>
          <p:cNvSpPr>
            <a:spLocks noGrp="1"/>
          </p:cNvSpPr>
          <p:nvPr/>
        </p:nvSpPr>
        <p:spPr>
          <a:xfrm>
            <a:off x="6286500" y="4914900"/>
            <a:ext cx="4686300" cy="361950"/>
          </a:xfrm>
          <a:prstGeom prst="roundRect">
            <a:avLst>
              <a:gd name="adj" fmla="val 31579"/>
            </a:avLst>
          </a:prstGeom>
          <a:solidFill>
            <a:srgbClr val="252A24"/>
          </a:solidFill>
          <a:ln w="0">
            <a:noFill/>
            <a:prstDash val="solid"/>
          </a:ln>
        </p:spPr>
      </p:sp>
      <p:sp>
        <p:nvSpPr>
          <p:cNvPr id="39" name="Rechteck 38">
            <a:extLst>
              <a:ext uri="{FF2B5EF4-FFF2-40B4-BE49-F238E27FC236}">
                <a16:creationId xmlns:a16="http://schemas.microsoft.com/office/drawing/2014/main" id="{A69601E9-8518-4C6F-B142-7AFC50B95272}"/>
              </a:ext>
            </a:extLst>
          </p:cNvPr>
          <p:cNvSpPr>
            <a:spLocks noGrp="1"/>
          </p:cNvSpPr>
          <p:nvPr/>
        </p:nvSpPr>
        <p:spPr>
          <a:xfrm>
            <a:off x="6419850" y="4933950"/>
            <a:ext cx="495300" cy="323850"/>
          </a:xfrm>
          <a:prstGeom prst="rect">
            <a:avLst/>
          </a:prstGeom>
          <a:noFill/>
          <a:ln w="0">
            <a:noFill/>
            <a:prstDash val="solid"/>
          </a:ln>
        </p:spPr>
        <p:txBody>
          <a:bodyPr lIns="0" tIns="0" rIns="0" bIns="0" anchor="ctr">
            <a:normAutofit/>
          </a:bodyPr>
          <a:lstStyle/>
          <a:p>
            <a:pPr algn="ctr">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a:t>
            </a:r>
          </a:p>
        </p:txBody>
      </p:sp>
      <p:sp>
        <p:nvSpPr>
          <p:cNvPr id="40" name="Rechteck 39">
            <a:extLst>
              <a:ext uri="{FF2B5EF4-FFF2-40B4-BE49-F238E27FC236}">
                <a16:creationId xmlns:a16="http://schemas.microsoft.com/office/drawing/2014/main" id="{ED5D0E4D-DE8D-4E55-8A2F-B90A4971E6BF}"/>
              </a:ext>
            </a:extLst>
          </p:cNvPr>
          <p:cNvSpPr>
            <a:spLocks noGrp="1"/>
          </p:cNvSpPr>
          <p:nvPr/>
        </p:nvSpPr>
        <p:spPr>
          <a:xfrm>
            <a:off x="7067550" y="4981575"/>
            <a:ext cx="3638550" cy="228600"/>
          </a:xfrm>
          <a:prstGeom prst="rect">
            <a:avLst/>
          </a:prstGeom>
          <a:noFill/>
          <a:ln w="0">
            <a:noFill/>
            <a:prstDash val="solid"/>
          </a:ln>
        </p:spPr>
        <p:txBody>
          <a:bodyPr lIns="0" tIns="0" rIns="0" bIns="0" anchor="t">
            <a:normAutofit/>
          </a:bodyPr>
          <a:lstStyle/>
          <a:p>
            <a:pPr algn="l">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Sonstiger Termin</a:t>
            </a:r>
          </a:p>
        </p:txBody>
      </p:sp>
      <p:sp>
        <p:nvSpPr>
          <p:cNvPr id="41" name="Rechteck 40">
            <a:extLst>
              <a:ext uri="{FF2B5EF4-FFF2-40B4-BE49-F238E27FC236}">
                <a16:creationId xmlns:a16="http://schemas.microsoft.com/office/drawing/2014/main" id="{23390178-9AAB-4C79-822E-98FFA2F1C1AD}"/>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13669239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35" name="Rechteck 34">
            <a:extLst>
              <a:ext uri="{FF2B5EF4-FFF2-40B4-BE49-F238E27FC236}">
                <a16:creationId xmlns:a16="http://schemas.microsoft.com/office/drawing/2014/main" id="{D4121B5C-192F-4B24-AF8A-FF582268658B}"/>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SPIELTAG</a:t>
            </a:r>
          </a:p>
        </p:txBody>
      </p:sp>
      <p:sp>
        <p:nvSpPr>
          <p:cNvPr id="2" name="Rechteck 1">
            <a:extLst>
              <a:ext uri="{FF2B5EF4-FFF2-40B4-BE49-F238E27FC236}">
                <a16:creationId xmlns:a16="http://schemas.microsoft.com/office/drawing/2014/main" id="{71091594-A428-4562-894E-428163A32740}"/>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Freigegebenes sehen – Internes bleibt intern</a:t>
            </a:r>
          </a:p>
        </p:txBody>
      </p:sp>
      <p:sp>
        <p:nvSpPr>
          <p:cNvPr id="3" name="Rechteck: abgerundete Ecken 2">
            <a:extLst>
              <a:ext uri="{FF2B5EF4-FFF2-40B4-BE49-F238E27FC236}">
                <a16:creationId xmlns:a16="http://schemas.microsoft.com/office/drawing/2014/main" id="{B072ABAD-E9DF-4E8F-A0A2-2D99138AB457}"/>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85F672BF-5804-451F-A143-CF911874905C}"/>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8</a:t>
            </a:r>
          </a:p>
        </p:txBody>
      </p:sp>
      <p:sp>
        <p:nvSpPr>
          <p:cNvPr id="5" name="Rechteck 4">
            <a:extLst>
              <a:ext uri="{FF2B5EF4-FFF2-40B4-BE49-F238E27FC236}">
                <a16:creationId xmlns:a16="http://schemas.microsoft.com/office/drawing/2014/main" id="{CEF03D36-B8BF-4797-860E-CEDA7D7FC4E6}"/>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Das Trainerteam entscheidet bewusst, welche Inhalte Familien sehen.</a:t>
            </a:r>
          </a:p>
        </p:txBody>
      </p:sp>
      <p:sp>
        <p:nvSpPr>
          <p:cNvPr id="6" name="Rechteck: abgerundete Ecken 5">
            <a:extLst>
              <a:ext uri="{FF2B5EF4-FFF2-40B4-BE49-F238E27FC236}">
                <a16:creationId xmlns:a16="http://schemas.microsoft.com/office/drawing/2014/main" id="{6DE96402-3114-4FCB-8A7E-50ABBE694BE9}"/>
              </a:ext>
            </a:extLst>
          </p:cNvPr>
          <p:cNvSpPr>
            <a:spLocks noGrp="1"/>
          </p:cNvSpPr>
          <p:nvPr/>
        </p:nvSpPr>
        <p:spPr>
          <a:xfrm>
            <a:off x="533400" y="1933575"/>
            <a:ext cx="11125200" cy="1733550"/>
          </a:xfrm>
          <a:prstGeom prst="roundRect">
            <a:avLst>
              <a:gd name="adj" fmla="val 14286"/>
            </a:avLst>
          </a:prstGeom>
          <a:solidFill>
            <a:srgbClr val="121512"/>
          </a:solidFill>
          <a:ln w="0">
            <a:noFill/>
            <a:prstDash val="solid"/>
          </a:ln>
        </p:spPr>
      </p:sp>
      <p:sp>
        <p:nvSpPr>
          <p:cNvPr id="7" name="Rechteck: abgerundete Ecken 6">
            <a:extLst>
              <a:ext uri="{FF2B5EF4-FFF2-40B4-BE49-F238E27FC236}">
                <a16:creationId xmlns:a16="http://schemas.microsoft.com/office/drawing/2014/main" id="{F449F955-8A40-456E-BCD7-4E9CF1841136}"/>
              </a:ext>
            </a:extLst>
          </p:cNvPr>
          <p:cNvSpPr>
            <a:spLocks noGrp="1"/>
          </p:cNvSpPr>
          <p:nvPr/>
        </p:nvSpPr>
        <p:spPr>
          <a:xfrm>
            <a:off x="819150" y="2181225"/>
            <a:ext cx="857250" cy="857250"/>
          </a:xfrm>
          <a:prstGeom prst="roundRect">
            <a:avLst>
              <a:gd name="adj" fmla="val 20000"/>
            </a:avLst>
          </a:prstGeom>
          <a:solidFill>
            <a:srgbClr val="FFFFFF"/>
          </a:solidFill>
          <a:ln w="0">
            <a:noFill/>
            <a:prstDash val="solid"/>
          </a:ln>
        </p:spPr>
      </p:sp>
      <p:sp>
        <p:nvSpPr>
          <p:cNvPr id="8" name="Rechteck 7">
            <a:extLst>
              <a:ext uri="{FF2B5EF4-FFF2-40B4-BE49-F238E27FC236}">
                <a16:creationId xmlns:a16="http://schemas.microsoft.com/office/drawing/2014/main" id="{8C6AC942-33DB-48B4-9671-4B7B92F1E8E3}"/>
              </a:ext>
            </a:extLst>
          </p:cNvPr>
          <p:cNvSpPr>
            <a:spLocks noGrp="1"/>
          </p:cNvSpPr>
          <p:nvPr/>
        </p:nvSpPr>
        <p:spPr>
          <a:xfrm>
            <a:off x="819150" y="2181225"/>
            <a:ext cx="857250" cy="857250"/>
          </a:xfrm>
          <a:prstGeom prst="rect">
            <a:avLst/>
          </a:prstGeom>
          <a:noFill/>
          <a:ln w="0">
            <a:noFill/>
            <a:prstDash val="solid"/>
          </a:ln>
        </p:spPr>
        <p:txBody>
          <a:bodyPr lIns="0" tIns="0" rIns="0" bIns="0" anchor="ctr">
            <a:normAutofit/>
          </a:bodyPr>
          <a:lstStyle/>
          <a:p>
            <a:pPr algn="ctr">
              <a:defRPr sz="1950" b="1">
                <a:solidFill>
                  <a:srgbClr val="7B6900"/>
                </a:solidFill>
                <a:latin typeface="Aptos Display"/>
                <a:ea typeface="Aptos Display"/>
                <a:cs typeface="Aptos Display"/>
              </a:defRPr>
            </a:pPr>
            <a:r>
              <a:rPr sz="1950" b="1">
                <a:solidFill>
                  <a:srgbClr val="7B6900"/>
                </a:solidFill>
                <a:latin typeface="Aptos Display"/>
                <a:ea typeface="Aptos Display"/>
                <a:cs typeface="Aptos Display"/>
              </a:rPr>
              <a:t>FC</a:t>
            </a:r>
          </a:p>
        </p:txBody>
      </p:sp>
      <p:sp>
        <p:nvSpPr>
          <p:cNvPr id="9" name="Rechteck 8">
            <a:extLst>
              <a:ext uri="{FF2B5EF4-FFF2-40B4-BE49-F238E27FC236}">
                <a16:creationId xmlns:a16="http://schemas.microsoft.com/office/drawing/2014/main" id="{F5DA1546-261B-47A2-9C73-B27CF96195C5}"/>
              </a:ext>
            </a:extLst>
          </p:cNvPr>
          <p:cNvSpPr>
            <a:spLocks noGrp="1"/>
          </p:cNvSpPr>
          <p:nvPr/>
        </p:nvSpPr>
        <p:spPr>
          <a:xfrm>
            <a:off x="1924050" y="2324100"/>
            <a:ext cx="2476500" cy="285750"/>
          </a:xfrm>
          <a:prstGeom prst="rect">
            <a:avLst/>
          </a:prstGeom>
          <a:noFill/>
          <a:ln w="0">
            <a:noFill/>
            <a:prstDash val="solid"/>
          </a:ln>
        </p:spPr>
        <p:txBody>
          <a:bodyPr lIns="0" tIns="0" rIns="0" bIns="0" anchor="t">
            <a:normAutofit/>
          </a:bodyPr>
          <a:lstStyle/>
          <a:p>
            <a:pPr algn="l">
              <a:defRPr sz="1725" b="1">
                <a:solidFill>
                  <a:srgbClr val="FFFFFF"/>
                </a:solidFill>
                <a:latin typeface="Aptos Display"/>
                <a:ea typeface="Aptos Display"/>
                <a:cs typeface="Aptos Display"/>
              </a:defRPr>
            </a:pPr>
            <a:r>
              <a:rPr sz="1725" b="1">
                <a:solidFill>
                  <a:srgbClr val="FFFFFF"/>
                </a:solidFill>
                <a:latin typeface="Aptos Display"/>
                <a:ea typeface="Aptos Display"/>
                <a:cs typeface="Aptos Display"/>
              </a:rPr>
              <a:t>FC Teugn</a:t>
            </a:r>
          </a:p>
        </p:txBody>
      </p:sp>
      <p:sp>
        <p:nvSpPr>
          <p:cNvPr id="10" name="Rechteck 9">
            <a:extLst>
              <a:ext uri="{FF2B5EF4-FFF2-40B4-BE49-F238E27FC236}">
                <a16:creationId xmlns:a16="http://schemas.microsoft.com/office/drawing/2014/main" id="{3F684B0E-D68C-448D-A349-735264FEEF8E}"/>
              </a:ext>
            </a:extLst>
          </p:cNvPr>
          <p:cNvSpPr>
            <a:spLocks noGrp="1"/>
          </p:cNvSpPr>
          <p:nvPr/>
        </p:nvSpPr>
        <p:spPr>
          <a:xfrm>
            <a:off x="4629150" y="2295525"/>
            <a:ext cx="781050" cy="647700"/>
          </a:xfrm>
          <a:prstGeom prst="rect">
            <a:avLst/>
          </a:prstGeom>
          <a:noFill/>
          <a:ln w="0">
            <a:noFill/>
            <a:prstDash val="solid"/>
          </a:ln>
        </p:spPr>
        <p:txBody>
          <a:bodyPr lIns="0" tIns="0" rIns="0" bIns="0" anchor="ctr">
            <a:normAutofit/>
          </a:bodyPr>
          <a:lstStyle/>
          <a:p>
            <a:pPr algn="ctr">
              <a:defRPr sz="3750" b="1">
                <a:solidFill>
                  <a:srgbClr val="FFE500"/>
                </a:solidFill>
                <a:latin typeface="Aptos Display"/>
                <a:ea typeface="Aptos Display"/>
                <a:cs typeface="Aptos Display"/>
              </a:defRPr>
            </a:pPr>
            <a:r>
              <a:rPr sz="3750" b="1">
                <a:solidFill>
                  <a:srgbClr val="FFE500"/>
                </a:solidFill>
                <a:latin typeface="Aptos Display"/>
                <a:ea typeface="Aptos Display"/>
                <a:cs typeface="Aptos Display"/>
              </a:rPr>
              <a:t>0</a:t>
            </a:r>
          </a:p>
        </p:txBody>
      </p:sp>
      <p:sp>
        <p:nvSpPr>
          <p:cNvPr id="11" name="Rechteck 10">
            <a:extLst>
              <a:ext uri="{FF2B5EF4-FFF2-40B4-BE49-F238E27FC236}">
                <a16:creationId xmlns:a16="http://schemas.microsoft.com/office/drawing/2014/main" id="{74BAA5F0-ADFA-44E9-90C9-567B6B69EE05}"/>
              </a:ext>
            </a:extLst>
          </p:cNvPr>
          <p:cNvSpPr>
            <a:spLocks noGrp="1"/>
          </p:cNvSpPr>
          <p:nvPr/>
        </p:nvSpPr>
        <p:spPr>
          <a:xfrm>
            <a:off x="5591175" y="2295525"/>
            <a:ext cx="342900" cy="647700"/>
          </a:xfrm>
          <a:prstGeom prst="rect">
            <a:avLst/>
          </a:prstGeom>
          <a:noFill/>
          <a:ln w="0">
            <a:noFill/>
            <a:prstDash val="solid"/>
          </a:ln>
        </p:spPr>
        <p:txBody>
          <a:bodyPr lIns="0" tIns="0" rIns="0" bIns="0" anchor="ctr">
            <a:normAutofit/>
          </a:bodyPr>
          <a:lstStyle/>
          <a:p>
            <a:pPr algn="ctr">
              <a:defRPr sz="3150" b="1">
                <a:solidFill>
                  <a:srgbClr val="8A8E86"/>
                </a:solidFill>
                <a:latin typeface="Aptos Display"/>
                <a:ea typeface="Aptos Display"/>
                <a:cs typeface="Aptos Display"/>
              </a:defRPr>
            </a:pPr>
            <a:r>
              <a:rPr sz="3150" b="1">
                <a:solidFill>
                  <a:srgbClr val="8A8E86"/>
                </a:solidFill>
                <a:latin typeface="Aptos Display"/>
                <a:ea typeface="Aptos Display"/>
                <a:cs typeface="Aptos Display"/>
              </a:rPr>
              <a:t>:</a:t>
            </a:r>
          </a:p>
        </p:txBody>
      </p:sp>
      <p:sp>
        <p:nvSpPr>
          <p:cNvPr id="12" name="Rechteck 11">
            <a:extLst>
              <a:ext uri="{FF2B5EF4-FFF2-40B4-BE49-F238E27FC236}">
                <a16:creationId xmlns:a16="http://schemas.microsoft.com/office/drawing/2014/main" id="{565D9E9A-E67B-4334-BFE4-5E642CFF4C7A}"/>
              </a:ext>
            </a:extLst>
          </p:cNvPr>
          <p:cNvSpPr>
            <a:spLocks noGrp="1"/>
          </p:cNvSpPr>
          <p:nvPr/>
        </p:nvSpPr>
        <p:spPr>
          <a:xfrm>
            <a:off x="6096000" y="2295525"/>
            <a:ext cx="781050" cy="647700"/>
          </a:xfrm>
          <a:prstGeom prst="rect">
            <a:avLst/>
          </a:prstGeom>
          <a:noFill/>
          <a:ln w="0">
            <a:noFill/>
            <a:prstDash val="solid"/>
          </a:ln>
        </p:spPr>
        <p:txBody>
          <a:bodyPr lIns="0" tIns="0" rIns="0" bIns="0" anchor="ctr">
            <a:normAutofit/>
          </a:bodyPr>
          <a:lstStyle/>
          <a:p>
            <a:pPr algn="ctr">
              <a:defRPr sz="3750" b="1">
                <a:solidFill>
                  <a:srgbClr val="FFFFFF"/>
                </a:solidFill>
                <a:latin typeface="Aptos Display"/>
                <a:ea typeface="Aptos Display"/>
                <a:cs typeface="Aptos Display"/>
              </a:defRPr>
            </a:pPr>
            <a:r>
              <a:rPr sz="3750" b="1">
                <a:solidFill>
                  <a:srgbClr val="FFFFFF"/>
                </a:solidFill>
                <a:latin typeface="Aptos Display"/>
                <a:ea typeface="Aptos Display"/>
                <a:cs typeface="Aptos Display"/>
              </a:rPr>
              <a:t>0</a:t>
            </a:r>
          </a:p>
        </p:txBody>
      </p:sp>
      <p:sp>
        <p:nvSpPr>
          <p:cNvPr id="13" name="Rechteck 12">
            <a:extLst>
              <a:ext uri="{FF2B5EF4-FFF2-40B4-BE49-F238E27FC236}">
                <a16:creationId xmlns:a16="http://schemas.microsoft.com/office/drawing/2014/main" id="{622E5172-8790-453B-9E37-BC8CD37760FC}"/>
              </a:ext>
            </a:extLst>
          </p:cNvPr>
          <p:cNvSpPr>
            <a:spLocks noGrp="1"/>
          </p:cNvSpPr>
          <p:nvPr/>
        </p:nvSpPr>
        <p:spPr>
          <a:xfrm>
            <a:off x="7124700" y="2324100"/>
            <a:ext cx="2743200" cy="285750"/>
          </a:xfrm>
          <a:prstGeom prst="rect">
            <a:avLst/>
          </a:prstGeom>
          <a:noFill/>
          <a:ln w="0">
            <a:noFill/>
            <a:prstDash val="solid"/>
          </a:ln>
        </p:spPr>
        <p:txBody>
          <a:bodyPr lIns="0" tIns="0" rIns="0" bIns="0" anchor="t">
            <a:normAutofit/>
          </a:bodyPr>
          <a:lstStyle/>
          <a:p>
            <a:pPr algn="r">
              <a:defRPr sz="1725" b="1">
                <a:solidFill>
                  <a:srgbClr val="FFFFFF"/>
                </a:solidFill>
                <a:latin typeface="Aptos Display"/>
                <a:ea typeface="Aptos Display"/>
                <a:cs typeface="Aptos Display"/>
              </a:defRPr>
            </a:pPr>
            <a:r>
              <a:rPr sz="1725" b="1">
                <a:solidFill>
                  <a:srgbClr val="FFFFFF"/>
                </a:solidFill>
                <a:latin typeface="Aptos Display"/>
                <a:ea typeface="Aptos Display"/>
                <a:cs typeface="Aptos Display"/>
              </a:rPr>
              <a:t>TSV Langquaid E1</a:t>
            </a:r>
          </a:p>
        </p:txBody>
      </p:sp>
      <p:sp>
        <p:nvSpPr>
          <p:cNvPr id="14" name="Rechteck: abgerundete Ecken 13">
            <a:extLst>
              <a:ext uri="{FF2B5EF4-FFF2-40B4-BE49-F238E27FC236}">
                <a16:creationId xmlns:a16="http://schemas.microsoft.com/office/drawing/2014/main" id="{1453DF50-4EBF-4ADE-B546-783943D221E2}"/>
              </a:ext>
            </a:extLst>
          </p:cNvPr>
          <p:cNvSpPr>
            <a:spLocks noGrp="1"/>
          </p:cNvSpPr>
          <p:nvPr/>
        </p:nvSpPr>
        <p:spPr>
          <a:xfrm>
            <a:off x="10096500" y="2181225"/>
            <a:ext cx="857250" cy="857250"/>
          </a:xfrm>
          <a:prstGeom prst="roundRect">
            <a:avLst>
              <a:gd name="adj" fmla="val 20000"/>
            </a:avLst>
          </a:prstGeom>
          <a:solidFill>
            <a:srgbClr val="FFFFFF"/>
          </a:solidFill>
          <a:ln w="0">
            <a:noFill/>
            <a:prstDash val="solid"/>
          </a:ln>
        </p:spPr>
      </p:sp>
      <p:sp>
        <p:nvSpPr>
          <p:cNvPr id="15" name="Rechteck 14">
            <a:extLst>
              <a:ext uri="{FF2B5EF4-FFF2-40B4-BE49-F238E27FC236}">
                <a16:creationId xmlns:a16="http://schemas.microsoft.com/office/drawing/2014/main" id="{E30C64E6-EA26-470F-B2B7-1F5C3964C36E}"/>
              </a:ext>
            </a:extLst>
          </p:cNvPr>
          <p:cNvSpPr>
            <a:spLocks noGrp="1"/>
          </p:cNvSpPr>
          <p:nvPr/>
        </p:nvSpPr>
        <p:spPr>
          <a:xfrm>
            <a:off x="10096500" y="2181225"/>
            <a:ext cx="857250" cy="857250"/>
          </a:xfrm>
          <a:prstGeom prst="rect">
            <a:avLst/>
          </a:prstGeom>
          <a:noFill/>
          <a:ln w="0">
            <a:noFill/>
            <a:prstDash val="solid"/>
          </a:ln>
        </p:spPr>
        <p:txBody>
          <a:bodyPr lIns="0" tIns="0" rIns="0" bIns="0" anchor="ctr">
            <a:normAutofit/>
          </a:bodyPr>
          <a:lstStyle/>
          <a:p>
            <a:pPr algn="ctr">
              <a:defRPr sz="1650" b="1">
                <a:solidFill>
                  <a:srgbClr val="315C79"/>
                </a:solidFill>
                <a:latin typeface="Aptos Display"/>
                <a:ea typeface="Aptos Display"/>
                <a:cs typeface="Aptos Display"/>
              </a:defRPr>
            </a:pPr>
            <a:r>
              <a:rPr sz="1650" b="1">
                <a:solidFill>
                  <a:srgbClr val="315C79"/>
                </a:solidFill>
                <a:latin typeface="Aptos Display"/>
                <a:ea typeface="Aptos Display"/>
                <a:cs typeface="Aptos Display"/>
              </a:rPr>
              <a:t>TSV</a:t>
            </a:r>
          </a:p>
        </p:txBody>
      </p:sp>
      <p:sp>
        <p:nvSpPr>
          <p:cNvPr id="16" name="Rechteck 15">
            <a:extLst>
              <a:ext uri="{FF2B5EF4-FFF2-40B4-BE49-F238E27FC236}">
                <a16:creationId xmlns:a16="http://schemas.microsoft.com/office/drawing/2014/main" id="{92D06486-2354-4655-B759-BABB457FEB57}"/>
              </a:ext>
            </a:extLst>
          </p:cNvPr>
          <p:cNvSpPr>
            <a:spLocks noGrp="1"/>
          </p:cNvSpPr>
          <p:nvPr/>
        </p:nvSpPr>
        <p:spPr>
          <a:xfrm>
            <a:off x="1924050" y="3067050"/>
            <a:ext cx="7943850" cy="228600"/>
          </a:xfrm>
          <a:prstGeom prst="rect">
            <a:avLst/>
          </a:prstGeom>
          <a:noFill/>
          <a:ln w="0">
            <a:noFill/>
            <a:prstDash val="solid"/>
          </a:ln>
        </p:spPr>
        <p:txBody>
          <a:bodyPr lIns="0" tIns="0" rIns="0" bIns="0" anchor="t">
            <a:normAutofit/>
          </a:bodyPr>
          <a:lstStyle/>
          <a:p>
            <a:pPr algn="ctr">
              <a:defRPr sz="1125" b="0">
                <a:solidFill>
                  <a:srgbClr val="D7D9D2"/>
                </a:solidFill>
                <a:latin typeface="Aptos"/>
                <a:ea typeface="Aptos"/>
                <a:cs typeface="Aptos"/>
              </a:defRPr>
            </a:pPr>
            <a:r>
              <a:rPr sz="1125" b="0">
                <a:solidFill>
                  <a:srgbClr val="D7D9D2"/>
                </a:solidFill>
                <a:latin typeface="Aptos"/>
                <a:ea typeface="Aptos"/>
                <a:cs typeface="Aptos"/>
              </a:rPr>
              <a:t>08.09.2026 · 17:30 Uhr · Waldstadion</a:t>
            </a:r>
          </a:p>
        </p:txBody>
      </p:sp>
      <p:sp>
        <p:nvSpPr>
          <p:cNvPr id="17" name="Rechteck: abgerundete Ecken 16">
            <a:extLst>
              <a:ext uri="{FF2B5EF4-FFF2-40B4-BE49-F238E27FC236}">
                <a16:creationId xmlns:a16="http://schemas.microsoft.com/office/drawing/2014/main" id="{1370C497-89DF-4FF4-A3C8-120260F94FD5}"/>
              </a:ext>
            </a:extLst>
          </p:cNvPr>
          <p:cNvSpPr>
            <a:spLocks noGrp="1"/>
          </p:cNvSpPr>
          <p:nvPr/>
        </p:nvSpPr>
        <p:spPr>
          <a:xfrm>
            <a:off x="533400" y="4000500"/>
            <a:ext cx="3543300" cy="1314450"/>
          </a:xfrm>
          <a:prstGeom prst="roundRect">
            <a:avLst>
              <a:gd name="adj" fmla="val 15942"/>
            </a:avLst>
          </a:prstGeom>
          <a:solidFill>
            <a:srgbClr val="FFFFFF"/>
          </a:solidFill>
          <a:ln w="9525">
            <a:solidFill>
              <a:srgbClr val="E5E7DF"/>
            </a:solidFill>
            <a:prstDash val="solid"/>
          </a:ln>
        </p:spPr>
      </p:sp>
      <p:sp>
        <p:nvSpPr>
          <p:cNvPr id="18" name="Ellipse 17">
            <a:extLst>
              <a:ext uri="{FF2B5EF4-FFF2-40B4-BE49-F238E27FC236}">
                <a16:creationId xmlns:a16="http://schemas.microsoft.com/office/drawing/2014/main" id="{3C800F2C-3488-4E14-888F-F9397BEAAA96}"/>
              </a:ext>
            </a:extLst>
          </p:cNvPr>
          <p:cNvSpPr>
            <a:spLocks noGrp="1"/>
          </p:cNvSpPr>
          <p:nvPr/>
        </p:nvSpPr>
        <p:spPr>
          <a:xfrm>
            <a:off x="762000" y="4248150"/>
            <a:ext cx="400050" cy="400050"/>
          </a:xfrm>
          <a:prstGeom prst="ellipse">
            <a:avLst/>
          </a:prstGeom>
          <a:solidFill>
            <a:srgbClr val="FFE500"/>
          </a:solidFill>
          <a:ln w="0">
            <a:noFill/>
            <a:prstDash val="solid"/>
          </a:ln>
        </p:spPr>
      </p:sp>
      <p:sp>
        <p:nvSpPr>
          <p:cNvPr id="19" name="Rechteck 18">
            <a:extLst>
              <a:ext uri="{FF2B5EF4-FFF2-40B4-BE49-F238E27FC236}">
                <a16:creationId xmlns:a16="http://schemas.microsoft.com/office/drawing/2014/main" id="{4541017B-4DA3-4CC8-857C-FFB330DC626B}"/>
              </a:ext>
            </a:extLst>
          </p:cNvPr>
          <p:cNvSpPr>
            <a:spLocks noGrp="1"/>
          </p:cNvSpPr>
          <p:nvPr/>
        </p:nvSpPr>
        <p:spPr>
          <a:xfrm>
            <a:off x="762000" y="4257675"/>
            <a:ext cx="400050" cy="38100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1</a:t>
            </a:r>
          </a:p>
        </p:txBody>
      </p:sp>
      <p:sp>
        <p:nvSpPr>
          <p:cNvPr id="20" name="Rechteck 19">
            <a:extLst>
              <a:ext uri="{FF2B5EF4-FFF2-40B4-BE49-F238E27FC236}">
                <a16:creationId xmlns:a16="http://schemas.microsoft.com/office/drawing/2014/main" id="{7DA618AD-2105-4893-B7CA-162BA0E285A9}"/>
              </a:ext>
            </a:extLst>
          </p:cNvPr>
          <p:cNvSpPr>
            <a:spLocks noGrp="1"/>
          </p:cNvSpPr>
          <p:nvPr/>
        </p:nvSpPr>
        <p:spPr>
          <a:xfrm>
            <a:off x="1333500" y="4200525"/>
            <a:ext cx="2381250" cy="266700"/>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KADER</a:t>
            </a:r>
          </a:p>
        </p:txBody>
      </p:sp>
      <p:sp>
        <p:nvSpPr>
          <p:cNvPr id="21" name="Rechteck 20">
            <a:extLst>
              <a:ext uri="{FF2B5EF4-FFF2-40B4-BE49-F238E27FC236}">
                <a16:creationId xmlns:a16="http://schemas.microsoft.com/office/drawing/2014/main" id="{268B1405-49AE-479D-9663-93D3428C9E61}"/>
              </a:ext>
            </a:extLst>
          </p:cNvPr>
          <p:cNvSpPr>
            <a:spLocks noGrp="1"/>
          </p:cNvSpPr>
          <p:nvPr/>
        </p:nvSpPr>
        <p:spPr>
          <a:xfrm>
            <a:off x="762000" y="4695825"/>
            <a:ext cx="3086100" cy="409575"/>
          </a:xfrm>
          <a:prstGeom prst="rect">
            <a:avLst/>
          </a:prstGeom>
          <a:noFill/>
          <a:ln w="0">
            <a:noFill/>
            <a:prstDash val="solid"/>
          </a:ln>
        </p:spPr>
        <p:txBody>
          <a:bodyPr lIns="0" tIns="0" rIns="0" bIns="0" anchor="t">
            <a:normAutofit/>
          </a:bodyPr>
          <a:lstStyle/>
          <a:p>
            <a:pPr algn="l">
              <a:defRPr sz="1088" b="0">
                <a:solidFill>
                  <a:srgbClr val="656961"/>
                </a:solidFill>
                <a:latin typeface="Aptos"/>
                <a:ea typeface="Aptos"/>
                <a:cs typeface="Aptos"/>
              </a:defRPr>
            </a:pPr>
            <a:r>
              <a:rPr sz="1088" b="0">
                <a:solidFill>
                  <a:srgbClr val="656961"/>
                </a:solidFill>
                <a:latin typeface="Aptos"/>
                <a:ea typeface="Aptos"/>
                <a:cs typeface="Aptos"/>
              </a:rPr>
              <a:t>Nur der nominierte Mannschaftskader.</a:t>
            </a:r>
          </a:p>
        </p:txBody>
      </p:sp>
      <p:sp>
        <p:nvSpPr>
          <p:cNvPr id="22" name="Rechteck: abgerundete Ecken 21">
            <a:extLst>
              <a:ext uri="{FF2B5EF4-FFF2-40B4-BE49-F238E27FC236}">
                <a16:creationId xmlns:a16="http://schemas.microsoft.com/office/drawing/2014/main" id="{83C6181C-FBF4-4A07-8A99-CBFCA10E6662}"/>
              </a:ext>
            </a:extLst>
          </p:cNvPr>
          <p:cNvSpPr>
            <a:spLocks noGrp="1"/>
          </p:cNvSpPr>
          <p:nvPr/>
        </p:nvSpPr>
        <p:spPr>
          <a:xfrm>
            <a:off x="4314825" y="4000500"/>
            <a:ext cx="3543300" cy="1314450"/>
          </a:xfrm>
          <a:prstGeom prst="roundRect">
            <a:avLst>
              <a:gd name="adj" fmla="val 15942"/>
            </a:avLst>
          </a:prstGeom>
          <a:solidFill>
            <a:srgbClr val="FFFFFF"/>
          </a:solidFill>
          <a:ln w="9525">
            <a:solidFill>
              <a:srgbClr val="E5E7DF"/>
            </a:solidFill>
            <a:prstDash val="solid"/>
          </a:ln>
        </p:spPr>
      </p:sp>
      <p:sp>
        <p:nvSpPr>
          <p:cNvPr id="23" name="Ellipse 22">
            <a:extLst>
              <a:ext uri="{FF2B5EF4-FFF2-40B4-BE49-F238E27FC236}">
                <a16:creationId xmlns:a16="http://schemas.microsoft.com/office/drawing/2014/main" id="{A5718762-6E46-47D0-BA2D-EDB39FD4BDFA}"/>
              </a:ext>
            </a:extLst>
          </p:cNvPr>
          <p:cNvSpPr>
            <a:spLocks noGrp="1"/>
          </p:cNvSpPr>
          <p:nvPr/>
        </p:nvSpPr>
        <p:spPr>
          <a:xfrm>
            <a:off x="4543425" y="4248150"/>
            <a:ext cx="400050" cy="400050"/>
          </a:xfrm>
          <a:prstGeom prst="ellipse">
            <a:avLst/>
          </a:prstGeom>
          <a:solidFill>
            <a:srgbClr val="FFE500"/>
          </a:solidFill>
          <a:ln w="0">
            <a:noFill/>
            <a:prstDash val="solid"/>
          </a:ln>
        </p:spPr>
      </p:sp>
      <p:sp>
        <p:nvSpPr>
          <p:cNvPr id="24" name="Rechteck 23">
            <a:extLst>
              <a:ext uri="{FF2B5EF4-FFF2-40B4-BE49-F238E27FC236}">
                <a16:creationId xmlns:a16="http://schemas.microsoft.com/office/drawing/2014/main" id="{7B2D1217-BF00-4FFA-889A-AC136123E5F9}"/>
              </a:ext>
            </a:extLst>
          </p:cNvPr>
          <p:cNvSpPr>
            <a:spLocks noGrp="1"/>
          </p:cNvSpPr>
          <p:nvPr/>
        </p:nvSpPr>
        <p:spPr>
          <a:xfrm>
            <a:off x="4543425" y="4257675"/>
            <a:ext cx="400050" cy="38100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2</a:t>
            </a:r>
          </a:p>
        </p:txBody>
      </p:sp>
      <p:sp>
        <p:nvSpPr>
          <p:cNvPr id="25" name="Rechteck 24">
            <a:extLst>
              <a:ext uri="{FF2B5EF4-FFF2-40B4-BE49-F238E27FC236}">
                <a16:creationId xmlns:a16="http://schemas.microsoft.com/office/drawing/2014/main" id="{40DA5C44-9EED-4F81-BDC6-A6252B4C4B8A}"/>
              </a:ext>
            </a:extLst>
          </p:cNvPr>
          <p:cNvSpPr>
            <a:spLocks noGrp="1"/>
          </p:cNvSpPr>
          <p:nvPr/>
        </p:nvSpPr>
        <p:spPr>
          <a:xfrm>
            <a:off x="5114925" y="4200525"/>
            <a:ext cx="2381250" cy="266700"/>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AUFSTELLUNG</a:t>
            </a:r>
          </a:p>
        </p:txBody>
      </p:sp>
      <p:sp>
        <p:nvSpPr>
          <p:cNvPr id="26" name="Rechteck 25">
            <a:extLst>
              <a:ext uri="{FF2B5EF4-FFF2-40B4-BE49-F238E27FC236}">
                <a16:creationId xmlns:a16="http://schemas.microsoft.com/office/drawing/2014/main" id="{2E0DBB19-1061-42A3-95A1-E58CFBFA0E6E}"/>
              </a:ext>
            </a:extLst>
          </p:cNvPr>
          <p:cNvSpPr>
            <a:spLocks noGrp="1"/>
          </p:cNvSpPr>
          <p:nvPr/>
        </p:nvSpPr>
        <p:spPr>
          <a:xfrm>
            <a:off x="4543425" y="4695825"/>
            <a:ext cx="3086100" cy="409575"/>
          </a:xfrm>
          <a:prstGeom prst="rect">
            <a:avLst/>
          </a:prstGeom>
          <a:noFill/>
          <a:ln w="0">
            <a:noFill/>
            <a:prstDash val="solid"/>
          </a:ln>
        </p:spPr>
        <p:txBody>
          <a:bodyPr lIns="0" tIns="0" rIns="0" bIns="0" anchor="t">
            <a:normAutofit/>
          </a:bodyPr>
          <a:lstStyle/>
          <a:p>
            <a:pPr algn="l">
              <a:defRPr sz="1088" b="0">
                <a:solidFill>
                  <a:srgbClr val="656961"/>
                </a:solidFill>
                <a:latin typeface="Aptos"/>
                <a:ea typeface="Aptos"/>
                <a:cs typeface="Aptos"/>
              </a:defRPr>
            </a:pPr>
            <a:r>
              <a:rPr sz="1088" b="0">
                <a:solidFill>
                  <a:srgbClr val="656961"/>
                </a:solidFill>
                <a:latin typeface="Aptos"/>
                <a:ea typeface="Aptos"/>
                <a:cs typeface="Aptos"/>
              </a:rPr>
              <a:t>Erst nach bewusster Veröffentlichung.</a:t>
            </a:r>
          </a:p>
        </p:txBody>
      </p:sp>
      <p:sp>
        <p:nvSpPr>
          <p:cNvPr id="27" name="Rechteck: abgerundete Ecken 26">
            <a:extLst>
              <a:ext uri="{FF2B5EF4-FFF2-40B4-BE49-F238E27FC236}">
                <a16:creationId xmlns:a16="http://schemas.microsoft.com/office/drawing/2014/main" id="{F4C749BC-D34D-4EC2-90DA-5FF479A6EA1F}"/>
              </a:ext>
            </a:extLst>
          </p:cNvPr>
          <p:cNvSpPr>
            <a:spLocks noGrp="1"/>
          </p:cNvSpPr>
          <p:nvPr/>
        </p:nvSpPr>
        <p:spPr>
          <a:xfrm>
            <a:off x="8096250" y="4000500"/>
            <a:ext cx="3543300" cy="1314450"/>
          </a:xfrm>
          <a:prstGeom prst="roundRect">
            <a:avLst>
              <a:gd name="adj" fmla="val 15942"/>
            </a:avLst>
          </a:prstGeom>
          <a:solidFill>
            <a:srgbClr val="FFF5A8"/>
          </a:solidFill>
          <a:ln w="9525">
            <a:solidFill>
              <a:srgbClr val="E5E7DF"/>
            </a:solidFill>
            <a:prstDash val="solid"/>
          </a:ln>
        </p:spPr>
      </p:sp>
      <p:sp>
        <p:nvSpPr>
          <p:cNvPr id="28" name="Ellipse 27">
            <a:extLst>
              <a:ext uri="{FF2B5EF4-FFF2-40B4-BE49-F238E27FC236}">
                <a16:creationId xmlns:a16="http://schemas.microsoft.com/office/drawing/2014/main" id="{01B2F495-B1CD-4913-AA43-4D1D7F753008}"/>
              </a:ext>
            </a:extLst>
          </p:cNvPr>
          <p:cNvSpPr>
            <a:spLocks noGrp="1"/>
          </p:cNvSpPr>
          <p:nvPr/>
        </p:nvSpPr>
        <p:spPr>
          <a:xfrm>
            <a:off x="8324850" y="4248150"/>
            <a:ext cx="400050" cy="400050"/>
          </a:xfrm>
          <a:prstGeom prst="ellipse">
            <a:avLst/>
          </a:prstGeom>
          <a:solidFill>
            <a:srgbClr val="121512"/>
          </a:solidFill>
          <a:ln w="0">
            <a:noFill/>
            <a:prstDash val="solid"/>
          </a:ln>
        </p:spPr>
      </p:sp>
      <p:sp>
        <p:nvSpPr>
          <p:cNvPr id="29" name="Rechteck 28">
            <a:extLst>
              <a:ext uri="{FF2B5EF4-FFF2-40B4-BE49-F238E27FC236}">
                <a16:creationId xmlns:a16="http://schemas.microsoft.com/office/drawing/2014/main" id="{6EA9424A-5636-42EE-8A8E-B3F7587F9D5A}"/>
              </a:ext>
            </a:extLst>
          </p:cNvPr>
          <p:cNvSpPr>
            <a:spLocks noGrp="1"/>
          </p:cNvSpPr>
          <p:nvPr/>
        </p:nvSpPr>
        <p:spPr>
          <a:xfrm>
            <a:off x="8324850" y="4257675"/>
            <a:ext cx="400050" cy="381000"/>
          </a:xfrm>
          <a:prstGeom prst="rect">
            <a:avLst/>
          </a:prstGeom>
          <a:noFill/>
          <a:ln w="0">
            <a:noFill/>
            <a:prstDash val="solid"/>
          </a:ln>
        </p:spPr>
        <p:txBody>
          <a:bodyPr lIns="0" tIns="0" rIns="0" bIns="0" anchor="ctr">
            <a:normAutofit/>
          </a:bodyPr>
          <a:lstStyle/>
          <a:p>
            <a:pPr algn="ctr">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3</a:t>
            </a:r>
          </a:p>
        </p:txBody>
      </p:sp>
      <p:sp>
        <p:nvSpPr>
          <p:cNvPr id="30" name="Rechteck 29">
            <a:extLst>
              <a:ext uri="{FF2B5EF4-FFF2-40B4-BE49-F238E27FC236}">
                <a16:creationId xmlns:a16="http://schemas.microsoft.com/office/drawing/2014/main" id="{03552DE2-FEE4-4080-B271-ED9B856CD447}"/>
              </a:ext>
            </a:extLst>
          </p:cNvPr>
          <p:cNvSpPr>
            <a:spLocks noGrp="1"/>
          </p:cNvSpPr>
          <p:nvPr/>
        </p:nvSpPr>
        <p:spPr>
          <a:xfrm>
            <a:off x="8896350" y="4200525"/>
            <a:ext cx="2381250" cy="266700"/>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LIVETICKER</a:t>
            </a:r>
          </a:p>
        </p:txBody>
      </p:sp>
      <p:sp>
        <p:nvSpPr>
          <p:cNvPr id="31" name="Rechteck 30">
            <a:extLst>
              <a:ext uri="{FF2B5EF4-FFF2-40B4-BE49-F238E27FC236}">
                <a16:creationId xmlns:a16="http://schemas.microsoft.com/office/drawing/2014/main" id="{51D96F7C-CAB2-4359-A241-1627F346FDC9}"/>
              </a:ext>
            </a:extLst>
          </p:cNvPr>
          <p:cNvSpPr>
            <a:spLocks noGrp="1"/>
          </p:cNvSpPr>
          <p:nvPr/>
        </p:nvSpPr>
        <p:spPr>
          <a:xfrm>
            <a:off x="8324850" y="4695825"/>
            <a:ext cx="3086100" cy="409575"/>
          </a:xfrm>
          <a:prstGeom prst="rect">
            <a:avLst/>
          </a:prstGeom>
          <a:noFill/>
          <a:ln w="0">
            <a:noFill/>
            <a:prstDash val="solid"/>
          </a:ln>
        </p:spPr>
        <p:txBody>
          <a:bodyPr lIns="0" tIns="0" rIns="0" bIns="0" anchor="t">
            <a:normAutofit/>
          </a:bodyPr>
          <a:lstStyle/>
          <a:p>
            <a:pPr algn="l">
              <a:defRPr sz="1088" b="0">
                <a:solidFill>
                  <a:srgbClr val="656961"/>
                </a:solidFill>
                <a:latin typeface="Aptos"/>
                <a:ea typeface="Aptos"/>
                <a:cs typeface="Aptos"/>
              </a:defRPr>
            </a:pPr>
            <a:r>
              <a:rPr sz="1088" b="0">
                <a:solidFill>
                  <a:srgbClr val="656961"/>
                </a:solidFill>
                <a:latin typeface="Aptos"/>
                <a:ea typeface="Aptos"/>
                <a:cs typeface="Aptos"/>
              </a:rPr>
              <a:t>Uhr, Spielstand und freigegebene Tore live.</a:t>
            </a:r>
          </a:p>
        </p:txBody>
      </p:sp>
      <p:sp>
        <p:nvSpPr>
          <p:cNvPr id="32" name="Rechteck: abgerundete Ecken 31">
            <a:extLst>
              <a:ext uri="{FF2B5EF4-FFF2-40B4-BE49-F238E27FC236}">
                <a16:creationId xmlns:a16="http://schemas.microsoft.com/office/drawing/2014/main" id="{82C9CAB6-A1D6-41C5-927A-BA4DF5095D4A}"/>
              </a:ext>
            </a:extLst>
          </p:cNvPr>
          <p:cNvSpPr>
            <a:spLocks noGrp="1"/>
          </p:cNvSpPr>
          <p:nvPr/>
        </p:nvSpPr>
        <p:spPr>
          <a:xfrm>
            <a:off x="1809750" y="5648325"/>
            <a:ext cx="8572500" cy="514350"/>
          </a:xfrm>
          <a:prstGeom prst="roundRect">
            <a:avLst>
              <a:gd name="adj" fmla="val 29630"/>
            </a:avLst>
          </a:prstGeom>
          <a:solidFill>
            <a:srgbClr val="121512"/>
          </a:solidFill>
          <a:ln w="0">
            <a:noFill/>
            <a:prstDash val="solid"/>
          </a:ln>
        </p:spPr>
      </p:sp>
      <p:sp>
        <p:nvSpPr>
          <p:cNvPr id="33" name="Rechteck 32">
            <a:extLst>
              <a:ext uri="{FF2B5EF4-FFF2-40B4-BE49-F238E27FC236}">
                <a16:creationId xmlns:a16="http://schemas.microsoft.com/office/drawing/2014/main" id="{FAAEAA35-7E98-4756-A2F6-3CE8CAB21859}"/>
              </a:ext>
            </a:extLst>
          </p:cNvPr>
          <p:cNvSpPr>
            <a:spLocks noGrp="1"/>
          </p:cNvSpPr>
          <p:nvPr/>
        </p:nvSpPr>
        <p:spPr>
          <a:xfrm>
            <a:off x="2000250" y="5762625"/>
            <a:ext cx="8191500" cy="285750"/>
          </a:xfrm>
          <a:prstGeom prst="rect">
            <a:avLst/>
          </a:prstGeom>
          <a:noFill/>
          <a:ln w="0">
            <a:noFill/>
            <a:prstDash val="solid"/>
          </a:ln>
        </p:spPr>
        <p:txBody>
          <a:bodyPr lIns="0" tIns="0" rIns="0" bIns="0" anchor="ctr">
            <a:normAutofit/>
          </a:bodyPr>
          <a:lstStyle/>
          <a:p>
            <a:pPr algn="ctr">
              <a:defRPr sz="1275" b="1">
                <a:solidFill>
                  <a:srgbClr val="FFFFFF"/>
                </a:solidFill>
                <a:latin typeface="Aptos Display"/>
                <a:ea typeface="Aptos Display"/>
                <a:cs typeface="Aptos Display"/>
              </a:defRPr>
            </a:pPr>
            <a:r>
              <a:rPr sz="1275" b="1">
                <a:solidFill>
                  <a:srgbClr val="FFFFFF"/>
                </a:solidFill>
                <a:latin typeface="Aptos Display"/>
                <a:ea typeface="Aptos Display"/>
                <a:cs typeface="Aptos Display"/>
              </a:rPr>
              <a:t>Bewertungen, interne Notizen und Trainerentscheidungen sind niemals öffentlich.</a:t>
            </a:r>
          </a:p>
        </p:txBody>
      </p:sp>
      <p:sp>
        <p:nvSpPr>
          <p:cNvPr id="34" name="Rechteck 33">
            <a:extLst>
              <a:ext uri="{FF2B5EF4-FFF2-40B4-BE49-F238E27FC236}">
                <a16:creationId xmlns:a16="http://schemas.microsoft.com/office/drawing/2014/main" id="{EA6C6089-1D2E-46D2-91A6-A37017272F5B}"/>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335808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38" name="Rechteck 37">
            <a:extLst>
              <a:ext uri="{FF2B5EF4-FFF2-40B4-BE49-F238E27FC236}">
                <a16:creationId xmlns:a16="http://schemas.microsoft.com/office/drawing/2014/main" id="{FCC687B2-F65F-46FB-BBB6-42889CA3FF64}"/>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TURNIER</a:t>
            </a:r>
          </a:p>
        </p:txBody>
      </p:sp>
      <p:sp>
        <p:nvSpPr>
          <p:cNvPr id="2" name="Rechteck 1">
            <a:extLst>
              <a:ext uri="{FF2B5EF4-FFF2-40B4-BE49-F238E27FC236}">
                <a16:creationId xmlns:a16="http://schemas.microsoft.com/office/drawing/2014/main" id="{ACE2B92F-FDCB-4C62-A69A-0EB2D487FF8F}"/>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Ein Turnier – alle freigegebenen Partien</a:t>
            </a:r>
          </a:p>
        </p:txBody>
      </p:sp>
      <p:sp>
        <p:nvSpPr>
          <p:cNvPr id="3" name="Rechteck: abgerundete Ecken 2">
            <a:extLst>
              <a:ext uri="{FF2B5EF4-FFF2-40B4-BE49-F238E27FC236}">
                <a16:creationId xmlns:a16="http://schemas.microsoft.com/office/drawing/2014/main" id="{9FC6795F-FCAB-494C-B864-B05CA5CCEEEF}"/>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FCC56168-D11E-457D-8974-04734481D821}"/>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9</a:t>
            </a:r>
          </a:p>
        </p:txBody>
      </p:sp>
      <p:sp>
        <p:nvSpPr>
          <p:cNvPr id="5" name="Rechteck 4">
            <a:extLst>
              <a:ext uri="{FF2B5EF4-FFF2-40B4-BE49-F238E27FC236}">
                <a16:creationId xmlns:a16="http://schemas.microsoft.com/office/drawing/2014/main" id="{897F6A61-9A27-42D7-8747-F5FD8E8B2C30}"/>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Die Übersicht verbindet Organisation, Live-Plan und einzelne Spiele.</a:t>
            </a:r>
          </a:p>
        </p:txBody>
      </p:sp>
      <p:sp>
        <p:nvSpPr>
          <p:cNvPr id="6" name="Rechteck: abgerundete Ecken 5">
            <a:extLst>
              <a:ext uri="{FF2B5EF4-FFF2-40B4-BE49-F238E27FC236}">
                <a16:creationId xmlns:a16="http://schemas.microsoft.com/office/drawing/2014/main" id="{3CC58722-68FF-4B01-BFB1-36E1B3C8C72B}"/>
              </a:ext>
            </a:extLst>
          </p:cNvPr>
          <p:cNvSpPr>
            <a:spLocks noGrp="1"/>
          </p:cNvSpPr>
          <p:nvPr/>
        </p:nvSpPr>
        <p:spPr>
          <a:xfrm>
            <a:off x="533400" y="1952625"/>
            <a:ext cx="11125200" cy="3581400"/>
          </a:xfrm>
          <a:prstGeom prst="roundRect">
            <a:avLst>
              <a:gd name="adj" fmla="val 6383"/>
            </a:avLst>
          </a:prstGeom>
          <a:solidFill>
            <a:srgbClr val="FFFFFF"/>
          </a:solidFill>
          <a:ln w="9525">
            <a:solidFill>
              <a:srgbClr val="E5E7DF"/>
            </a:solidFill>
            <a:prstDash val="solid"/>
          </a:ln>
        </p:spPr>
      </p:sp>
      <p:sp>
        <p:nvSpPr>
          <p:cNvPr id="7" name="Rechteck: abgerundete Ecken 6">
            <a:extLst>
              <a:ext uri="{FF2B5EF4-FFF2-40B4-BE49-F238E27FC236}">
                <a16:creationId xmlns:a16="http://schemas.microsoft.com/office/drawing/2014/main" id="{EE87A132-9ACA-4865-AE9B-6971D673C695}"/>
              </a:ext>
            </a:extLst>
          </p:cNvPr>
          <p:cNvSpPr>
            <a:spLocks noGrp="1"/>
          </p:cNvSpPr>
          <p:nvPr/>
        </p:nvSpPr>
        <p:spPr>
          <a:xfrm>
            <a:off x="533400" y="1952625"/>
            <a:ext cx="11125200" cy="1066800"/>
          </a:xfrm>
          <a:prstGeom prst="roundRect">
            <a:avLst>
              <a:gd name="adj" fmla="val 21429"/>
            </a:avLst>
          </a:prstGeom>
          <a:solidFill>
            <a:srgbClr val="121512"/>
          </a:solidFill>
          <a:ln w="0">
            <a:noFill/>
            <a:prstDash val="solid"/>
          </a:ln>
        </p:spPr>
      </p:sp>
      <p:sp>
        <p:nvSpPr>
          <p:cNvPr id="8" name="Rechteck 7">
            <a:extLst>
              <a:ext uri="{FF2B5EF4-FFF2-40B4-BE49-F238E27FC236}">
                <a16:creationId xmlns:a16="http://schemas.microsoft.com/office/drawing/2014/main" id="{8CA98ADE-B25D-4F94-9B04-EDC56DDE154E}"/>
              </a:ext>
            </a:extLst>
          </p:cNvPr>
          <p:cNvSpPr>
            <a:spLocks noGrp="1"/>
          </p:cNvSpPr>
          <p:nvPr/>
        </p:nvSpPr>
        <p:spPr>
          <a:xfrm>
            <a:off x="838200" y="2171700"/>
            <a:ext cx="5143500" cy="323850"/>
          </a:xfrm>
          <a:prstGeom prst="rect">
            <a:avLst/>
          </a:prstGeom>
          <a:noFill/>
          <a:ln w="0">
            <a:noFill/>
            <a:prstDash val="solid"/>
          </a:ln>
        </p:spPr>
        <p:txBody>
          <a:bodyPr lIns="0" tIns="0" rIns="0" bIns="0" anchor="t">
            <a:normAutofit/>
          </a:bodyPr>
          <a:lstStyle/>
          <a:p>
            <a:pPr algn="l">
              <a:defRPr sz="1950" b="1">
                <a:solidFill>
                  <a:srgbClr val="FFFFFF"/>
                </a:solidFill>
                <a:latin typeface="Aptos Display"/>
                <a:ea typeface="Aptos Display"/>
                <a:cs typeface="Aptos Display"/>
              </a:defRPr>
            </a:pPr>
            <a:r>
              <a:rPr sz="1950" b="1">
                <a:solidFill>
                  <a:srgbClr val="FFFFFF"/>
                </a:solidFill>
                <a:latin typeface="Aptos Display"/>
                <a:ea typeface="Aptos Display"/>
                <a:cs typeface="Aptos Display"/>
              </a:rPr>
              <a:t>3. Hopfenbach-Cup</a:t>
            </a:r>
          </a:p>
        </p:txBody>
      </p:sp>
      <p:sp>
        <p:nvSpPr>
          <p:cNvPr id="9" name="Rechteck 8">
            <a:extLst>
              <a:ext uri="{FF2B5EF4-FFF2-40B4-BE49-F238E27FC236}">
                <a16:creationId xmlns:a16="http://schemas.microsoft.com/office/drawing/2014/main" id="{ACF49042-1288-464B-931D-8D66413A278C}"/>
              </a:ext>
            </a:extLst>
          </p:cNvPr>
          <p:cNvSpPr>
            <a:spLocks noGrp="1"/>
          </p:cNvSpPr>
          <p:nvPr/>
        </p:nvSpPr>
        <p:spPr>
          <a:xfrm>
            <a:off x="838200" y="2571750"/>
            <a:ext cx="5143500" cy="209550"/>
          </a:xfrm>
          <a:prstGeom prst="rect">
            <a:avLst/>
          </a:prstGeom>
          <a:noFill/>
          <a:ln w="0">
            <a:noFill/>
            <a:prstDash val="solid"/>
          </a:ln>
        </p:spPr>
        <p:txBody>
          <a:bodyPr lIns="0" tIns="0" rIns="0" bIns="0" anchor="t">
            <a:normAutofit/>
          </a:bodyPr>
          <a:lstStyle/>
          <a:p>
            <a:pPr algn="l">
              <a:defRPr sz="1125" b="0">
                <a:solidFill>
                  <a:srgbClr val="D7D9D2"/>
                </a:solidFill>
                <a:latin typeface="Aptos"/>
                <a:ea typeface="Aptos"/>
                <a:cs typeface="Aptos"/>
              </a:defRPr>
            </a:pPr>
            <a:r>
              <a:rPr sz="1125" b="0">
                <a:solidFill>
                  <a:srgbClr val="D7D9D2"/>
                </a:solidFill>
                <a:latin typeface="Aptos"/>
                <a:ea typeface="Aptos"/>
                <a:cs typeface="Aptos"/>
              </a:rPr>
              <a:t>12.09.2026 · Hopfenbach-Arena</a:t>
            </a:r>
          </a:p>
        </p:txBody>
      </p:sp>
      <p:sp>
        <p:nvSpPr>
          <p:cNvPr id="10" name="Rechteck: abgerundete Ecken 9">
            <a:extLst>
              <a:ext uri="{FF2B5EF4-FFF2-40B4-BE49-F238E27FC236}">
                <a16:creationId xmlns:a16="http://schemas.microsoft.com/office/drawing/2014/main" id="{F19324D4-0AE7-4405-BBDF-89E7F2DCBBEB}"/>
              </a:ext>
            </a:extLst>
          </p:cNvPr>
          <p:cNvSpPr>
            <a:spLocks noGrp="1"/>
          </p:cNvSpPr>
          <p:nvPr/>
        </p:nvSpPr>
        <p:spPr>
          <a:xfrm>
            <a:off x="8591550" y="2286000"/>
            <a:ext cx="2571750" cy="381000"/>
          </a:xfrm>
          <a:prstGeom prst="roundRect">
            <a:avLst>
              <a:gd name="adj" fmla="val 50000"/>
            </a:avLst>
          </a:prstGeom>
          <a:solidFill>
            <a:srgbClr val="FFE500"/>
          </a:solidFill>
          <a:ln w="0">
            <a:noFill/>
            <a:prstDash val="solid"/>
          </a:ln>
        </p:spPr>
      </p:sp>
      <p:sp>
        <p:nvSpPr>
          <p:cNvPr id="11" name="Rechteck 10">
            <a:extLst>
              <a:ext uri="{FF2B5EF4-FFF2-40B4-BE49-F238E27FC236}">
                <a16:creationId xmlns:a16="http://schemas.microsoft.com/office/drawing/2014/main" id="{12AF3738-A455-41AB-8FB4-A0F778E9EB91}"/>
              </a:ext>
            </a:extLst>
          </p:cNvPr>
          <p:cNvSpPr>
            <a:spLocks noGrp="1"/>
          </p:cNvSpPr>
          <p:nvPr/>
        </p:nvSpPr>
        <p:spPr>
          <a:xfrm>
            <a:off x="8724900" y="2295525"/>
            <a:ext cx="230505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LIVE-TURNIERPLAN</a:t>
            </a:r>
          </a:p>
        </p:txBody>
      </p:sp>
      <p:sp>
        <p:nvSpPr>
          <p:cNvPr id="12" name="Rechteck: abgerundete Ecken 11">
            <a:extLst>
              <a:ext uri="{FF2B5EF4-FFF2-40B4-BE49-F238E27FC236}">
                <a16:creationId xmlns:a16="http://schemas.microsoft.com/office/drawing/2014/main" id="{230D0E4E-19E3-48C8-A2E3-133B949819EF}"/>
              </a:ext>
            </a:extLst>
          </p:cNvPr>
          <p:cNvSpPr>
            <a:spLocks noGrp="1"/>
          </p:cNvSpPr>
          <p:nvPr/>
        </p:nvSpPr>
        <p:spPr>
          <a:xfrm>
            <a:off x="800100" y="3276600"/>
            <a:ext cx="1066800" cy="381000"/>
          </a:xfrm>
          <a:prstGeom prst="roundRect">
            <a:avLst>
              <a:gd name="adj" fmla="val 50000"/>
            </a:avLst>
          </a:prstGeom>
          <a:solidFill>
            <a:srgbClr val="FFF5A8"/>
          </a:solidFill>
          <a:ln w="9525">
            <a:solidFill>
              <a:srgbClr val="E5E7DF"/>
            </a:solidFill>
            <a:prstDash val="solid"/>
          </a:ln>
        </p:spPr>
      </p:sp>
      <p:sp>
        <p:nvSpPr>
          <p:cNvPr id="13" name="Rechteck 12">
            <a:extLst>
              <a:ext uri="{FF2B5EF4-FFF2-40B4-BE49-F238E27FC236}">
                <a16:creationId xmlns:a16="http://schemas.microsoft.com/office/drawing/2014/main" id="{E2061DB1-233B-4063-883A-E71CC00B69A6}"/>
              </a:ext>
            </a:extLst>
          </p:cNvPr>
          <p:cNvSpPr>
            <a:spLocks noGrp="1"/>
          </p:cNvSpPr>
          <p:nvPr/>
        </p:nvSpPr>
        <p:spPr>
          <a:xfrm>
            <a:off x="933450" y="3286125"/>
            <a:ext cx="80010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15:00</a:t>
            </a:r>
          </a:p>
        </p:txBody>
      </p:sp>
      <p:sp>
        <p:nvSpPr>
          <p:cNvPr id="14" name="Ellipse 13">
            <a:extLst>
              <a:ext uri="{FF2B5EF4-FFF2-40B4-BE49-F238E27FC236}">
                <a16:creationId xmlns:a16="http://schemas.microsoft.com/office/drawing/2014/main" id="{11EC4888-07E8-4715-A7B7-FEE7980CC77B}"/>
              </a:ext>
            </a:extLst>
          </p:cNvPr>
          <p:cNvSpPr>
            <a:spLocks noGrp="1"/>
          </p:cNvSpPr>
          <p:nvPr/>
        </p:nvSpPr>
        <p:spPr>
          <a:xfrm>
            <a:off x="2114550" y="3295650"/>
            <a:ext cx="361950" cy="361950"/>
          </a:xfrm>
          <a:prstGeom prst="ellipse">
            <a:avLst/>
          </a:prstGeom>
          <a:solidFill>
            <a:srgbClr val="E4EFF5"/>
          </a:solidFill>
          <a:ln w="0">
            <a:noFill/>
            <a:prstDash val="solid"/>
          </a:ln>
        </p:spPr>
      </p:sp>
      <p:sp>
        <p:nvSpPr>
          <p:cNvPr id="15" name="Rechteck 14">
            <a:extLst>
              <a:ext uri="{FF2B5EF4-FFF2-40B4-BE49-F238E27FC236}">
                <a16:creationId xmlns:a16="http://schemas.microsoft.com/office/drawing/2014/main" id="{98B3DD71-4D56-4EC5-B8E2-79570379EF50}"/>
              </a:ext>
            </a:extLst>
          </p:cNvPr>
          <p:cNvSpPr>
            <a:spLocks noGrp="1"/>
          </p:cNvSpPr>
          <p:nvPr/>
        </p:nvSpPr>
        <p:spPr>
          <a:xfrm>
            <a:off x="2114550" y="3305175"/>
            <a:ext cx="361950" cy="342900"/>
          </a:xfrm>
          <a:prstGeom prst="rect">
            <a:avLst/>
          </a:prstGeom>
          <a:noFill/>
          <a:ln w="0">
            <a:noFill/>
            <a:prstDash val="solid"/>
          </a:ln>
        </p:spPr>
        <p:txBody>
          <a:bodyPr lIns="0" tIns="0" rIns="0" bIns="0" anchor="ctr">
            <a:normAutofit/>
          </a:bodyPr>
          <a:lstStyle/>
          <a:p>
            <a:pPr algn="ctr">
              <a:defRPr sz="1050" b="1">
                <a:solidFill>
                  <a:srgbClr val="315C79"/>
                </a:solidFill>
                <a:latin typeface="Aptos Display"/>
                <a:ea typeface="Aptos Display"/>
                <a:cs typeface="Aptos Display"/>
              </a:defRPr>
            </a:pPr>
            <a:r>
              <a:rPr sz="1050" b="1">
                <a:solidFill>
                  <a:srgbClr val="315C79"/>
                </a:solidFill>
                <a:latin typeface="Aptos Display"/>
                <a:ea typeface="Aptos Display"/>
                <a:cs typeface="Aptos Display"/>
              </a:rPr>
              <a:t>G</a:t>
            </a:r>
          </a:p>
        </p:txBody>
      </p:sp>
      <p:sp>
        <p:nvSpPr>
          <p:cNvPr id="16" name="Rechteck 15">
            <a:extLst>
              <a:ext uri="{FF2B5EF4-FFF2-40B4-BE49-F238E27FC236}">
                <a16:creationId xmlns:a16="http://schemas.microsoft.com/office/drawing/2014/main" id="{E84D4D4D-3776-419E-A2B6-952904ADB23B}"/>
              </a:ext>
            </a:extLst>
          </p:cNvPr>
          <p:cNvSpPr>
            <a:spLocks noGrp="1"/>
          </p:cNvSpPr>
          <p:nvPr/>
        </p:nvSpPr>
        <p:spPr>
          <a:xfrm>
            <a:off x="2686050" y="3305175"/>
            <a:ext cx="4953000" cy="285750"/>
          </a:xfrm>
          <a:prstGeom prst="rect">
            <a:avLst/>
          </a:prstGeom>
          <a:noFill/>
          <a:ln w="0">
            <a:noFill/>
            <a:prstDash val="solid"/>
          </a:ln>
        </p:spPr>
        <p:txBody>
          <a:bodyPr lIns="0" tIns="0" rIns="0" bIns="0" anchor="t">
            <a:normAutofit/>
          </a:bodyPr>
          <a:lstStyle/>
          <a:p>
            <a:pPr algn="l">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ATSV Kelheim E1</a:t>
            </a:r>
          </a:p>
        </p:txBody>
      </p:sp>
      <p:sp>
        <p:nvSpPr>
          <p:cNvPr id="17" name="Rechteck: abgerundete Ecken 16">
            <a:extLst>
              <a:ext uri="{FF2B5EF4-FFF2-40B4-BE49-F238E27FC236}">
                <a16:creationId xmlns:a16="http://schemas.microsoft.com/office/drawing/2014/main" id="{A094AEF5-6671-4C2F-9E4D-AFBDFD846A4D}"/>
              </a:ext>
            </a:extLst>
          </p:cNvPr>
          <p:cNvSpPr>
            <a:spLocks noGrp="1"/>
          </p:cNvSpPr>
          <p:nvPr/>
        </p:nvSpPr>
        <p:spPr>
          <a:xfrm>
            <a:off x="9772650" y="3276600"/>
            <a:ext cx="1428750" cy="381000"/>
          </a:xfrm>
          <a:prstGeom prst="roundRect">
            <a:avLst>
              <a:gd name="adj" fmla="val 50000"/>
            </a:avLst>
          </a:prstGeom>
          <a:solidFill>
            <a:srgbClr val="FFE500"/>
          </a:solidFill>
          <a:ln w="9525">
            <a:solidFill>
              <a:srgbClr val="E5E7DF"/>
            </a:solidFill>
            <a:prstDash val="solid"/>
          </a:ln>
        </p:spPr>
      </p:sp>
      <p:sp>
        <p:nvSpPr>
          <p:cNvPr id="18" name="Rechteck 17">
            <a:extLst>
              <a:ext uri="{FF2B5EF4-FFF2-40B4-BE49-F238E27FC236}">
                <a16:creationId xmlns:a16="http://schemas.microsoft.com/office/drawing/2014/main" id="{6BF4C89C-2C56-44DC-BA76-EE93510BF57B}"/>
              </a:ext>
            </a:extLst>
          </p:cNvPr>
          <p:cNvSpPr>
            <a:spLocks noGrp="1"/>
          </p:cNvSpPr>
          <p:nvPr/>
        </p:nvSpPr>
        <p:spPr>
          <a:xfrm>
            <a:off x="9906000" y="3286125"/>
            <a:ext cx="116205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Öffnen</a:t>
            </a:r>
          </a:p>
        </p:txBody>
      </p:sp>
      <p:cxnSp>
        <p:nvCxnSpPr>
          <p:cNvPr id="56" name="Gerade Verbindung mit Pfeil 55"/>
          <p:cNvCxnSpPr/>
          <p:nvPr/>
        </p:nvCxnSpPr>
        <p:spPr>
          <a:xfrm>
            <a:off x="800100" y="3838575"/>
            <a:ext cx="10572750" cy="0"/>
          </a:xfrm>
          <a:prstGeom prst="straightConnector1">
            <a:avLst/>
          </a:prstGeom>
          <a:ln w="9525">
            <a:solidFill>
              <a:srgbClr val="E5E7DF"/>
            </a:solidFill>
            <a:prstDash val="solid"/>
          </a:ln>
        </p:spPr>
      </p:cxnSp>
      <p:sp>
        <p:nvSpPr>
          <p:cNvPr id="20" name="Rechteck: abgerundete Ecken 19">
            <a:extLst>
              <a:ext uri="{FF2B5EF4-FFF2-40B4-BE49-F238E27FC236}">
                <a16:creationId xmlns:a16="http://schemas.microsoft.com/office/drawing/2014/main" id="{04987DBD-B982-453C-957C-5F94528D9A57}"/>
              </a:ext>
            </a:extLst>
          </p:cNvPr>
          <p:cNvSpPr>
            <a:spLocks noGrp="1"/>
          </p:cNvSpPr>
          <p:nvPr/>
        </p:nvSpPr>
        <p:spPr>
          <a:xfrm>
            <a:off x="800100" y="3943350"/>
            <a:ext cx="1066800" cy="381000"/>
          </a:xfrm>
          <a:prstGeom prst="roundRect">
            <a:avLst>
              <a:gd name="adj" fmla="val 50000"/>
            </a:avLst>
          </a:prstGeom>
          <a:solidFill>
            <a:srgbClr val="FCFBF6"/>
          </a:solidFill>
          <a:ln w="9525">
            <a:solidFill>
              <a:srgbClr val="E5E7DF"/>
            </a:solidFill>
            <a:prstDash val="solid"/>
          </a:ln>
        </p:spPr>
      </p:sp>
      <p:sp>
        <p:nvSpPr>
          <p:cNvPr id="21" name="Rechteck 20">
            <a:extLst>
              <a:ext uri="{FF2B5EF4-FFF2-40B4-BE49-F238E27FC236}">
                <a16:creationId xmlns:a16="http://schemas.microsoft.com/office/drawing/2014/main" id="{87A1D5D2-8267-4067-9A66-7F298F7C86E5}"/>
              </a:ext>
            </a:extLst>
          </p:cNvPr>
          <p:cNvSpPr>
            <a:spLocks noGrp="1"/>
          </p:cNvSpPr>
          <p:nvPr/>
        </p:nvSpPr>
        <p:spPr>
          <a:xfrm>
            <a:off x="933450" y="3952875"/>
            <a:ext cx="80010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15:30</a:t>
            </a:r>
          </a:p>
        </p:txBody>
      </p:sp>
      <p:sp>
        <p:nvSpPr>
          <p:cNvPr id="22" name="Ellipse 21">
            <a:extLst>
              <a:ext uri="{FF2B5EF4-FFF2-40B4-BE49-F238E27FC236}">
                <a16:creationId xmlns:a16="http://schemas.microsoft.com/office/drawing/2014/main" id="{AAF2026C-645D-40B5-B361-16012D4EE82E}"/>
              </a:ext>
            </a:extLst>
          </p:cNvPr>
          <p:cNvSpPr>
            <a:spLocks noGrp="1"/>
          </p:cNvSpPr>
          <p:nvPr/>
        </p:nvSpPr>
        <p:spPr>
          <a:xfrm>
            <a:off x="2114550" y="3962400"/>
            <a:ext cx="361950" cy="361950"/>
          </a:xfrm>
          <a:prstGeom prst="ellipse">
            <a:avLst/>
          </a:prstGeom>
          <a:solidFill>
            <a:srgbClr val="E4EFF5"/>
          </a:solidFill>
          <a:ln w="0">
            <a:noFill/>
            <a:prstDash val="solid"/>
          </a:ln>
        </p:spPr>
      </p:sp>
      <p:sp>
        <p:nvSpPr>
          <p:cNvPr id="23" name="Rechteck 22">
            <a:extLst>
              <a:ext uri="{FF2B5EF4-FFF2-40B4-BE49-F238E27FC236}">
                <a16:creationId xmlns:a16="http://schemas.microsoft.com/office/drawing/2014/main" id="{F10B5C57-0949-4CBE-BF1A-8C22AE64CC50}"/>
              </a:ext>
            </a:extLst>
          </p:cNvPr>
          <p:cNvSpPr>
            <a:spLocks noGrp="1"/>
          </p:cNvSpPr>
          <p:nvPr/>
        </p:nvSpPr>
        <p:spPr>
          <a:xfrm>
            <a:off x="2114550" y="3971925"/>
            <a:ext cx="361950" cy="342900"/>
          </a:xfrm>
          <a:prstGeom prst="rect">
            <a:avLst/>
          </a:prstGeom>
          <a:noFill/>
          <a:ln w="0">
            <a:noFill/>
            <a:prstDash val="solid"/>
          </a:ln>
        </p:spPr>
        <p:txBody>
          <a:bodyPr lIns="0" tIns="0" rIns="0" bIns="0" anchor="ctr">
            <a:normAutofit/>
          </a:bodyPr>
          <a:lstStyle/>
          <a:p>
            <a:pPr algn="ctr">
              <a:defRPr sz="1050" b="1">
                <a:solidFill>
                  <a:srgbClr val="315C79"/>
                </a:solidFill>
                <a:latin typeface="Aptos Display"/>
                <a:ea typeface="Aptos Display"/>
                <a:cs typeface="Aptos Display"/>
              </a:defRPr>
            </a:pPr>
            <a:r>
              <a:rPr sz="1050" b="1">
                <a:solidFill>
                  <a:srgbClr val="315C79"/>
                </a:solidFill>
                <a:latin typeface="Aptos Display"/>
                <a:ea typeface="Aptos Display"/>
                <a:cs typeface="Aptos Display"/>
              </a:rPr>
              <a:t>G</a:t>
            </a:r>
          </a:p>
        </p:txBody>
      </p:sp>
      <p:sp>
        <p:nvSpPr>
          <p:cNvPr id="24" name="Rechteck 23">
            <a:extLst>
              <a:ext uri="{FF2B5EF4-FFF2-40B4-BE49-F238E27FC236}">
                <a16:creationId xmlns:a16="http://schemas.microsoft.com/office/drawing/2014/main" id="{FEE66FAA-9CF8-4F4E-A255-B93FB4943450}"/>
              </a:ext>
            </a:extLst>
          </p:cNvPr>
          <p:cNvSpPr>
            <a:spLocks noGrp="1"/>
          </p:cNvSpPr>
          <p:nvPr/>
        </p:nvSpPr>
        <p:spPr>
          <a:xfrm>
            <a:off x="2686050" y="3971925"/>
            <a:ext cx="4953000" cy="285750"/>
          </a:xfrm>
          <a:prstGeom prst="rect">
            <a:avLst/>
          </a:prstGeom>
          <a:noFill/>
          <a:ln w="0">
            <a:noFill/>
            <a:prstDash val="solid"/>
          </a:ln>
        </p:spPr>
        <p:txBody>
          <a:bodyPr lIns="0" tIns="0" rIns="0" bIns="0" anchor="t">
            <a:normAutofit/>
          </a:bodyPr>
          <a:lstStyle/>
          <a:p>
            <a:pPr algn="l">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TSV Langquaid E1</a:t>
            </a:r>
          </a:p>
        </p:txBody>
      </p:sp>
      <p:sp>
        <p:nvSpPr>
          <p:cNvPr id="25" name="Rechteck: abgerundete Ecken 24">
            <a:extLst>
              <a:ext uri="{FF2B5EF4-FFF2-40B4-BE49-F238E27FC236}">
                <a16:creationId xmlns:a16="http://schemas.microsoft.com/office/drawing/2014/main" id="{6A6FCAA5-05A5-414D-BE76-BCEB15151251}"/>
              </a:ext>
            </a:extLst>
          </p:cNvPr>
          <p:cNvSpPr>
            <a:spLocks noGrp="1"/>
          </p:cNvSpPr>
          <p:nvPr/>
        </p:nvSpPr>
        <p:spPr>
          <a:xfrm>
            <a:off x="9772650" y="3943350"/>
            <a:ext cx="1428750" cy="381000"/>
          </a:xfrm>
          <a:prstGeom prst="roundRect">
            <a:avLst>
              <a:gd name="adj" fmla="val 50000"/>
            </a:avLst>
          </a:prstGeom>
          <a:solidFill>
            <a:srgbClr val="FFFFFF"/>
          </a:solidFill>
          <a:ln w="9525">
            <a:solidFill>
              <a:srgbClr val="E5E7DF"/>
            </a:solidFill>
            <a:prstDash val="solid"/>
          </a:ln>
        </p:spPr>
      </p:sp>
      <p:sp>
        <p:nvSpPr>
          <p:cNvPr id="26" name="Rechteck 25">
            <a:extLst>
              <a:ext uri="{FF2B5EF4-FFF2-40B4-BE49-F238E27FC236}">
                <a16:creationId xmlns:a16="http://schemas.microsoft.com/office/drawing/2014/main" id="{7A660087-8A1B-4DED-830D-BC6C634A69CF}"/>
              </a:ext>
            </a:extLst>
          </p:cNvPr>
          <p:cNvSpPr>
            <a:spLocks noGrp="1"/>
          </p:cNvSpPr>
          <p:nvPr/>
        </p:nvSpPr>
        <p:spPr>
          <a:xfrm>
            <a:off x="9906000" y="3952875"/>
            <a:ext cx="116205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Öffnen</a:t>
            </a:r>
          </a:p>
        </p:txBody>
      </p:sp>
      <p:cxnSp>
        <p:nvCxnSpPr>
          <p:cNvPr id="64" name="Gerade Verbindung mit Pfeil 63"/>
          <p:cNvCxnSpPr/>
          <p:nvPr/>
        </p:nvCxnSpPr>
        <p:spPr>
          <a:xfrm>
            <a:off x="800100" y="4505325"/>
            <a:ext cx="10572750" cy="0"/>
          </a:xfrm>
          <a:prstGeom prst="straightConnector1">
            <a:avLst/>
          </a:prstGeom>
          <a:ln w="9525">
            <a:solidFill>
              <a:srgbClr val="E5E7DF"/>
            </a:solidFill>
            <a:prstDash val="solid"/>
          </a:ln>
        </p:spPr>
      </p:cxnSp>
      <p:sp>
        <p:nvSpPr>
          <p:cNvPr id="28" name="Rechteck: abgerundete Ecken 27">
            <a:extLst>
              <a:ext uri="{FF2B5EF4-FFF2-40B4-BE49-F238E27FC236}">
                <a16:creationId xmlns:a16="http://schemas.microsoft.com/office/drawing/2014/main" id="{E38CB0EE-D6D4-44B4-91B9-2B3213B24920}"/>
              </a:ext>
            </a:extLst>
          </p:cNvPr>
          <p:cNvSpPr>
            <a:spLocks noGrp="1"/>
          </p:cNvSpPr>
          <p:nvPr/>
        </p:nvSpPr>
        <p:spPr>
          <a:xfrm>
            <a:off x="800100" y="4610100"/>
            <a:ext cx="1066800" cy="381000"/>
          </a:xfrm>
          <a:prstGeom prst="roundRect">
            <a:avLst>
              <a:gd name="adj" fmla="val 50000"/>
            </a:avLst>
          </a:prstGeom>
          <a:solidFill>
            <a:srgbClr val="FCFBF6"/>
          </a:solidFill>
          <a:ln w="9525">
            <a:solidFill>
              <a:srgbClr val="E5E7DF"/>
            </a:solidFill>
            <a:prstDash val="solid"/>
          </a:ln>
        </p:spPr>
      </p:sp>
      <p:sp>
        <p:nvSpPr>
          <p:cNvPr id="29" name="Rechteck 28">
            <a:extLst>
              <a:ext uri="{FF2B5EF4-FFF2-40B4-BE49-F238E27FC236}">
                <a16:creationId xmlns:a16="http://schemas.microsoft.com/office/drawing/2014/main" id="{4254DFBA-674A-405E-A36D-825D04994353}"/>
              </a:ext>
            </a:extLst>
          </p:cNvPr>
          <p:cNvSpPr>
            <a:spLocks noGrp="1"/>
          </p:cNvSpPr>
          <p:nvPr/>
        </p:nvSpPr>
        <p:spPr>
          <a:xfrm>
            <a:off x="933450" y="4619625"/>
            <a:ext cx="80010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16:15</a:t>
            </a:r>
          </a:p>
        </p:txBody>
      </p:sp>
      <p:sp>
        <p:nvSpPr>
          <p:cNvPr id="30" name="Ellipse 29">
            <a:extLst>
              <a:ext uri="{FF2B5EF4-FFF2-40B4-BE49-F238E27FC236}">
                <a16:creationId xmlns:a16="http://schemas.microsoft.com/office/drawing/2014/main" id="{B9D73839-DF36-4CFF-A144-329D6FBF543A}"/>
              </a:ext>
            </a:extLst>
          </p:cNvPr>
          <p:cNvSpPr>
            <a:spLocks noGrp="1"/>
          </p:cNvSpPr>
          <p:nvPr/>
        </p:nvSpPr>
        <p:spPr>
          <a:xfrm>
            <a:off x="2114550" y="4629150"/>
            <a:ext cx="361950" cy="361950"/>
          </a:xfrm>
          <a:prstGeom prst="ellipse">
            <a:avLst/>
          </a:prstGeom>
          <a:solidFill>
            <a:srgbClr val="E4EFF5"/>
          </a:solidFill>
          <a:ln w="0">
            <a:noFill/>
            <a:prstDash val="solid"/>
          </a:ln>
        </p:spPr>
      </p:sp>
      <p:sp>
        <p:nvSpPr>
          <p:cNvPr id="31" name="Rechteck 30">
            <a:extLst>
              <a:ext uri="{FF2B5EF4-FFF2-40B4-BE49-F238E27FC236}">
                <a16:creationId xmlns:a16="http://schemas.microsoft.com/office/drawing/2014/main" id="{BCDD3EF6-7DBF-4FFB-9373-AA1F6429C291}"/>
              </a:ext>
            </a:extLst>
          </p:cNvPr>
          <p:cNvSpPr>
            <a:spLocks noGrp="1"/>
          </p:cNvSpPr>
          <p:nvPr/>
        </p:nvSpPr>
        <p:spPr>
          <a:xfrm>
            <a:off x="2114550" y="4638675"/>
            <a:ext cx="361950" cy="342900"/>
          </a:xfrm>
          <a:prstGeom prst="rect">
            <a:avLst/>
          </a:prstGeom>
          <a:noFill/>
          <a:ln w="0">
            <a:noFill/>
            <a:prstDash val="solid"/>
          </a:ln>
        </p:spPr>
        <p:txBody>
          <a:bodyPr lIns="0" tIns="0" rIns="0" bIns="0" anchor="ctr">
            <a:normAutofit/>
          </a:bodyPr>
          <a:lstStyle/>
          <a:p>
            <a:pPr algn="ctr">
              <a:defRPr sz="1050" b="1">
                <a:solidFill>
                  <a:srgbClr val="315C79"/>
                </a:solidFill>
                <a:latin typeface="Aptos Display"/>
                <a:ea typeface="Aptos Display"/>
                <a:cs typeface="Aptos Display"/>
              </a:defRPr>
            </a:pPr>
            <a:r>
              <a:rPr sz="1050" b="1">
                <a:solidFill>
                  <a:srgbClr val="315C79"/>
                </a:solidFill>
                <a:latin typeface="Aptos Display"/>
                <a:ea typeface="Aptos Display"/>
                <a:cs typeface="Aptos Display"/>
              </a:rPr>
              <a:t>G</a:t>
            </a:r>
          </a:p>
        </p:txBody>
      </p:sp>
      <p:sp>
        <p:nvSpPr>
          <p:cNvPr id="32" name="Rechteck 31">
            <a:extLst>
              <a:ext uri="{FF2B5EF4-FFF2-40B4-BE49-F238E27FC236}">
                <a16:creationId xmlns:a16="http://schemas.microsoft.com/office/drawing/2014/main" id="{9FCEA23F-D42F-4B92-961B-D2B2D2CB43A1}"/>
              </a:ext>
            </a:extLst>
          </p:cNvPr>
          <p:cNvSpPr>
            <a:spLocks noGrp="1"/>
          </p:cNvSpPr>
          <p:nvPr/>
        </p:nvSpPr>
        <p:spPr>
          <a:xfrm>
            <a:off x="2686050" y="4638675"/>
            <a:ext cx="4953000" cy="285750"/>
          </a:xfrm>
          <a:prstGeom prst="rect">
            <a:avLst/>
          </a:prstGeom>
          <a:noFill/>
          <a:ln w="0">
            <a:noFill/>
            <a:prstDash val="solid"/>
          </a:ln>
        </p:spPr>
        <p:txBody>
          <a:bodyPr lIns="0" tIns="0" rIns="0" bIns="0" anchor="t">
            <a:normAutofit/>
          </a:bodyPr>
          <a:lstStyle/>
          <a:p>
            <a:pPr algn="l">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SV Saal E1</a:t>
            </a:r>
          </a:p>
        </p:txBody>
      </p:sp>
      <p:sp>
        <p:nvSpPr>
          <p:cNvPr id="33" name="Rechteck: abgerundete Ecken 32">
            <a:extLst>
              <a:ext uri="{FF2B5EF4-FFF2-40B4-BE49-F238E27FC236}">
                <a16:creationId xmlns:a16="http://schemas.microsoft.com/office/drawing/2014/main" id="{7AABE7B4-EAEF-42AA-BE51-EC64774F7F73}"/>
              </a:ext>
            </a:extLst>
          </p:cNvPr>
          <p:cNvSpPr>
            <a:spLocks noGrp="1"/>
          </p:cNvSpPr>
          <p:nvPr/>
        </p:nvSpPr>
        <p:spPr>
          <a:xfrm>
            <a:off x="9772650" y="4610100"/>
            <a:ext cx="1428750" cy="381000"/>
          </a:xfrm>
          <a:prstGeom prst="roundRect">
            <a:avLst>
              <a:gd name="adj" fmla="val 50000"/>
            </a:avLst>
          </a:prstGeom>
          <a:solidFill>
            <a:srgbClr val="FFFFFF"/>
          </a:solidFill>
          <a:ln w="9525">
            <a:solidFill>
              <a:srgbClr val="E5E7DF"/>
            </a:solidFill>
            <a:prstDash val="solid"/>
          </a:ln>
        </p:spPr>
      </p:sp>
      <p:sp>
        <p:nvSpPr>
          <p:cNvPr id="34" name="Rechteck 33">
            <a:extLst>
              <a:ext uri="{FF2B5EF4-FFF2-40B4-BE49-F238E27FC236}">
                <a16:creationId xmlns:a16="http://schemas.microsoft.com/office/drawing/2014/main" id="{4498F87C-895E-4DB8-8BF9-247E8BD8C7CE}"/>
              </a:ext>
            </a:extLst>
          </p:cNvPr>
          <p:cNvSpPr>
            <a:spLocks noGrp="1"/>
          </p:cNvSpPr>
          <p:nvPr/>
        </p:nvSpPr>
        <p:spPr>
          <a:xfrm>
            <a:off x="9906000" y="4619625"/>
            <a:ext cx="116205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Öffnen</a:t>
            </a:r>
          </a:p>
        </p:txBody>
      </p:sp>
      <p:sp>
        <p:nvSpPr>
          <p:cNvPr id="35" name="Rechteck: abgerundete Ecken 34">
            <a:extLst>
              <a:ext uri="{FF2B5EF4-FFF2-40B4-BE49-F238E27FC236}">
                <a16:creationId xmlns:a16="http://schemas.microsoft.com/office/drawing/2014/main" id="{990C0617-1D2D-4597-A7E6-5F4D15F0D397}"/>
              </a:ext>
            </a:extLst>
          </p:cNvPr>
          <p:cNvSpPr>
            <a:spLocks noGrp="1"/>
          </p:cNvSpPr>
          <p:nvPr/>
        </p:nvSpPr>
        <p:spPr>
          <a:xfrm>
            <a:off x="2247900" y="5791200"/>
            <a:ext cx="7696200" cy="514350"/>
          </a:xfrm>
          <a:prstGeom prst="roundRect">
            <a:avLst>
              <a:gd name="adj" fmla="val 29630"/>
            </a:avLst>
          </a:prstGeom>
          <a:solidFill>
            <a:srgbClr val="FFF5A8"/>
          </a:solidFill>
          <a:ln w="0">
            <a:noFill/>
            <a:prstDash val="solid"/>
          </a:ln>
        </p:spPr>
      </p:sp>
      <p:sp>
        <p:nvSpPr>
          <p:cNvPr id="36" name="Rechteck 35">
            <a:extLst>
              <a:ext uri="{FF2B5EF4-FFF2-40B4-BE49-F238E27FC236}">
                <a16:creationId xmlns:a16="http://schemas.microsoft.com/office/drawing/2014/main" id="{AEFECB81-61BB-468A-A2B8-E1BAD2D8682C}"/>
              </a:ext>
            </a:extLst>
          </p:cNvPr>
          <p:cNvSpPr>
            <a:spLocks noGrp="1"/>
          </p:cNvSpPr>
          <p:nvPr/>
        </p:nvSpPr>
        <p:spPr>
          <a:xfrm>
            <a:off x="2438400" y="5905500"/>
            <a:ext cx="7315200" cy="285750"/>
          </a:xfrm>
          <a:prstGeom prst="rect">
            <a:avLst/>
          </a:prstGeom>
          <a:noFill/>
          <a:ln w="0">
            <a:noFill/>
            <a:prstDash val="solid"/>
          </a:ln>
        </p:spPr>
        <p:txBody>
          <a:bodyPr lIns="0" tIns="0" rIns="0" bIns="0" anchor="ctr">
            <a:normAutofit/>
          </a:bodyPr>
          <a:lstStyle/>
          <a:p>
            <a:pPr algn="ctr">
              <a:defRPr sz="1275" b="1">
                <a:solidFill>
                  <a:srgbClr val="121512"/>
                </a:solidFill>
                <a:latin typeface="Aptos Display"/>
                <a:ea typeface="Aptos Display"/>
                <a:cs typeface="Aptos Display"/>
              </a:defRPr>
            </a:pPr>
            <a:r>
              <a:rPr sz="1275" b="1">
                <a:solidFill>
                  <a:srgbClr val="121512"/>
                </a:solidFill>
                <a:latin typeface="Aptos Display"/>
                <a:ea typeface="Aptos Display"/>
                <a:cs typeface="Aptos Display"/>
              </a:rPr>
              <a:t>Noch nicht freigegebene Partien erscheinen nicht in der Familienansicht.</a:t>
            </a:r>
          </a:p>
        </p:txBody>
      </p:sp>
      <p:sp>
        <p:nvSpPr>
          <p:cNvPr id="37" name="Rechteck 36">
            <a:extLst>
              <a:ext uri="{FF2B5EF4-FFF2-40B4-BE49-F238E27FC236}">
                <a16:creationId xmlns:a16="http://schemas.microsoft.com/office/drawing/2014/main" id="{E6860D49-46A8-4CAD-8C87-0A7E5E86795F}"/>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15365624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512"/>
        </a:solidFill>
        <a:effectLst/>
      </p:bgPr>
    </p:bg>
    <p:spTree>
      <p:nvGrpSpPr>
        <p:cNvPr id="1" name=""/>
        <p:cNvGrpSpPr/>
        <p:nvPr/>
      </p:nvGrpSpPr>
      <p:grpSpPr>
        <a:xfrm>
          <a:off x="0" y="0"/>
          <a:ext cx="0" cy="0"/>
          <a:chOff x="0" y="0"/>
          <a:chExt cx="0" cy="0"/>
        </a:xfrm>
      </p:grpSpPr>
      <p:sp>
        <p:nvSpPr>
          <p:cNvPr id="33" name="Rechteck 32">
            <a:extLst>
              <a:ext uri="{FF2B5EF4-FFF2-40B4-BE49-F238E27FC236}">
                <a16:creationId xmlns:a16="http://schemas.microsoft.com/office/drawing/2014/main" id="{EB2ED7BC-BC2C-4915-A19E-9BB28B20452D}"/>
              </a:ext>
            </a:extLst>
          </p:cNvPr>
          <p:cNvSpPr>
            <a:spLocks noGrp="1"/>
          </p:cNvSpPr>
          <p:nvPr/>
        </p:nvSpPr>
        <p:spPr>
          <a:xfrm>
            <a:off x="0" y="0"/>
            <a:ext cx="209550" cy="6858000"/>
          </a:xfrm>
          <a:prstGeom prst="rect">
            <a:avLst/>
          </a:prstGeom>
          <a:solidFill>
            <a:srgbClr val="FFE500"/>
          </a:solidFill>
          <a:ln w="0">
            <a:noFill/>
            <a:prstDash val="solid"/>
          </a:ln>
        </p:spPr>
      </p:sp>
      <p:sp>
        <p:nvSpPr>
          <p:cNvPr id="2" name="Rechteck 1">
            <a:extLst>
              <a:ext uri="{FF2B5EF4-FFF2-40B4-BE49-F238E27FC236}">
                <a16:creationId xmlns:a16="http://schemas.microsoft.com/office/drawing/2014/main" id="{DFA980D2-726C-40B9-86ED-122DEBF05E50}"/>
              </a:ext>
            </a:extLst>
          </p:cNvPr>
          <p:cNvSpPr>
            <a:spLocks noGrp="1"/>
          </p:cNvSpPr>
          <p:nvPr/>
        </p:nvSpPr>
        <p:spPr>
          <a:xfrm>
            <a:off x="552450" y="333375"/>
            <a:ext cx="2095500" cy="190500"/>
          </a:xfrm>
          <a:prstGeom prst="rect">
            <a:avLst/>
          </a:prstGeom>
          <a:noFill/>
          <a:ln w="0">
            <a:noFill/>
            <a:prstDash val="solid"/>
          </a:ln>
        </p:spPr>
        <p:txBody>
          <a:bodyPr lIns="0" tIns="0" rIns="0" bIns="0" anchor="t">
            <a:normAutofit/>
          </a:bodyPr>
          <a:lstStyle/>
          <a:p>
            <a:pPr algn="l">
              <a:defRPr sz="975" b="1">
                <a:solidFill>
                  <a:srgbClr val="FFE500"/>
                </a:solidFill>
                <a:latin typeface="Aptos Display"/>
                <a:ea typeface="Aptos Display"/>
                <a:cs typeface="Aptos Display"/>
              </a:defRPr>
            </a:pPr>
            <a:r>
              <a:rPr sz="975" b="1">
                <a:solidFill>
                  <a:srgbClr val="FFE500"/>
                </a:solidFill>
                <a:latin typeface="Aptos Display"/>
                <a:ea typeface="Aptos Display"/>
                <a:cs typeface="Aptos Display"/>
              </a:rPr>
              <a:t>LIVE DABEI</a:t>
            </a:r>
          </a:p>
        </p:txBody>
      </p:sp>
      <p:sp>
        <p:nvSpPr>
          <p:cNvPr id="3" name="Rechteck 2">
            <a:extLst>
              <a:ext uri="{FF2B5EF4-FFF2-40B4-BE49-F238E27FC236}">
                <a16:creationId xmlns:a16="http://schemas.microsoft.com/office/drawing/2014/main" id="{02ADDDCA-53F7-4E43-B937-7018749D29FF}"/>
              </a:ext>
            </a:extLst>
          </p:cNvPr>
          <p:cNvSpPr>
            <a:spLocks noGrp="1"/>
          </p:cNvSpPr>
          <p:nvPr/>
        </p:nvSpPr>
        <p:spPr>
          <a:xfrm>
            <a:off x="552450" y="628650"/>
            <a:ext cx="7143750" cy="457200"/>
          </a:xfrm>
          <a:prstGeom prst="rect">
            <a:avLst/>
          </a:prstGeom>
          <a:noFill/>
          <a:ln w="0">
            <a:noFill/>
            <a:prstDash val="solid"/>
          </a:ln>
        </p:spPr>
        <p:txBody>
          <a:bodyPr lIns="0" tIns="0" rIns="0" bIns="0" anchor="t">
            <a:normAutofit/>
          </a:bodyPr>
          <a:lstStyle/>
          <a:p>
            <a:pPr algn="l">
              <a:defRPr sz="2700" b="1">
                <a:solidFill>
                  <a:srgbClr val="FFFFFF"/>
                </a:solidFill>
                <a:latin typeface="Aptos Display"/>
                <a:ea typeface="Aptos Display"/>
                <a:cs typeface="Aptos Display"/>
              </a:defRPr>
            </a:pPr>
            <a:r>
              <a:rPr sz="2700" b="1">
                <a:solidFill>
                  <a:srgbClr val="FFFFFF"/>
                </a:solidFill>
                <a:latin typeface="Aptos Display"/>
                <a:ea typeface="Aptos Display"/>
                <a:cs typeface="Aptos Display"/>
              </a:rPr>
              <a:t>Die Uhr bleibt im Mittelpunkt</a:t>
            </a:r>
          </a:p>
        </p:txBody>
      </p:sp>
      <p:sp>
        <p:nvSpPr>
          <p:cNvPr id="4" name="Rechteck 3">
            <a:extLst>
              <a:ext uri="{FF2B5EF4-FFF2-40B4-BE49-F238E27FC236}">
                <a16:creationId xmlns:a16="http://schemas.microsoft.com/office/drawing/2014/main" id="{76B1C392-0E13-45BD-AD32-BD21E6669587}"/>
              </a:ext>
            </a:extLst>
          </p:cNvPr>
          <p:cNvSpPr>
            <a:spLocks noGrp="1"/>
          </p:cNvSpPr>
          <p:nvPr/>
        </p:nvSpPr>
        <p:spPr>
          <a:xfrm>
            <a:off x="552450" y="1209675"/>
            <a:ext cx="6953250" cy="285750"/>
          </a:xfrm>
          <a:prstGeom prst="rect">
            <a:avLst/>
          </a:prstGeom>
          <a:noFill/>
          <a:ln w="0">
            <a:noFill/>
            <a:prstDash val="solid"/>
          </a:ln>
        </p:spPr>
        <p:txBody>
          <a:bodyPr lIns="0" tIns="0" rIns="0" bIns="0" anchor="t">
            <a:normAutofit/>
          </a:bodyPr>
          <a:lstStyle/>
          <a:p>
            <a:pPr algn="l">
              <a:defRPr sz="1275" b="0">
                <a:solidFill>
                  <a:srgbClr val="D7D9D2"/>
                </a:solidFill>
                <a:latin typeface="Aptos"/>
                <a:ea typeface="Aptos"/>
                <a:cs typeface="Aptos"/>
              </a:defRPr>
            </a:pPr>
            <a:r>
              <a:rPr sz="1275" b="0">
                <a:solidFill>
                  <a:srgbClr val="D7D9D2"/>
                </a:solidFill>
                <a:latin typeface="Aptos"/>
                <a:ea typeface="Aptos"/>
                <a:cs typeface="Aptos"/>
              </a:rPr>
              <a:t>Nach der Familienfreigabe aktualisieren sich Zeit, Spielstand und Tore laufend.</a:t>
            </a:r>
          </a:p>
        </p:txBody>
      </p:sp>
      <p:sp>
        <p:nvSpPr>
          <p:cNvPr id="5" name="Rechteck 4">
            <a:extLst>
              <a:ext uri="{FF2B5EF4-FFF2-40B4-BE49-F238E27FC236}">
                <a16:creationId xmlns:a16="http://schemas.microsoft.com/office/drawing/2014/main" id="{18A3A982-3BCA-4899-AD79-65A7F8B2BF9A}"/>
              </a:ext>
            </a:extLst>
          </p:cNvPr>
          <p:cNvSpPr>
            <a:spLocks noGrp="1"/>
          </p:cNvSpPr>
          <p:nvPr/>
        </p:nvSpPr>
        <p:spPr>
          <a:xfrm>
            <a:off x="552450" y="1952625"/>
            <a:ext cx="3048000" cy="285750"/>
          </a:xfrm>
          <a:prstGeom prst="rect">
            <a:avLst/>
          </a:prstGeom>
          <a:noFill/>
          <a:ln w="0">
            <a:noFill/>
            <a:prstDash val="solid"/>
          </a:ln>
        </p:spPr>
        <p:txBody>
          <a:bodyPr lIns="0" tIns="0" rIns="0" bIns="0" anchor="t">
            <a:normAutofit/>
          </a:bodyPr>
          <a:lstStyle/>
          <a:p>
            <a:pPr algn="l">
              <a:defRPr sz="1500" b="1">
                <a:solidFill>
                  <a:srgbClr val="AEB2AA"/>
                </a:solidFill>
                <a:latin typeface="Aptos Display"/>
                <a:ea typeface="Aptos Display"/>
                <a:cs typeface="Aptos Display"/>
              </a:defRPr>
            </a:pPr>
            <a:r>
              <a:rPr sz="1500" b="1">
                <a:solidFill>
                  <a:srgbClr val="AEB2AA"/>
                </a:solidFill>
                <a:latin typeface="Aptos Display"/>
                <a:ea typeface="Aptos Display"/>
                <a:cs typeface="Aptos Display"/>
              </a:rPr>
              <a:t>1. Viertel · läuft</a:t>
            </a:r>
          </a:p>
        </p:txBody>
      </p:sp>
      <p:sp>
        <p:nvSpPr>
          <p:cNvPr id="6" name="Rechteck 5">
            <a:extLst>
              <a:ext uri="{FF2B5EF4-FFF2-40B4-BE49-F238E27FC236}">
                <a16:creationId xmlns:a16="http://schemas.microsoft.com/office/drawing/2014/main" id="{566FCD73-6216-463D-AFB6-02189E1BB063}"/>
              </a:ext>
            </a:extLst>
          </p:cNvPr>
          <p:cNvSpPr>
            <a:spLocks noGrp="1"/>
          </p:cNvSpPr>
          <p:nvPr/>
        </p:nvSpPr>
        <p:spPr>
          <a:xfrm>
            <a:off x="552450" y="2305050"/>
            <a:ext cx="4857750" cy="1181100"/>
          </a:xfrm>
          <a:prstGeom prst="rect">
            <a:avLst/>
          </a:prstGeom>
          <a:noFill/>
          <a:ln w="0">
            <a:noFill/>
            <a:prstDash val="solid"/>
          </a:ln>
        </p:spPr>
        <p:txBody>
          <a:bodyPr lIns="0" tIns="0" rIns="0" bIns="0" anchor="t">
            <a:normAutofit/>
          </a:bodyPr>
          <a:lstStyle/>
          <a:p>
            <a:pPr algn="l">
              <a:defRPr sz="6450" b="1">
                <a:solidFill>
                  <a:srgbClr val="FFE500"/>
                </a:solidFill>
                <a:latin typeface="Aptos Display"/>
                <a:ea typeface="Aptos Display"/>
                <a:cs typeface="Aptos Display"/>
              </a:defRPr>
            </a:pPr>
            <a:r>
              <a:rPr sz="6450" b="1">
                <a:solidFill>
                  <a:srgbClr val="FFE500"/>
                </a:solidFill>
                <a:latin typeface="Aptos Display"/>
                <a:ea typeface="Aptos Display"/>
                <a:cs typeface="Aptos Display"/>
              </a:rPr>
              <a:t>12:44</a:t>
            </a:r>
          </a:p>
        </p:txBody>
      </p:sp>
      <p:sp>
        <p:nvSpPr>
          <p:cNvPr id="7" name="Rechteck: abgerundete Ecken 6">
            <a:extLst>
              <a:ext uri="{FF2B5EF4-FFF2-40B4-BE49-F238E27FC236}">
                <a16:creationId xmlns:a16="http://schemas.microsoft.com/office/drawing/2014/main" id="{51B530DC-F8CE-444B-9FB0-FE3291CEAC69}"/>
              </a:ext>
            </a:extLst>
          </p:cNvPr>
          <p:cNvSpPr>
            <a:spLocks noGrp="1"/>
          </p:cNvSpPr>
          <p:nvPr/>
        </p:nvSpPr>
        <p:spPr>
          <a:xfrm>
            <a:off x="552450" y="3638550"/>
            <a:ext cx="4857750" cy="76200"/>
          </a:xfrm>
          <a:prstGeom prst="roundRect">
            <a:avLst>
              <a:gd name="adj" fmla="val 50000"/>
            </a:avLst>
          </a:prstGeom>
          <a:solidFill>
            <a:srgbClr val="FFE500"/>
          </a:solidFill>
          <a:ln w="0">
            <a:noFill/>
            <a:prstDash val="solid"/>
          </a:ln>
        </p:spPr>
      </p:sp>
      <p:sp>
        <p:nvSpPr>
          <p:cNvPr id="8" name="Rechteck 7">
            <a:extLst>
              <a:ext uri="{FF2B5EF4-FFF2-40B4-BE49-F238E27FC236}">
                <a16:creationId xmlns:a16="http://schemas.microsoft.com/office/drawing/2014/main" id="{C21BAC61-7D20-4EFB-B37D-BC7A0FE1E029}"/>
              </a:ext>
            </a:extLst>
          </p:cNvPr>
          <p:cNvSpPr>
            <a:spLocks noGrp="1"/>
          </p:cNvSpPr>
          <p:nvPr/>
        </p:nvSpPr>
        <p:spPr>
          <a:xfrm>
            <a:off x="552450" y="4114800"/>
            <a:ext cx="2000250" cy="228600"/>
          </a:xfrm>
          <a:prstGeom prst="rect">
            <a:avLst/>
          </a:prstGeom>
          <a:noFill/>
          <a:ln w="0">
            <a:noFill/>
            <a:prstDash val="solid"/>
          </a:ln>
        </p:spPr>
        <p:txBody>
          <a:bodyPr lIns="0" tIns="0" rIns="0" bIns="0" anchor="t">
            <a:normAutofit/>
          </a:bodyPr>
          <a:lstStyle/>
          <a:p>
            <a:pPr algn="l">
              <a:defRPr sz="1200" b="1">
                <a:solidFill>
                  <a:srgbClr val="AEB2AA"/>
                </a:solidFill>
                <a:latin typeface="Aptos Display"/>
                <a:ea typeface="Aptos Display"/>
                <a:cs typeface="Aptos Display"/>
              </a:defRPr>
            </a:pPr>
            <a:r>
              <a:rPr sz="1200" b="1">
                <a:solidFill>
                  <a:srgbClr val="AEB2AA"/>
                </a:solidFill>
                <a:latin typeface="Aptos Display"/>
                <a:ea typeface="Aptos Display"/>
                <a:cs typeface="Aptos Display"/>
              </a:rPr>
              <a:t>FC TEUGN</a:t>
            </a:r>
          </a:p>
        </p:txBody>
      </p:sp>
      <p:sp>
        <p:nvSpPr>
          <p:cNvPr id="9" name="Rechteck 8">
            <a:extLst>
              <a:ext uri="{FF2B5EF4-FFF2-40B4-BE49-F238E27FC236}">
                <a16:creationId xmlns:a16="http://schemas.microsoft.com/office/drawing/2014/main" id="{41611689-5D29-473F-B572-0903F54C65ED}"/>
              </a:ext>
            </a:extLst>
          </p:cNvPr>
          <p:cNvSpPr>
            <a:spLocks noGrp="1"/>
          </p:cNvSpPr>
          <p:nvPr/>
        </p:nvSpPr>
        <p:spPr>
          <a:xfrm>
            <a:off x="552450" y="4457700"/>
            <a:ext cx="1619250" cy="762000"/>
          </a:xfrm>
          <a:prstGeom prst="rect">
            <a:avLst/>
          </a:prstGeom>
          <a:noFill/>
          <a:ln w="0">
            <a:noFill/>
            <a:prstDash val="solid"/>
          </a:ln>
        </p:spPr>
        <p:txBody>
          <a:bodyPr lIns="0" tIns="0" rIns="0" bIns="0" anchor="t">
            <a:normAutofit/>
          </a:bodyPr>
          <a:lstStyle/>
          <a:p>
            <a:pPr algn="l">
              <a:defRPr sz="4350" b="1">
                <a:solidFill>
                  <a:srgbClr val="FFE500"/>
                </a:solidFill>
                <a:latin typeface="Aptos Display"/>
                <a:ea typeface="Aptos Display"/>
                <a:cs typeface="Aptos Display"/>
              </a:defRPr>
            </a:pPr>
            <a:r>
              <a:rPr sz="4350" b="1">
                <a:solidFill>
                  <a:srgbClr val="FFE500"/>
                </a:solidFill>
                <a:latin typeface="Aptos Display"/>
                <a:ea typeface="Aptos Display"/>
                <a:cs typeface="Aptos Display"/>
              </a:rPr>
              <a:t>2</a:t>
            </a:r>
          </a:p>
        </p:txBody>
      </p:sp>
      <p:sp>
        <p:nvSpPr>
          <p:cNvPr id="10" name="Rechteck 9">
            <a:extLst>
              <a:ext uri="{FF2B5EF4-FFF2-40B4-BE49-F238E27FC236}">
                <a16:creationId xmlns:a16="http://schemas.microsoft.com/office/drawing/2014/main" id="{4D81FE98-77D4-46E0-8A68-127C51E68998}"/>
              </a:ext>
            </a:extLst>
          </p:cNvPr>
          <p:cNvSpPr>
            <a:spLocks noGrp="1"/>
          </p:cNvSpPr>
          <p:nvPr/>
        </p:nvSpPr>
        <p:spPr>
          <a:xfrm>
            <a:off x="2362200" y="4457700"/>
            <a:ext cx="342900" cy="762000"/>
          </a:xfrm>
          <a:prstGeom prst="rect">
            <a:avLst/>
          </a:prstGeom>
          <a:noFill/>
          <a:ln w="0">
            <a:noFill/>
            <a:prstDash val="solid"/>
          </a:ln>
        </p:spPr>
        <p:txBody>
          <a:bodyPr lIns="0" tIns="0" rIns="0" bIns="0" anchor="t">
            <a:normAutofit/>
          </a:bodyPr>
          <a:lstStyle/>
          <a:p>
            <a:pPr algn="ctr">
              <a:defRPr sz="3300" b="1">
                <a:solidFill>
                  <a:srgbClr val="6F746C"/>
                </a:solidFill>
                <a:latin typeface="Aptos Display"/>
                <a:ea typeface="Aptos Display"/>
                <a:cs typeface="Aptos Display"/>
              </a:defRPr>
            </a:pPr>
            <a:r>
              <a:rPr sz="3300" b="1">
                <a:solidFill>
                  <a:srgbClr val="6F746C"/>
                </a:solidFill>
                <a:latin typeface="Aptos Display"/>
                <a:ea typeface="Aptos Display"/>
                <a:cs typeface="Aptos Display"/>
              </a:rPr>
              <a:t>:</a:t>
            </a:r>
          </a:p>
        </p:txBody>
      </p:sp>
      <p:sp>
        <p:nvSpPr>
          <p:cNvPr id="11" name="Rechteck 10">
            <a:extLst>
              <a:ext uri="{FF2B5EF4-FFF2-40B4-BE49-F238E27FC236}">
                <a16:creationId xmlns:a16="http://schemas.microsoft.com/office/drawing/2014/main" id="{DAD8A860-1A45-4EC7-B0EB-FE5A19860B56}"/>
              </a:ext>
            </a:extLst>
          </p:cNvPr>
          <p:cNvSpPr>
            <a:spLocks noGrp="1"/>
          </p:cNvSpPr>
          <p:nvPr/>
        </p:nvSpPr>
        <p:spPr>
          <a:xfrm>
            <a:off x="2914650" y="4457700"/>
            <a:ext cx="1619250" cy="762000"/>
          </a:xfrm>
          <a:prstGeom prst="rect">
            <a:avLst/>
          </a:prstGeom>
          <a:noFill/>
          <a:ln w="0">
            <a:noFill/>
            <a:prstDash val="solid"/>
          </a:ln>
        </p:spPr>
        <p:txBody>
          <a:bodyPr lIns="0" tIns="0" rIns="0" bIns="0" anchor="t">
            <a:normAutofit/>
          </a:bodyPr>
          <a:lstStyle/>
          <a:p>
            <a:pPr algn="l">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1</a:t>
            </a:r>
          </a:p>
        </p:txBody>
      </p:sp>
      <p:sp>
        <p:nvSpPr>
          <p:cNvPr id="12" name="Rechteck 11">
            <a:extLst>
              <a:ext uri="{FF2B5EF4-FFF2-40B4-BE49-F238E27FC236}">
                <a16:creationId xmlns:a16="http://schemas.microsoft.com/office/drawing/2014/main" id="{2FF5631A-D087-4DAC-96A8-F79EEB39646A}"/>
              </a:ext>
            </a:extLst>
          </p:cNvPr>
          <p:cNvSpPr>
            <a:spLocks noGrp="1"/>
          </p:cNvSpPr>
          <p:nvPr/>
        </p:nvSpPr>
        <p:spPr>
          <a:xfrm>
            <a:off x="2914650" y="5276850"/>
            <a:ext cx="1619250" cy="228600"/>
          </a:xfrm>
          <a:prstGeom prst="rect">
            <a:avLst/>
          </a:prstGeom>
          <a:noFill/>
          <a:ln w="0">
            <a:noFill/>
            <a:prstDash val="solid"/>
          </a:ln>
        </p:spPr>
        <p:txBody>
          <a:bodyPr lIns="0" tIns="0" rIns="0" bIns="0" anchor="t">
            <a:normAutofit/>
          </a:bodyPr>
          <a:lstStyle/>
          <a:p>
            <a:pPr algn="r">
              <a:defRPr sz="1200" b="1">
                <a:solidFill>
                  <a:srgbClr val="AEB2AA"/>
                </a:solidFill>
                <a:latin typeface="Aptos Display"/>
                <a:ea typeface="Aptos Display"/>
                <a:cs typeface="Aptos Display"/>
              </a:defRPr>
            </a:pPr>
            <a:r>
              <a:rPr sz="1200" b="1">
                <a:solidFill>
                  <a:srgbClr val="AEB2AA"/>
                </a:solidFill>
                <a:latin typeface="Aptos Display"/>
                <a:ea typeface="Aptos Display"/>
                <a:cs typeface="Aptos Display"/>
              </a:rPr>
              <a:t>GAST</a:t>
            </a:r>
          </a:p>
        </p:txBody>
      </p:sp>
      <p:sp>
        <p:nvSpPr>
          <p:cNvPr id="13" name="Rechteck: abgerundete Ecken 12">
            <a:extLst>
              <a:ext uri="{FF2B5EF4-FFF2-40B4-BE49-F238E27FC236}">
                <a16:creationId xmlns:a16="http://schemas.microsoft.com/office/drawing/2014/main" id="{B6CF6AB1-0339-488C-AD6C-F2FF076660F9}"/>
              </a:ext>
            </a:extLst>
          </p:cNvPr>
          <p:cNvSpPr>
            <a:spLocks noGrp="1"/>
          </p:cNvSpPr>
          <p:nvPr/>
        </p:nvSpPr>
        <p:spPr>
          <a:xfrm>
            <a:off x="6496050" y="1762125"/>
            <a:ext cx="4800600" cy="3943350"/>
          </a:xfrm>
          <a:prstGeom prst="roundRect">
            <a:avLst>
              <a:gd name="adj" fmla="val 6763"/>
            </a:avLst>
          </a:prstGeom>
          <a:solidFill>
            <a:srgbClr val="242821"/>
          </a:solidFill>
          <a:ln w="9525">
            <a:solidFill>
              <a:srgbClr val="3D4239"/>
            </a:solidFill>
            <a:prstDash val="solid"/>
          </a:ln>
        </p:spPr>
      </p:sp>
      <p:sp>
        <p:nvSpPr>
          <p:cNvPr id="14" name="Rechteck 13">
            <a:extLst>
              <a:ext uri="{FF2B5EF4-FFF2-40B4-BE49-F238E27FC236}">
                <a16:creationId xmlns:a16="http://schemas.microsoft.com/office/drawing/2014/main" id="{CB3DEB0E-B6CC-46CA-8961-8D46F5054499}"/>
              </a:ext>
            </a:extLst>
          </p:cNvPr>
          <p:cNvSpPr>
            <a:spLocks noGrp="1"/>
          </p:cNvSpPr>
          <p:nvPr/>
        </p:nvSpPr>
        <p:spPr>
          <a:xfrm>
            <a:off x="6838950" y="2085975"/>
            <a:ext cx="1905000" cy="190500"/>
          </a:xfrm>
          <a:prstGeom prst="rect">
            <a:avLst/>
          </a:prstGeom>
          <a:noFill/>
          <a:ln w="0">
            <a:noFill/>
            <a:prstDash val="solid"/>
          </a:ln>
        </p:spPr>
        <p:txBody>
          <a:bodyPr lIns="0" tIns="0" rIns="0" bIns="0" anchor="t">
            <a:normAutofit/>
          </a:bodyPr>
          <a:lstStyle/>
          <a:p>
            <a:pPr algn="l">
              <a:defRPr sz="900" b="1">
                <a:solidFill>
                  <a:srgbClr val="FFE500"/>
                </a:solidFill>
                <a:latin typeface="Aptos Display"/>
                <a:ea typeface="Aptos Display"/>
                <a:cs typeface="Aptos Display"/>
              </a:defRPr>
            </a:pPr>
            <a:r>
              <a:rPr sz="900" b="1">
                <a:solidFill>
                  <a:srgbClr val="FFE500"/>
                </a:solidFill>
                <a:latin typeface="Aptos Display"/>
                <a:ea typeface="Aptos Display"/>
                <a:cs typeface="Aptos Display"/>
              </a:rPr>
              <a:t>TORVERLAUF</a:t>
            </a:r>
          </a:p>
        </p:txBody>
      </p:sp>
      <p:sp>
        <p:nvSpPr>
          <p:cNvPr id="15" name="Ellipse 14">
            <a:extLst>
              <a:ext uri="{FF2B5EF4-FFF2-40B4-BE49-F238E27FC236}">
                <a16:creationId xmlns:a16="http://schemas.microsoft.com/office/drawing/2014/main" id="{5C5BE1FE-3988-49C9-8DC1-8B045F4FFCD3}"/>
              </a:ext>
            </a:extLst>
          </p:cNvPr>
          <p:cNvSpPr>
            <a:spLocks noGrp="1"/>
          </p:cNvSpPr>
          <p:nvPr/>
        </p:nvSpPr>
        <p:spPr>
          <a:xfrm>
            <a:off x="6838950" y="2505075"/>
            <a:ext cx="476250" cy="476250"/>
          </a:xfrm>
          <a:prstGeom prst="ellipse">
            <a:avLst/>
          </a:prstGeom>
          <a:solidFill>
            <a:srgbClr val="FFF5A8"/>
          </a:solidFill>
          <a:ln w="0">
            <a:noFill/>
            <a:prstDash val="solid"/>
          </a:ln>
        </p:spPr>
      </p:sp>
      <p:sp>
        <p:nvSpPr>
          <p:cNvPr id="16" name="Rechteck 15">
            <a:extLst>
              <a:ext uri="{FF2B5EF4-FFF2-40B4-BE49-F238E27FC236}">
                <a16:creationId xmlns:a16="http://schemas.microsoft.com/office/drawing/2014/main" id="{671ADE2E-1D1A-4507-8348-B74D83FBB2B9}"/>
              </a:ext>
            </a:extLst>
          </p:cNvPr>
          <p:cNvSpPr>
            <a:spLocks noGrp="1"/>
          </p:cNvSpPr>
          <p:nvPr/>
        </p:nvSpPr>
        <p:spPr>
          <a:xfrm>
            <a:off x="6838950" y="2514600"/>
            <a:ext cx="476250" cy="457200"/>
          </a:xfrm>
          <a:prstGeom prst="rect">
            <a:avLst/>
          </a:prstGeom>
          <a:noFill/>
          <a:ln w="0">
            <a:noFill/>
            <a:prstDash val="solid"/>
          </a:ln>
        </p:spPr>
        <p:txBody>
          <a:bodyPr lIns="0" tIns="0" rIns="0" bIns="0" anchor="ctr">
            <a:normAutofit/>
          </a:bodyPr>
          <a:lstStyle/>
          <a:p>
            <a:pPr algn="ctr">
              <a:defRPr sz="1575" b="1">
                <a:solidFill>
                  <a:srgbClr val="121512"/>
                </a:solidFill>
                <a:latin typeface="Aptos Display"/>
                <a:ea typeface="Aptos Display"/>
                <a:cs typeface="Aptos Display"/>
              </a:defRPr>
            </a:pPr>
            <a:r>
              <a:rPr sz="1575" b="1">
                <a:solidFill>
                  <a:srgbClr val="121512"/>
                </a:solidFill>
                <a:latin typeface="Aptos Display"/>
                <a:ea typeface="Aptos Display"/>
                <a:cs typeface="Aptos Display"/>
              </a:rPr>
              <a:t>+</a:t>
            </a:r>
          </a:p>
        </p:txBody>
      </p:sp>
      <p:sp>
        <p:nvSpPr>
          <p:cNvPr id="17" name="Rechteck 16">
            <a:extLst>
              <a:ext uri="{FF2B5EF4-FFF2-40B4-BE49-F238E27FC236}">
                <a16:creationId xmlns:a16="http://schemas.microsoft.com/office/drawing/2014/main" id="{76E95C5D-33F2-4628-AC07-854F5D1D4B4A}"/>
              </a:ext>
            </a:extLst>
          </p:cNvPr>
          <p:cNvSpPr>
            <a:spLocks noGrp="1"/>
          </p:cNvSpPr>
          <p:nvPr/>
        </p:nvSpPr>
        <p:spPr>
          <a:xfrm>
            <a:off x="7524750" y="2514600"/>
            <a:ext cx="857250" cy="209550"/>
          </a:xfrm>
          <a:prstGeom prst="rect">
            <a:avLst/>
          </a:prstGeom>
          <a:noFill/>
          <a:ln w="0">
            <a:noFill/>
            <a:prstDash val="solid"/>
          </a:ln>
        </p:spPr>
        <p:txBody>
          <a:bodyPr lIns="0" tIns="0" rIns="0" bIns="0" anchor="t">
            <a:normAutofit/>
          </a:bodyPr>
          <a:lstStyle/>
          <a:p>
            <a:pPr algn="l">
              <a:defRPr sz="1125" b="1">
                <a:solidFill>
                  <a:srgbClr val="BFC2BA"/>
                </a:solidFill>
                <a:latin typeface="Aptos Display"/>
                <a:ea typeface="Aptos Display"/>
                <a:cs typeface="Aptos Display"/>
              </a:defRPr>
            </a:pPr>
            <a:r>
              <a:rPr sz="1125" b="1">
                <a:solidFill>
                  <a:srgbClr val="BFC2BA"/>
                </a:solidFill>
                <a:latin typeface="Aptos Display"/>
                <a:ea typeface="Aptos Display"/>
                <a:cs typeface="Aptos Display"/>
              </a:rPr>
              <a:t>04:12</a:t>
            </a:r>
          </a:p>
        </p:txBody>
      </p:sp>
      <p:sp>
        <p:nvSpPr>
          <p:cNvPr id="18" name="Rechteck 17">
            <a:extLst>
              <a:ext uri="{FF2B5EF4-FFF2-40B4-BE49-F238E27FC236}">
                <a16:creationId xmlns:a16="http://schemas.microsoft.com/office/drawing/2014/main" id="{02079D50-26E0-49AE-8787-6C11A93A9602}"/>
              </a:ext>
            </a:extLst>
          </p:cNvPr>
          <p:cNvSpPr>
            <a:spLocks noGrp="1"/>
          </p:cNvSpPr>
          <p:nvPr/>
        </p:nvSpPr>
        <p:spPr>
          <a:xfrm>
            <a:off x="8534400" y="2486025"/>
            <a:ext cx="704850" cy="266700"/>
          </a:xfrm>
          <a:prstGeom prst="rect">
            <a:avLst/>
          </a:prstGeom>
          <a:noFill/>
          <a:ln w="0">
            <a:noFill/>
            <a:prstDash val="solid"/>
          </a:ln>
        </p:spPr>
        <p:txBody>
          <a:bodyPr lIns="0" tIns="0" rIns="0" bIns="0" anchor="t">
            <a:normAutofit/>
          </a:bodyPr>
          <a:lstStyle/>
          <a:p>
            <a:pPr algn="l">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1:0</a:t>
            </a:r>
          </a:p>
        </p:txBody>
      </p:sp>
      <p:sp>
        <p:nvSpPr>
          <p:cNvPr id="19" name="Rechteck 18">
            <a:extLst>
              <a:ext uri="{FF2B5EF4-FFF2-40B4-BE49-F238E27FC236}">
                <a16:creationId xmlns:a16="http://schemas.microsoft.com/office/drawing/2014/main" id="{648AA5A6-4D61-446C-9DF7-392B0C16A4D9}"/>
              </a:ext>
            </a:extLst>
          </p:cNvPr>
          <p:cNvSpPr>
            <a:spLocks noGrp="1"/>
          </p:cNvSpPr>
          <p:nvPr/>
        </p:nvSpPr>
        <p:spPr>
          <a:xfrm>
            <a:off x="7524750" y="2828925"/>
            <a:ext cx="3238500" cy="257175"/>
          </a:xfrm>
          <a:prstGeom prst="rect">
            <a:avLst/>
          </a:prstGeom>
          <a:noFill/>
          <a:ln w="0">
            <a:noFill/>
            <a:prstDash val="solid"/>
          </a:ln>
        </p:spPr>
        <p:txBody>
          <a:bodyPr lIns="0" tIns="0" rIns="0" bIns="0" anchor="t">
            <a:normAutofit/>
          </a:bodyPr>
          <a:lstStyle/>
          <a:p>
            <a:pPr algn="l">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Alex · Vorlage Mia</a:t>
            </a:r>
          </a:p>
        </p:txBody>
      </p:sp>
      <p:sp>
        <p:nvSpPr>
          <p:cNvPr id="20" name="Ellipse 19">
            <a:extLst>
              <a:ext uri="{FF2B5EF4-FFF2-40B4-BE49-F238E27FC236}">
                <a16:creationId xmlns:a16="http://schemas.microsoft.com/office/drawing/2014/main" id="{BE5F6806-0112-482C-90B4-5DF0F3F61BED}"/>
              </a:ext>
            </a:extLst>
          </p:cNvPr>
          <p:cNvSpPr>
            <a:spLocks noGrp="1"/>
          </p:cNvSpPr>
          <p:nvPr/>
        </p:nvSpPr>
        <p:spPr>
          <a:xfrm>
            <a:off x="6838950" y="3419475"/>
            <a:ext cx="476250" cy="476250"/>
          </a:xfrm>
          <a:prstGeom prst="ellipse">
            <a:avLst/>
          </a:prstGeom>
          <a:solidFill>
            <a:srgbClr val="FBE7E5"/>
          </a:solidFill>
          <a:ln w="0">
            <a:noFill/>
            <a:prstDash val="solid"/>
          </a:ln>
        </p:spPr>
      </p:sp>
      <p:sp>
        <p:nvSpPr>
          <p:cNvPr id="21" name="Rechteck 20">
            <a:extLst>
              <a:ext uri="{FF2B5EF4-FFF2-40B4-BE49-F238E27FC236}">
                <a16:creationId xmlns:a16="http://schemas.microsoft.com/office/drawing/2014/main" id="{6FF451DB-6BB9-484D-9C14-BD12AAA3AE38}"/>
              </a:ext>
            </a:extLst>
          </p:cNvPr>
          <p:cNvSpPr>
            <a:spLocks noGrp="1"/>
          </p:cNvSpPr>
          <p:nvPr/>
        </p:nvSpPr>
        <p:spPr>
          <a:xfrm>
            <a:off x="6838950" y="3429000"/>
            <a:ext cx="476250" cy="457200"/>
          </a:xfrm>
          <a:prstGeom prst="rect">
            <a:avLst/>
          </a:prstGeom>
          <a:noFill/>
          <a:ln w="0">
            <a:noFill/>
            <a:prstDash val="solid"/>
          </a:ln>
        </p:spPr>
        <p:txBody>
          <a:bodyPr lIns="0" tIns="0" rIns="0" bIns="0" anchor="ctr">
            <a:normAutofit/>
          </a:bodyPr>
          <a:lstStyle/>
          <a:p>
            <a:pPr algn="ctr">
              <a:defRPr sz="1575" b="1">
                <a:solidFill>
                  <a:srgbClr val="D34B4B"/>
                </a:solidFill>
                <a:latin typeface="Aptos Display"/>
                <a:ea typeface="Aptos Display"/>
                <a:cs typeface="Aptos Display"/>
              </a:defRPr>
            </a:pPr>
            <a:r>
              <a:rPr sz="1575" b="1">
                <a:solidFill>
                  <a:srgbClr val="D34B4B"/>
                </a:solidFill>
                <a:latin typeface="Aptos Display"/>
                <a:ea typeface="Aptos Display"/>
                <a:cs typeface="Aptos Display"/>
              </a:rPr>
              <a:t>–</a:t>
            </a:r>
          </a:p>
        </p:txBody>
      </p:sp>
      <p:sp>
        <p:nvSpPr>
          <p:cNvPr id="22" name="Rechteck 21">
            <a:extLst>
              <a:ext uri="{FF2B5EF4-FFF2-40B4-BE49-F238E27FC236}">
                <a16:creationId xmlns:a16="http://schemas.microsoft.com/office/drawing/2014/main" id="{0B69845C-1BC0-4B0F-ACEF-643BD363340D}"/>
              </a:ext>
            </a:extLst>
          </p:cNvPr>
          <p:cNvSpPr>
            <a:spLocks noGrp="1"/>
          </p:cNvSpPr>
          <p:nvPr/>
        </p:nvSpPr>
        <p:spPr>
          <a:xfrm>
            <a:off x="7524750" y="3429000"/>
            <a:ext cx="857250" cy="209550"/>
          </a:xfrm>
          <a:prstGeom prst="rect">
            <a:avLst/>
          </a:prstGeom>
          <a:noFill/>
          <a:ln w="0">
            <a:noFill/>
            <a:prstDash val="solid"/>
          </a:ln>
        </p:spPr>
        <p:txBody>
          <a:bodyPr lIns="0" tIns="0" rIns="0" bIns="0" anchor="t">
            <a:normAutofit/>
          </a:bodyPr>
          <a:lstStyle/>
          <a:p>
            <a:pPr algn="l">
              <a:defRPr sz="1125" b="1">
                <a:solidFill>
                  <a:srgbClr val="BFC2BA"/>
                </a:solidFill>
                <a:latin typeface="Aptos Display"/>
                <a:ea typeface="Aptos Display"/>
                <a:cs typeface="Aptos Display"/>
              </a:defRPr>
            </a:pPr>
            <a:r>
              <a:rPr sz="1125" b="1">
                <a:solidFill>
                  <a:srgbClr val="BFC2BA"/>
                </a:solidFill>
                <a:latin typeface="Aptos Display"/>
                <a:ea typeface="Aptos Display"/>
                <a:cs typeface="Aptos Display"/>
              </a:rPr>
              <a:t>07:38</a:t>
            </a:r>
          </a:p>
        </p:txBody>
      </p:sp>
      <p:sp>
        <p:nvSpPr>
          <p:cNvPr id="23" name="Rechteck 22">
            <a:extLst>
              <a:ext uri="{FF2B5EF4-FFF2-40B4-BE49-F238E27FC236}">
                <a16:creationId xmlns:a16="http://schemas.microsoft.com/office/drawing/2014/main" id="{C5ABF19D-BC56-4C5F-8DF0-6F6201415DCC}"/>
              </a:ext>
            </a:extLst>
          </p:cNvPr>
          <p:cNvSpPr>
            <a:spLocks noGrp="1"/>
          </p:cNvSpPr>
          <p:nvPr/>
        </p:nvSpPr>
        <p:spPr>
          <a:xfrm>
            <a:off x="8534400" y="3400425"/>
            <a:ext cx="704850" cy="266700"/>
          </a:xfrm>
          <a:prstGeom prst="rect">
            <a:avLst/>
          </a:prstGeom>
          <a:noFill/>
          <a:ln w="0">
            <a:noFill/>
            <a:prstDash val="solid"/>
          </a:ln>
        </p:spPr>
        <p:txBody>
          <a:bodyPr lIns="0" tIns="0" rIns="0" bIns="0" anchor="t">
            <a:normAutofit/>
          </a:bodyPr>
          <a:lstStyle/>
          <a:p>
            <a:pPr algn="l">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1:1</a:t>
            </a:r>
          </a:p>
        </p:txBody>
      </p:sp>
      <p:sp>
        <p:nvSpPr>
          <p:cNvPr id="24" name="Rechteck 23">
            <a:extLst>
              <a:ext uri="{FF2B5EF4-FFF2-40B4-BE49-F238E27FC236}">
                <a16:creationId xmlns:a16="http://schemas.microsoft.com/office/drawing/2014/main" id="{F523C936-9D75-4D12-A799-E6C1AC4C2B21}"/>
              </a:ext>
            </a:extLst>
          </p:cNvPr>
          <p:cNvSpPr>
            <a:spLocks noGrp="1"/>
          </p:cNvSpPr>
          <p:nvPr/>
        </p:nvSpPr>
        <p:spPr>
          <a:xfrm>
            <a:off x="7524750" y="3743325"/>
            <a:ext cx="3238500" cy="257175"/>
          </a:xfrm>
          <a:prstGeom prst="rect">
            <a:avLst/>
          </a:prstGeom>
          <a:noFill/>
          <a:ln w="0">
            <a:noFill/>
            <a:prstDash val="solid"/>
          </a:ln>
        </p:spPr>
        <p:txBody>
          <a:bodyPr lIns="0" tIns="0" rIns="0" bIns="0" anchor="t">
            <a:normAutofit/>
          </a:bodyPr>
          <a:lstStyle/>
          <a:p>
            <a:pPr algn="l">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Gegentor</a:t>
            </a:r>
          </a:p>
        </p:txBody>
      </p:sp>
      <p:sp>
        <p:nvSpPr>
          <p:cNvPr id="25" name="Ellipse 24">
            <a:extLst>
              <a:ext uri="{FF2B5EF4-FFF2-40B4-BE49-F238E27FC236}">
                <a16:creationId xmlns:a16="http://schemas.microsoft.com/office/drawing/2014/main" id="{EFDB5C1A-28A0-4F61-BB06-23B6F8378182}"/>
              </a:ext>
            </a:extLst>
          </p:cNvPr>
          <p:cNvSpPr>
            <a:spLocks noGrp="1"/>
          </p:cNvSpPr>
          <p:nvPr/>
        </p:nvSpPr>
        <p:spPr>
          <a:xfrm>
            <a:off x="6838950" y="4333875"/>
            <a:ext cx="476250" cy="476250"/>
          </a:xfrm>
          <a:prstGeom prst="ellipse">
            <a:avLst/>
          </a:prstGeom>
          <a:solidFill>
            <a:srgbClr val="FFF5A8"/>
          </a:solidFill>
          <a:ln w="0">
            <a:noFill/>
            <a:prstDash val="solid"/>
          </a:ln>
        </p:spPr>
      </p:sp>
      <p:sp>
        <p:nvSpPr>
          <p:cNvPr id="26" name="Rechteck 25">
            <a:extLst>
              <a:ext uri="{FF2B5EF4-FFF2-40B4-BE49-F238E27FC236}">
                <a16:creationId xmlns:a16="http://schemas.microsoft.com/office/drawing/2014/main" id="{E740812C-4955-4A4E-AEED-A1B0228949C1}"/>
              </a:ext>
            </a:extLst>
          </p:cNvPr>
          <p:cNvSpPr>
            <a:spLocks noGrp="1"/>
          </p:cNvSpPr>
          <p:nvPr/>
        </p:nvSpPr>
        <p:spPr>
          <a:xfrm>
            <a:off x="6838950" y="4343400"/>
            <a:ext cx="476250" cy="457200"/>
          </a:xfrm>
          <a:prstGeom prst="rect">
            <a:avLst/>
          </a:prstGeom>
          <a:noFill/>
          <a:ln w="0">
            <a:noFill/>
            <a:prstDash val="solid"/>
          </a:ln>
        </p:spPr>
        <p:txBody>
          <a:bodyPr lIns="0" tIns="0" rIns="0" bIns="0" anchor="ctr">
            <a:normAutofit/>
          </a:bodyPr>
          <a:lstStyle/>
          <a:p>
            <a:pPr algn="ctr">
              <a:defRPr sz="1575" b="1">
                <a:solidFill>
                  <a:srgbClr val="121512"/>
                </a:solidFill>
                <a:latin typeface="Aptos Display"/>
                <a:ea typeface="Aptos Display"/>
                <a:cs typeface="Aptos Display"/>
              </a:defRPr>
            </a:pPr>
            <a:r>
              <a:rPr sz="1575" b="1">
                <a:solidFill>
                  <a:srgbClr val="121512"/>
                </a:solidFill>
                <a:latin typeface="Aptos Display"/>
                <a:ea typeface="Aptos Display"/>
                <a:cs typeface="Aptos Display"/>
              </a:rPr>
              <a:t>+</a:t>
            </a:r>
          </a:p>
        </p:txBody>
      </p:sp>
      <p:sp>
        <p:nvSpPr>
          <p:cNvPr id="27" name="Rechteck 26">
            <a:extLst>
              <a:ext uri="{FF2B5EF4-FFF2-40B4-BE49-F238E27FC236}">
                <a16:creationId xmlns:a16="http://schemas.microsoft.com/office/drawing/2014/main" id="{FFAFC91D-C3A5-457C-ADCF-CC4B9FE39AD0}"/>
              </a:ext>
            </a:extLst>
          </p:cNvPr>
          <p:cNvSpPr>
            <a:spLocks noGrp="1"/>
          </p:cNvSpPr>
          <p:nvPr/>
        </p:nvSpPr>
        <p:spPr>
          <a:xfrm>
            <a:off x="7524750" y="4343400"/>
            <a:ext cx="857250" cy="209550"/>
          </a:xfrm>
          <a:prstGeom prst="rect">
            <a:avLst/>
          </a:prstGeom>
          <a:noFill/>
          <a:ln w="0">
            <a:noFill/>
            <a:prstDash val="solid"/>
          </a:ln>
        </p:spPr>
        <p:txBody>
          <a:bodyPr lIns="0" tIns="0" rIns="0" bIns="0" anchor="t">
            <a:normAutofit/>
          </a:bodyPr>
          <a:lstStyle/>
          <a:p>
            <a:pPr algn="l">
              <a:defRPr sz="1125" b="1">
                <a:solidFill>
                  <a:srgbClr val="BFC2BA"/>
                </a:solidFill>
                <a:latin typeface="Aptos Display"/>
                <a:ea typeface="Aptos Display"/>
                <a:cs typeface="Aptos Display"/>
              </a:defRPr>
            </a:pPr>
            <a:r>
              <a:rPr sz="1125" b="1">
                <a:solidFill>
                  <a:srgbClr val="BFC2BA"/>
                </a:solidFill>
                <a:latin typeface="Aptos Display"/>
                <a:ea typeface="Aptos Display"/>
                <a:cs typeface="Aptos Display"/>
              </a:rPr>
              <a:t>11:56</a:t>
            </a:r>
          </a:p>
        </p:txBody>
      </p:sp>
      <p:sp>
        <p:nvSpPr>
          <p:cNvPr id="28" name="Rechteck 27">
            <a:extLst>
              <a:ext uri="{FF2B5EF4-FFF2-40B4-BE49-F238E27FC236}">
                <a16:creationId xmlns:a16="http://schemas.microsoft.com/office/drawing/2014/main" id="{AD988F05-0952-4F49-A569-2B480139021A}"/>
              </a:ext>
            </a:extLst>
          </p:cNvPr>
          <p:cNvSpPr>
            <a:spLocks noGrp="1"/>
          </p:cNvSpPr>
          <p:nvPr/>
        </p:nvSpPr>
        <p:spPr>
          <a:xfrm>
            <a:off x="8534400" y="4314825"/>
            <a:ext cx="704850" cy="266700"/>
          </a:xfrm>
          <a:prstGeom prst="rect">
            <a:avLst/>
          </a:prstGeom>
          <a:noFill/>
          <a:ln w="0">
            <a:noFill/>
            <a:prstDash val="solid"/>
          </a:ln>
        </p:spPr>
        <p:txBody>
          <a:bodyPr lIns="0" tIns="0" rIns="0" bIns="0" anchor="t">
            <a:normAutofit/>
          </a:bodyPr>
          <a:lstStyle/>
          <a:p>
            <a:pPr algn="l">
              <a:defRPr sz="1500" b="1">
                <a:solidFill>
                  <a:srgbClr val="FFFFFF"/>
                </a:solidFill>
                <a:latin typeface="Aptos Display"/>
                <a:ea typeface="Aptos Display"/>
                <a:cs typeface="Aptos Display"/>
              </a:defRPr>
            </a:pPr>
            <a:r>
              <a:rPr sz="1500" b="1">
                <a:solidFill>
                  <a:srgbClr val="FFFFFF"/>
                </a:solidFill>
                <a:latin typeface="Aptos Display"/>
                <a:ea typeface="Aptos Display"/>
                <a:cs typeface="Aptos Display"/>
              </a:rPr>
              <a:t>2:1</a:t>
            </a:r>
          </a:p>
        </p:txBody>
      </p:sp>
      <p:sp>
        <p:nvSpPr>
          <p:cNvPr id="29" name="Rechteck 28">
            <a:extLst>
              <a:ext uri="{FF2B5EF4-FFF2-40B4-BE49-F238E27FC236}">
                <a16:creationId xmlns:a16="http://schemas.microsoft.com/office/drawing/2014/main" id="{92BC8909-8AD7-424B-9DE0-2A6DC198D209}"/>
              </a:ext>
            </a:extLst>
          </p:cNvPr>
          <p:cNvSpPr>
            <a:spLocks noGrp="1"/>
          </p:cNvSpPr>
          <p:nvPr/>
        </p:nvSpPr>
        <p:spPr>
          <a:xfrm>
            <a:off x="7524750" y="4657725"/>
            <a:ext cx="3238500" cy="257175"/>
          </a:xfrm>
          <a:prstGeom prst="rect">
            <a:avLst/>
          </a:prstGeom>
          <a:noFill/>
          <a:ln w="0">
            <a:noFill/>
            <a:prstDash val="solid"/>
          </a:ln>
        </p:spPr>
        <p:txBody>
          <a:bodyPr lIns="0" tIns="0" rIns="0" bIns="0" anchor="t">
            <a:normAutofit/>
          </a:bodyPr>
          <a:lstStyle/>
          <a:p>
            <a:pPr algn="l">
              <a:defRPr sz="1200" b="1">
                <a:solidFill>
                  <a:srgbClr val="FFFFFF"/>
                </a:solidFill>
                <a:latin typeface="Aptos Display"/>
                <a:ea typeface="Aptos Display"/>
                <a:cs typeface="Aptos Display"/>
              </a:defRPr>
            </a:pPr>
            <a:r>
              <a:rPr sz="1200" b="1">
                <a:solidFill>
                  <a:srgbClr val="FFFFFF"/>
                </a:solidFill>
                <a:latin typeface="Aptos Display"/>
                <a:ea typeface="Aptos Display"/>
                <a:cs typeface="Aptos Display"/>
              </a:rPr>
              <a:t>Jonas · ohne Vorlage</a:t>
            </a:r>
          </a:p>
        </p:txBody>
      </p:sp>
      <p:sp>
        <p:nvSpPr>
          <p:cNvPr id="30" name="Rechteck: abgerundete Ecken 29">
            <a:extLst>
              <a:ext uri="{FF2B5EF4-FFF2-40B4-BE49-F238E27FC236}">
                <a16:creationId xmlns:a16="http://schemas.microsoft.com/office/drawing/2014/main" id="{AF41B7C8-4583-478B-8F19-A52790DFE8AF}"/>
              </a:ext>
            </a:extLst>
          </p:cNvPr>
          <p:cNvSpPr>
            <a:spLocks noGrp="1"/>
          </p:cNvSpPr>
          <p:nvPr/>
        </p:nvSpPr>
        <p:spPr>
          <a:xfrm>
            <a:off x="6572250" y="5038725"/>
            <a:ext cx="4591050" cy="514350"/>
          </a:xfrm>
          <a:prstGeom prst="roundRect">
            <a:avLst>
              <a:gd name="adj" fmla="val 29630"/>
            </a:avLst>
          </a:prstGeom>
          <a:solidFill>
            <a:srgbClr val="FFE500"/>
          </a:solidFill>
          <a:ln w="0">
            <a:noFill/>
            <a:prstDash val="solid"/>
          </a:ln>
        </p:spPr>
      </p:sp>
      <p:sp>
        <p:nvSpPr>
          <p:cNvPr id="31" name="Rechteck 30">
            <a:extLst>
              <a:ext uri="{FF2B5EF4-FFF2-40B4-BE49-F238E27FC236}">
                <a16:creationId xmlns:a16="http://schemas.microsoft.com/office/drawing/2014/main" id="{58DF03DF-B74F-48F9-8380-886C8A2AED67}"/>
              </a:ext>
            </a:extLst>
          </p:cNvPr>
          <p:cNvSpPr>
            <a:spLocks noGrp="1"/>
          </p:cNvSpPr>
          <p:nvPr/>
        </p:nvSpPr>
        <p:spPr>
          <a:xfrm>
            <a:off x="6762750" y="5153025"/>
            <a:ext cx="4210050" cy="285750"/>
          </a:xfrm>
          <a:prstGeom prst="rect">
            <a:avLst/>
          </a:prstGeom>
          <a:noFill/>
          <a:ln w="0">
            <a:noFill/>
            <a:prstDash val="solid"/>
          </a:ln>
        </p:spPr>
        <p:txBody>
          <a:bodyPr lIns="0" tIns="0" rIns="0" bIns="0" anchor="ctr">
            <a:normAutofit fontScale="75903" lnSpcReduction="10000"/>
          </a:bodyPr>
          <a:lstStyle/>
          <a:p>
            <a:pPr algn="ctr">
              <a:defRPr sz="1275" b="1">
                <a:solidFill>
                  <a:srgbClr val="121512"/>
                </a:solidFill>
                <a:latin typeface="Aptos Display"/>
                <a:ea typeface="Aptos Display"/>
                <a:cs typeface="Aptos Display"/>
              </a:defRPr>
            </a:pPr>
            <a:r>
              <a:rPr sz="1275" b="1">
                <a:solidFill>
                  <a:srgbClr val="121512"/>
                </a:solidFill>
                <a:latin typeface="Aptos Display"/>
                <a:ea typeface="Aptos Display"/>
                <a:cs typeface="Aptos Display"/>
              </a:rPr>
              <a:t>Live bedeutet: mitlesen. Die Bedienung bleibt beim freigegebenen Spieltagsteam.</a:t>
            </a:r>
          </a:p>
        </p:txBody>
      </p:sp>
      <p:sp>
        <p:nvSpPr>
          <p:cNvPr id="32" name="Rechteck 31">
            <a:extLst>
              <a:ext uri="{FF2B5EF4-FFF2-40B4-BE49-F238E27FC236}">
                <a16:creationId xmlns:a16="http://schemas.microsoft.com/office/drawing/2014/main" id="{46C32D95-E90F-4CDD-8810-F686A78B176D}"/>
              </a:ext>
            </a:extLst>
          </p:cNvPr>
          <p:cNvSpPr>
            <a:spLocks noGrp="1"/>
          </p:cNvSpPr>
          <p:nvPr/>
        </p:nvSpPr>
        <p:spPr>
          <a:xfrm>
            <a:off x="552450" y="6572250"/>
            <a:ext cx="7334250" cy="133350"/>
          </a:xfrm>
          <a:prstGeom prst="rect">
            <a:avLst/>
          </a:prstGeom>
          <a:noFill/>
          <a:ln w="0">
            <a:noFill/>
            <a:prstDash val="solid"/>
          </a:ln>
        </p:spPr>
        <p:txBody>
          <a:bodyPr lIns="0" tIns="0" rIns="0" bIns="0" anchor="t">
            <a:normAutofit/>
          </a:bodyPr>
          <a:lstStyle/>
          <a:p>
            <a:pPr algn="l">
              <a:defRPr sz="713" b="0">
                <a:solidFill>
                  <a:srgbClr val="9EA29A"/>
                </a:solidFill>
                <a:latin typeface="Aptos"/>
                <a:ea typeface="Aptos"/>
                <a:cs typeface="Aptos"/>
              </a:defRPr>
            </a:pPr>
            <a:r>
              <a:rPr sz="713" b="0">
                <a:solidFill>
                  <a:srgbClr val="9EA29A"/>
                </a:solidFill>
                <a:latin typeface="Aptos"/>
                <a:ea typeface="Aptos"/>
                <a:cs typeface="Aptos"/>
              </a:rPr>
              <a:t>FC Teugn Talents · Hilfe für Eltern &amp; Familien</a:t>
            </a:r>
          </a:p>
        </p:txBody>
      </p:sp>
    </p:spTree>
    <p:extLst>
      <p:ext uri="{BB962C8B-B14F-4D97-AF65-F5344CB8AC3E}">
        <p14:creationId xmlns:p14="http://schemas.microsoft.com/office/powerpoint/2010/main" val="11191378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27" name="Rechteck 26">
            <a:extLst>
              <a:ext uri="{FF2B5EF4-FFF2-40B4-BE49-F238E27FC236}">
                <a16:creationId xmlns:a16="http://schemas.microsoft.com/office/drawing/2014/main" id="{61173694-7928-4BA1-B43C-F89A23707835}"/>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NACHRICHTEN &amp; DIREKTKONTAKT</a:t>
            </a:r>
          </a:p>
        </p:txBody>
      </p:sp>
      <p:sp>
        <p:nvSpPr>
          <p:cNvPr id="2" name="Rechteck 1">
            <a:extLst>
              <a:ext uri="{FF2B5EF4-FFF2-40B4-BE49-F238E27FC236}">
                <a16:creationId xmlns:a16="http://schemas.microsoft.com/office/drawing/2014/main" id="{350AF640-B8EB-498A-9D66-C0E65F73DF92}"/>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Wichtige Änderungen erreichen dich direkt</a:t>
            </a:r>
          </a:p>
        </p:txBody>
      </p:sp>
      <p:sp>
        <p:nvSpPr>
          <p:cNvPr id="3" name="Rechteck: abgerundete Ecken 2">
            <a:extLst>
              <a:ext uri="{FF2B5EF4-FFF2-40B4-BE49-F238E27FC236}">
                <a16:creationId xmlns:a16="http://schemas.microsoft.com/office/drawing/2014/main" id="{C23CB26C-0BDA-4897-AB1D-290A68EAEAE7}"/>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79EE4C13-9A23-4994-9717-9162B90BF9E5}"/>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11</a:t>
            </a:r>
          </a:p>
        </p:txBody>
      </p:sp>
      <p:sp>
        <p:nvSpPr>
          <p:cNvPr id="5" name="Rechteck 4">
            <a:extLst>
              <a:ext uri="{FF2B5EF4-FFF2-40B4-BE49-F238E27FC236}">
                <a16:creationId xmlns:a16="http://schemas.microsoft.com/office/drawing/2014/main" id="{F18A0063-FA99-4EFB-A625-E1CB2D33482F}"/>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Push ist freiwillig; kurze Rückfragen gehen direkt an das Trainerteam.</a:t>
            </a:r>
          </a:p>
        </p:txBody>
      </p:sp>
      <p:sp>
        <p:nvSpPr>
          <p:cNvPr id="6" name="Rechteck: abgerundete Ecken 5">
            <a:extLst>
              <a:ext uri="{FF2B5EF4-FFF2-40B4-BE49-F238E27FC236}">
                <a16:creationId xmlns:a16="http://schemas.microsoft.com/office/drawing/2014/main" id="{30379740-0415-45EE-80C5-8276667E1881}"/>
              </a:ext>
            </a:extLst>
          </p:cNvPr>
          <p:cNvSpPr>
            <a:spLocks noGrp="1"/>
          </p:cNvSpPr>
          <p:nvPr/>
        </p:nvSpPr>
        <p:spPr>
          <a:xfrm>
            <a:off x="533400" y="1924050"/>
            <a:ext cx="6191250" cy="3657600"/>
          </a:xfrm>
          <a:prstGeom prst="roundRect">
            <a:avLst>
              <a:gd name="adj" fmla="val 6250"/>
            </a:avLst>
          </a:prstGeom>
          <a:solidFill>
            <a:srgbClr val="FFFFFF"/>
          </a:solidFill>
          <a:ln w="9525">
            <a:solidFill>
              <a:srgbClr val="E5E7DF"/>
            </a:solidFill>
            <a:prstDash val="solid"/>
          </a:ln>
        </p:spPr>
      </p:sp>
      <p:sp>
        <p:nvSpPr>
          <p:cNvPr id="7" name="Rechteck: abgerundete Ecken 6">
            <a:extLst>
              <a:ext uri="{FF2B5EF4-FFF2-40B4-BE49-F238E27FC236}">
                <a16:creationId xmlns:a16="http://schemas.microsoft.com/office/drawing/2014/main" id="{574E34AA-24AE-4059-89E1-27C426B6845D}"/>
              </a:ext>
            </a:extLst>
          </p:cNvPr>
          <p:cNvSpPr>
            <a:spLocks noGrp="1"/>
          </p:cNvSpPr>
          <p:nvPr/>
        </p:nvSpPr>
        <p:spPr>
          <a:xfrm>
            <a:off x="762000" y="2152650"/>
            <a:ext cx="5734050" cy="819150"/>
          </a:xfrm>
          <a:prstGeom prst="roundRect">
            <a:avLst>
              <a:gd name="adj" fmla="val 20930"/>
            </a:avLst>
          </a:prstGeom>
          <a:solidFill>
            <a:srgbClr val="FFF5A8"/>
          </a:solidFill>
          <a:ln w="9525">
            <a:solidFill>
              <a:srgbClr val="E5E7DF"/>
            </a:solidFill>
            <a:prstDash val="solid"/>
          </a:ln>
        </p:spPr>
      </p:sp>
      <p:sp>
        <p:nvSpPr>
          <p:cNvPr id="8" name="Rechteck: abgerundete Ecken 7">
            <a:extLst>
              <a:ext uri="{FF2B5EF4-FFF2-40B4-BE49-F238E27FC236}">
                <a16:creationId xmlns:a16="http://schemas.microsoft.com/office/drawing/2014/main" id="{29C4C852-16DE-46E8-8657-C364588BE408}"/>
              </a:ext>
            </a:extLst>
          </p:cNvPr>
          <p:cNvSpPr>
            <a:spLocks noGrp="1"/>
          </p:cNvSpPr>
          <p:nvPr/>
        </p:nvSpPr>
        <p:spPr>
          <a:xfrm>
            <a:off x="933450" y="2324100"/>
            <a:ext cx="781050" cy="247650"/>
          </a:xfrm>
          <a:prstGeom prst="roundRect">
            <a:avLst>
              <a:gd name="adj" fmla="val 50000"/>
            </a:avLst>
          </a:prstGeom>
          <a:solidFill>
            <a:srgbClr val="FFE500"/>
          </a:solidFill>
          <a:ln w="0">
            <a:noFill/>
            <a:prstDash val="solid"/>
          </a:ln>
        </p:spPr>
      </p:sp>
      <p:sp>
        <p:nvSpPr>
          <p:cNvPr id="9" name="Rechteck 8">
            <a:extLst>
              <a:ext uri="{FF2B5EF4-FFF2-40B4-BE49-F238E27FC236}">
                <a16:creationId xmlns:a16="http://schemas.microsoft.com/office/drawing/2014/main" id="{D238995D-54A1-45C6-B9B8-B60DC8FE64F6}"/>
              </a:ext>
            </a:extLst>
          </p:cNvPr>
          <p:cNvSpPr>
            <a:spLocks noGrp="1"/>
          </p:cNvSpPr>
          <p:nvPr/>
        </p:nvSpPr>
        <p:spPr>
          <a:xfrm>
            <a:off x="933450" y="2324100"/>
            <a:ext cx="781050" cy="238125"/>
          </a:xfrm>
          <a:prstGeom prst="rect">
            <a:avLst/>
          </a:prstGeom>
          <a:noFill/>
          <a:ln w="0">
            <a:noFill/>
            <a:prstDash val="solid"/>
          </a:ln>
        </p:spPr>
        <p:txBody>
          <a:bodyPr lIns="0" tIns="0" rIns="0" bIns="0" anchor="ctr">
            <a:normAutofit/>
          </a:bodyPr>
          <a:lstStyle/>
          <a:p>
            <a:pPr algn="ctr">
              <a:defRPr sz="750" b="1">
                <a:solidFill>
                  <a:srgbClr val="121512"/>
                </a:solidFill>
                <a:latin typeface="Aptos Display"/>
                <a:ea typeface="Aptos Display"/>
                <a:cs typeface="Aptos Display"/>
              </a:defRPr>
            </a:pPr>
            <a:r>
              <a:rPr sz="750" b="1">
                <a:solidFill>
                  <a:srgbClr val="121512"/>
                </a:solidFill>
                <a:latin typeface="Aptos Display"/>
                <a:ea typeface="Aptos Display"/>
                <a:cs typeface="Aptos Display"/>
              </a:rPr>
              <a:t>TERMIN</a:t>
            </a:r>
          </a:p>
        </p:txBody>
      </p:sp>
      <p:sp>
        <p:nvSpPr>
          <p:cNvPr id="10" name="Rechteck 9">
            <a:extLst>
              <a:ext uri="{FF2B5EF4-FFF2-40B4-BE49-F238E27FC236}">
                <a16:creationId xmlns:a16="http://schemas.microsoft.com/office/drawing/2014/main" id="{DEF29938-0FCA-4E6C-99E0-BF3F29AAD129}"/>
              </a:ext>
            </a:extLst>
          </p:cNvPr>
          <p:cNvSpPr>
            <a:spLocks noGrp="1"/>
          </p:cNvSpPr>
          <p:nvPr/>
        </p:nvSpPr>
        <p:spPr>
          <a:xfrm>
            <a:off x="1943100" y="2314575"/>
            <a:ext cx="4191000" cy="457200"/>
          </a:xfrm>
          <a:prstGeom prst="rect">
            <a:avLst/>
          </a:prstGeom>
          <a:noFill/>
          <a:ln w="0">
            <a:noFill/>
            <a:prstDash val="solid"/>
          </a:ln>
        </p:spPr>
        <p:txBody>
          <a:bodyPr lIns="0" tIns="0" rIns="0" bIns="0" anchor="t">
            <a:normAutofit/>
          </a:bodyPr>
          <a:lstStyle/>
          <a:p>
            <a:pPr algn="l">
              <a:defRPr sz="1238" b="1">
                <a:solidFill>
                  <a:srgbClr val="121512"/>
                </a:solidFill>
                <a:latin typeface="Aptos Display"/>
                <a:ea typeface="Aptos Display"/>
                <a:cs typeface="Aptos Display"/>
              </a:defRPr>
            </a:pPr>
            <a:r>
              <a:rPr sz="1238" b="1">
                <a:solidFill>
                  <a:srgbClr val="121512"/>
                </a:solidFill>
                <a:latin typeface="Aptos Display"/>
                <a:ea typeface="Aptos Display"/>
                <a:cs typeface="Aptos Display"/>
              </a:rPr>
              <a:t>Training beginnt heute 30 Minuten später.</a:t>
            </a:r>
          </a:p>
        </p:txBody>
      </p:sp>
      <p:sp>
        <p:nvSpPr>
          <p:cNvPr id="11" name="Rechteck: abgerundete Ecken 10">
            <a:extLst>
              <a:ext uri="{FF2B5EF4-FFF2-40B4-BE49-F238E27FC236}">
                <a16:creationId xmlns:a16="http://schemas.microsoft.com/office/drawing/2014/main" id="{07FECEE4-4DE3-4105-AC43-06742866D818}"/>
              </a:ext>
            </a:extLst>
          </p:cNvPr>
          <p:cNvSpPr>
            <a:spLocks noGrp="1"/>
          </p:cNvSpPr>
          <p:nvPr/>
        </p:nvSpPr>
        <p:spPr>
          <a:xfrm>
            <a:off x="762000" y="3181350"/>
            <a:ext cx="5734050" cy="819150"/>
          </a:xfrm>
          <a:prstGeom prst="roundRect">
            <a:avLst>
              <a:gd name="adj" fmla="val 20930"/>
            </a:avLst>
          </a:prstGeom>
          <a:solidFill>
            <a:srgbClr val="FCFBF6"/>
          </a:solidFill>
          <a:ln w="9525">
            <a:solidFill>
              <a:srgbClr val="E5E7DF"/>
            </a:solidFill>
            <a:prstDash val="solid"/>
          </a:ln>
        </p:spPr>
      </p:sp>
      <p:sp>
        <p:nvSpPr>
          <p:cNvPr id="12" name="Rechteck: abgerundete Ecken 11">
            <a:extLst>
              <a:ext uri="{FF2B5EF4-FFF2-40B4-BE49-F238E27FC236}">
                <a16:creationId xmlns:a16="http://schemas.microsoft.com/office/drawing/2014/main" id="{C40857AA-012D-42A9-941C-E858CFC844ED}"/>
              </a:ext>
            </a:extLst>
          </p:cNvPr>
          <p:cNvSpPr>
            <a:spLocks noGrp="1"/>
          </p:cNvSpPr>
          <p:nvPr/>
        </p:nvSpPr>
        <p:spPr>
          <a:xfrm>
            <a:off x="933450" y="3352800"/>
            <a:ext cx="781050" cy="247650"/>
          </a:xfrm>
          <a:prstGeom prst="roundRect">
            <a:avLst>
              <a:gd name="adj" fmla="val 50000"/>
            </a:avLst>
          </a:prstGeom>
          <a:solidFill>
            <a:srgbClr val="E4EFF5"/>
          </a:solidFill>
          <a:ln w="0">
            <a:noFill/>
            <a:prstDash val="solid"/>
          </a:ln>
        </p:spPr>
      </p:sp>
      <p:sp>
        <p:nvSpPr>
          <p:cNvPr id="13" name="Rechteck 12">
            <a:extLst>
              <a:ext uri="{FF2B5EF4-FFF2-40B4-BE49-F238E27FC236}">
                <a16:creationId xmlns:a16="http://schemas.microsoft.com/office/drawing/2014/main" id="{4064EB50-4BFC-4F66-97F2-C50A4EEDCEAC}"/>
              </a:ext>
            </a:extLst>
          </p:cNvPr>
          <p:cNvSpPr>
            <a:spLocks noGrp="1"/>
          </p:cNvSpPr>
          <p:nvPr/>
        </p:nvSpPr>
        <p:spPr>
          <a:xfrm>
            <a:off x="933450" y="3352800"/>
            <a:ext cx="781050" cy="238125"/>
          </a:xfrm>
          <a:prstGeom prst="rect">
            <a:avLst/>
          </a:prstGeom>
          <a:noFill/>
          <a:ln w="0">
            <a:noFill/>
            <a:prstDash val="solid"/>
          </a:ln>
        </p:spPr>
        <p:txBody>
          <a:bodyPr lIns="0" tIns="0" rIns="0" bIns="0" anchor="ctr">
            <a:normAutofit/>
          </a:bodyPr>
          <a:lstStyle/>
          <a:p>
            <a:pPr algn="ctr">
              <a:defRPr sz="750" b="1">
                <a:solidFill>
                  <a:srgbClr val="121512"/>
                </a:solidFill>
                <a:latin typeface="Aptos Display"/>
                <a:ea typeface="Aptos Display"/>
                <a:cs typeface="Aptos Display"/>
              </a:defRPr>
            </a:pPr>
            <a:r>
              <a:rPr sz="750" b="1">
                <a:solidFill>
                  <a:srgbClr val="121512"/>
                </a:solidFill>
                <a:latin typeface="Aptos Display"/>
                <a:ea typeface="Aptos Display"/>
                <a:cs typeface="Aptos Display"/>
              </a:rPr>
              <a:t>SPIELTAG</a:t>
            </a:r>
          </a:p>
        </p:txBody>
      </p:sp>
      <p:sp>
        <p:nvSpPr>
          <p:cNvPr id="14" name="Rechteck 13">
            <a:extLst>
              <a:ext uri="{FF2B5EF4-FFF2-40B4-BE49-F238E27FC236}">
                <a16:creationId xmlns:a16="http://schemas.microsoft.com/office/drawing/2014/main" id="{485D3329-41C2-4C81-92BE-AA588659BBCA}"/>
              </a:ext>
            </a:extLst>
          </p:cNvPr>
          <p:cNvSpPr>
            <a:spLocks noGrp="1"/>
          </p:cNvSpPr>
          <p:nvPr/>
        </p:nvSpPr>
        <p:spPr>
          <a:xfrm>
            <a:off x="1943100" y="3343275"/>
            <a:ext cx="4191000" cy="457200"/>
          </a:xfrm>
          <a:prstGeom prst="rect">
            <a:avLst/>
          </a:prstGeom>
          <a:noFill/>
          <a:ln w="0">
            <a:noFill/>
            <a:prstDash val="solid"/>
          </a:ln>
        </p:spPr>
        <p:txBody>
          <a:bodyPr lIns="0" tIns="0" rIns="0" bIns="0" anchor="t">
            <a:normAutofit/>
          </a:bodyPr>
          <a:lstStyle/>
          <a:p>
            <a:pPr algn="l">
              <a:defRPr sz="1238" b="1">
                <a:solidFill>
                  <a:srgbClr val="121512"/>
                </a:solidFill>
                <a:latin typeface="Aptos Display"/>
                <a:ea typeface="Aptos Display"/>
                <a:cs typeface="Aptos Display"/>
              </a:defRPr>
            </a:pPr>
            <a:r>
              <a:rPr sz="1238" b="1">
                <a:solidFill>
                  <a:srgbClr val="121512"/>
                </a:solidFill>
                <a:latin typeface="Aptos Display"/>
                <a:ea typeface="Aptos Display"/>
                <a:cs typeface="Aptos Display"/>
              </a:rPr>
              <a:t>Treffpunkt wurde auf 09:45 Uhr geändert.</a:t>
            </a:r>
          </a:p>
        </p:txBody>
      </p:sp>
      <p:sp>
        <p:nvSpPr>
          <p:cNvPr id="15" name="Rechteck: abgerundete Ecken 14">
            <a:extLst>
              <a:ext uri="{FF2B5EF4-FFF2-40B4-BE49-F238E27FC236}">
                <a16:creationId xmlns:a16="http://schemas.microsoft.com/office/drawing/2014/main" id="{9A82C51B-B6C7-49C5-BE5F-D615600F5930}"/>
              </a:ext>
            </a:extLst>
          </p:cNvPr>
          <p:cNvSpPr>
            <a:spLocks noGrp="1"/>
          </p:cNvSpPr>
          <p:nvPr/>
        </p:nvSpPr>
        <p:spPr>
          <a:xfrm>
            <a:off x="762000" y="4210050"/>
            <a:ext cx="5734050" cy="819150"/>
          </a:xfrm>
          <a:prstGeom prst="roundRect">
            <a:avLst>
              <a:gd name="adj" fmla="val 20930"/>
            </a:avLst>
          </a:prstGeom>
          <a:solidFill>
            <a:srgbClr val="FCFBF6"/>
          </a:solidFill>
          <a:ln w="9525">
            <a:solidFill>
              <a:srgbClr val="E5E7DF"/>
            </a:solidFill>
            <a:prstDash val="solid"/>
          </a:ln>
        </p:spPr>
      </p:sp>
      <p:sp>
        <p:nvSpPr>
          <p:cNvPr id="16" name="Rechteck: abgerundete Ecken 15">
            <a:extLst>
              <a:ext uri="{FF2B5EF4-FFF2-40B4-BE49-F238E27FC236}">
                <a16:creationId xmlns:a16="http://schemas.microsoft.com/office/drawing/2014/main" id="{77D7A4E9-184F-4B53-B0AE-2459562F6828}"/>
              </a:ext>
            </a:extLst>
          </p:cNvPr>
          <p:cNvSpPr>
            <a:spLocks noGrp="1"/>
          </p:cNvSpPr>
          <p:nvPr/>
        </p:nvSpPr>
        <p:spPr>
          <a:xfrm>
            <a:off x="933450" y="4381500"/>
            <a:ext cx="781050" cy="247650"/>
          </a:xfrm>
          <a:prstGeom prst="roundRect">
            <a:avLst>
              <a:gd name="adj" fmla="val 50000"/>
            </a:avLst>
          </a:prstGeom>
          <a:solidFill>
            <a:srgbClr val="DFF3EA"/>
          </a:solidFill>
          <a:ln w="0">
            <a:noFill/>
            <a:prstDash val="solid"/>
          </a:ln>
        </p:spPr>
      </p:sp>
      <p:sp>
        <p:nvSpPr>
          <p:cNvPr id="17" name="Rechteck 16">
            <a:extLst>
              <a:ext uri="{FF2B5EF4-FFF2-40B4-BE49-F238E27FC236}">
                <a16:creationId xmlns:a16="http://schemas.microsoft.com/office/drawing/2014/main" id="{4817E9D1-6094-4493-800F-5F82BCFB556B}"/>
              </a:ext>
            </a:extLst>
          </p:cNvPr>
          <p:cNvSpPr>
            <a:spLocks noGrp="1"/>
          </p:cNvSpPr>
          <p:nvPr/>
        </p:nvSpPr>
        <p:spPr>
          <a:xfrm>
            <a:off x="933450" y="4381500"/>
            <a:ext cx="781050" cy="238125"/>
          </a:xfrm>
          <a:prstGeom prst="rect">
            <a:avLst/>
          </a:prstGeom>
          <a:noFill/>
          <a:ln w="0">
            <a:noFill/>
            <a:prstDash val="solid"/>
          </a:ln>
        </p:spPr>
        <p:txBody>
          <a:bodyPr lIns="0" tIns="0" rIns="0" bIns="0" anchor="ctr">
            <a:normAutofit/>
          </a:bodyPr>
          <a:lstStyle/>
          <a:p>
            <a:pPr algn="ctr">
              <a:defRPr sz="750" b="1">
                <a:solidFill>
                  <a:srgbClr val="121512"/>
                </a:solidFill>
                <a:latin typeface="Aptos Display"/>
                <a:ea typeface="Aptos Display"/>
                <a:cs typeface="Aptos Display"/>
              </a:defRPr>
            </a:pPr>
            <a:r>
              <a:rPr sz="750" b="1">
                <a:solidFill>
                  <a:srgbClr val="121512"/>
                </a:solidFill>
                <a:latin typeface="Aptos Display"/>
                <a:ea typeface="Aptos Display"/>
                <a:cs typeface="Aptos Display"/>
              </a:rPr>
              <a:t>TEAM</a:t>
            </a:r>
          </a:p>
        </p:txBody>
      </p:sp>
      <p:sp>
        <p:nvSpPr>
          <p:cNvPr id="18" name="Rechteck 17">
            <a:extLst>
              <a:ext uri="{FF2B5EF4-FFF2-40B4-BE49-F238E27FC236}">
                <a16:creationId xmlns:a16="http://schemas.microsoft.com/office/drawing/2014/main" id="{28C490C1-69EE-4BF6-84E2-4E7A79716503}"/>
              </a:ext>
            </a:extLst>
          </p:cNvPr>
          <p:cNvSpPr>
            <a:spLocks noGrp="1"/>
          </p:cNvSpPr>
          <p:nvPr/>
        </p:nvSpPr>
        <p:spPr>
          <a:xfrm>
            <a:off x="1943100" y="4371975"/>
            <a:ext cx="4191000" cy="457200"/>
          </a:xfrm>
          <a:prstGeom prst="rect">
            <a:avLst/>
          </a:prstGeom>
          <a:noFill/>
          <a:ln w="0">
            <a:noFill/>
            <a:prstDash val="solid"/>
          </a:ln>
        </p:spPr>
        <p:txBody>
          <a:bodyPr lIns="0" tIns="0" rIns="0" bIns="0" anchor="t">
            <a:normAutofit/>
          </a:bodyPr>
          <a:lstStyle/>
          <a:p>
            <a:pPr algn="l">
              <a:defRPr sz="1238" b="1">
                <a:solidFill>
                  <a:srgbClr val="121512"/>
                </a:solidFill>
                <a:latin typeface="Aptos Display"/>
                <a:ea typeface="Aptos Display"/>
                <a:cs typeface="Aptos Display"/>
              </a:defRPr>
            </a:pPr>
            <a:r>
              <a:rPr sz="1238" b="1">
                <a:solidFill>
                  <a:srgbClr val="121512"/>
                </a:solidFill>
                <a:latin typeface="Aptos Display"/>
                <a:ea typeface="Aptos Display"/>
                <a:cs typeface="Aptos Display"/>
              </a:rPr>
              <a:t>Neue Nachricht oder Antwort des Trainerteams.</a:t>
            </a:r>
          </a:p>
        </p:txBody>
      </p:sp>
      <p:sp>
        <p:nvSpPr>
          <p:cNvPr id="19" name="Rechteck: abgerundete Ecken 18">
            <a:extLst>
              <a:ext uri="{FF2B5EF4-FFF2-40B4-BE49-F238E27FC236}">
                <a16:creationId xmlns:a16="http://schemas.microsoft.com/office/drawing/2014/main" id="{F292EB20-BA9C-466E-8806-8C7830D1A9BC}"/>
              </a:ext>
            </a:extLst>
          </p:cNvPr>
          <p:cNvSpPr>
            <a:spLocks noGrp="1"/>
          </p:cNvSpPr>
          <p:nvPr/>
        </p:nvSpPr>
        <p:spPr>
          <a:xfrm>
            <a:off x="7181850" y="1924050"/>
            <a:ext cx="4133850" cy="3657600"/>
          </a:xfrm>
          <a:prstGeom prst="roundRect">
            <a:avLst>
              <a:gd name="adj" fmla="val 6250"/>
            </a:avLst>
          </a:prstGeom>
          <a:solidFill>
            <a:srgbClr val="121512"/>
          </a:solidFill>
          <a:ln w="0">
            <a:noFill/>
            <a:prstDash val="solid"/>
          </a:ln>
        </p:spPr>
      </p:sp>
      <p:sp>
        <p:nvSpPr>
          <p:cNvPr id="20" name="Rechteck 19">
            <a:extLst>
              <a:ext uri="{FF2B5EF4-FFF2-40B4-BE49-F238E27FC236}">
                <a16:creationId xmlns:a16="http://schemas.microsoft.com/office/drawing/2014/main" id="{7EA004D8-976E-46BB-A497-672B85CC6CD0}"/>
              </a:ext>
            </a:extLst>
          </p:cNvPr>
          <p:cNvSpPr>
            <a:spLocks noGrp="1"/>
          </p:cNvSpPr>
          <p:nvPr/>
        </p:nvSpPr>
        <p:spPr>
          <a:xfrm>
            <a:off x="7524750" y="2247900"/>
            <a:ext cx="2476500" cy="190500"/>
          </a:xfrm>
          <a:prstGeom prst="rect">
            <a:avLst/>
          </a:prstGeom>
          <a:noFill/>
          <a:ln w="0">
            <a:noFill/>
            <a:prstDash val="solid"/>
          </a:ln>
        </p:spPr>
        <p:txBody>
          <a:bodyPr lIns="0" tIns="0" rIns="0" bIns="0" anchor="t">
            <a:normAutofit/>
          </a:bodyPr>
          <a:lstStyle/>
          <a:p>
            <a:pPr algn="l">
              <a:defRPr sz="900" b="1">
                <a:solidFill>
                  <a:srgbClr val="FFE500"/>
                </a:solidFill>
                <a:latin typeface="Aptos Display"/>
                <a:ea typeface="Aptos Display"/>
                <a:cs typeface="Aptos Display"/>
              </a:defRPr>
            </a:pPr>
            <a:r>
              <a:rPr sz="900" b="1">
                <a:solidFill>
                  <a:srgbClr val="FFE500"/>
                </a:solidFill>
                <a:latin typeface="Aptos Display"/>
                <a:ea typeface="Aptos Display"/>
                <a:cs typeface="Aptos Display"/>
              </a:rPr>
              <a:t>DIREKTKONTAKT</a:t>
            </a:r>
          </a:p>
        </p:txBody>
      </p:sp>
      <p:sp>
        <p:nvSpPr>
          <p:cNvPr id="21" name="Rechteck 20">
            <a:extLst>
              <a:ext uri="{FF2B5EF4-FFF2-40B4-BE49-F238E27FC236}">
                <a16:creationId xmlns:a16="http://schemas.microsoft.com/office/drawing/2014/main" id="{FA4964B6-A6CB-4C75-AA88-CABA309598D4}"/>
              </a:ext>
            </a:extLst>
          </p:cNvPr>
          <p:cNvSpPr>
            <a:spLocks noGrp="1"/>
          </p:cNvSpPr>
          <p:nvPr/>
        </p:nvSpPr>
        <p:spPr>
          <a:xfrm>
            <a:off x="7524750" y="2676525"/>
            <a:ext cx="3238500" cy="361950"/>
          </a:xfrm>
          <a:prstGeom prst="rect">
            <a:avLst/>
          </a:prstGeom>
          <a:noFill/>
          <a:ln w="0">
            <a:noFill/>
            <a:prstDash val="solid"/>
          </a:ln>
        </p:spPr>
        <p:txBody>
          <a:bodyPr lIns="0" tIns="0" rIns="0" bIns="0" anchor="t">
            <a:normAutofit/>
          </a:bodyPr>
          <a:lstStyle/>
          <a:p>
            <a:pPr algn="l">
              <a:defRPr sz="1950" b="1">
                <a:solidFill>
                  <a:srgbClr val="FFFFFF"/>
                </a:solidFill>
                <a:latin typeface="Aptos Display"/>
                <a:ea typeface="Aptos Display"/>
                <a:cs typeface="Aptos Display"/>
              </a:defRPr>
            </a:pPr>
            <a:r>
              <a:rPr sz="1950" b="1">
                <a:solidFill>
                  <a:srgbClr val="FFFFFF"/>
                </a:solidFill>
                <a:latin typeface="Aptos Display"/>
                <a:ea typeface="Aptos Display"/>
                <a:cs typeface="Aptos Display"/>
              </a:rPr>
              <a:t>Kurz zum Trainerteam</a:t>
            </a:r>
          </a:p>
        </p:txBody>
      </p:sp>
      <p:sp>
        <p:nvSpPr>
          <p:cNvPr id="22" name="Rechteck 21">
            <a:extLst>
              <a:ext uri="{FF2B5EF4-FFF2-40B4-BE49-F238E27FC236}">
                <a16:creationId xmlns:a16="http://schemas.microsoft.com/office/drawing/2014/main" id="{E4740E44-FACE-48B4-8327-1CEE9C64F37F}"/>
              </a:ext>
            </a:extLst>
          </p:cNvPr>
          <p:cNvSpPr>
            <a:spLocks noGrp="1"/>
          </p:cNvSpPr>
          <p:nvPr/>
        </p:nvSpPr>
        <p:spPr>
          <a:xfrm>
            <a:off x="7524750" y="3209925"/>
            <a:ext cx="3238500" cy="876300"/>
          </a:xfrm>
          <a:prstGeom prst="rect">
            <a:avLst/>
          </a:prstGeom>
          <a:noFill/>
          <a:ln w="0">
            <a:noFill/>
            <a:prstDash val="solid"/>
          </a:ln>
        </p:spPr>
        <p:txBody>
          <a:bodyPr lIns="0" tIns="0" rIns="0" bIns="0" anchor="t">
            <a:normAutofit/>
          </a:bodyPr>
          <a:lstStyle/>
          <a:p>
            <a:pPr algn="l">
              <a:defRPr sz="1275" b="0">
                <a:solidFill>
                  <a:srgbClr val="D7D9D2"/>
                </a:solidFill>
                <a:latin typeface="Aptos"/>
                <a:ea typeface="Aptos"/>
                <a:cs typeface="Aptos"/>
              </a:defRPr>
            </a:pPr>
            <a:r>
              <a:rPr sz="1275" b="0">
                <a:solidFill>
                  <a:srgbClr val="D7D9D2"/>
                </a:solidFill>
                <a:latin typeface="Aptos"/>
                <a:ea typeface="Aptos"/>
                <a:cs typeface="Aptos"/>
              </a:rPr>
              <a:t>Textnachrichten bis 2.000 Zeichen, ohne Anhänge. Nachrichten werden nach 30 Tagen automatisch gelöscht.</a:t>
            </a:r>
          </a:p>
        </p:txBody>
      </p:sp>
      <p:sp>
        <p:nvSpPr>
          <p:cNvPr id="23" name="Rechteck: abgerundete Ecken 22">
            <a:extLst>
              <a:ext uri="{FF2B5EF4-FFF2-40B4-BE49-F238E27FC236}">
                <a16:creationId xmlns:a16="http://schemas.microsoft.com/office/drawing/2014/main" id="{7A174F81-DE40-4125-8668-D2D7A826AC2A}"/>
              </a:ext>
            </a:extLst>
          </p:cNvPr>
          <p:cNvSpPr>
            <a:spLocks noGrp="1"/>
          </p:cNvSpPr>
          <p:nvPr/>
        </p:nvSpPr>
        <p:spPr>
          <a:xfrm>
            <a:off x="7524750" y="4343400"/>
            <a:ext cx="3238500" cy="381000"/>
          </a:xfrm>
          <a:prstGeom prst="roundRect">
            <a:avLst>
              <a:gd name="adj" fmla="val 50000"/>
            </a:avLst>
          </a:prstGeom>
          <a:solidFill>
            <a:srgbClr val="FFE500"/>
          </a:solidFill>
          <a:ln w="0">
            <a:noFill/>
            <a:prstDash val="solid"/>
          </a:ln>
        </p:spPr>
      </p:sp>
      <p:sp>
        <p:nvSpPr>
          <p:cNvPr id="24" name="Rechteck 23">
            <a:extLst>
              <a:ext uri="{FF2B5EF4-FFF2-40B4-BE49-F238E27FC236}">
                <a16:creationId xmlns:a16="http://schemas.microsoft.com/office/drawing/2014/main" id="{F14F40F0-2794-4C0D-85CB-BB3DFD919F4B}"/>
              </a:ext>
            </a:extLst>
          </p:cNvPr>
          <p:cNvSpPr>
            <a:spLocks noGrp="1"/>
          </p:cNvSpPr>
          <p:nvPr/>
        </p:nvSpPr>
        <p:spPr>
          <a:xfrm>
            <a:off x="7658100" y="4352925"/>
            <a:ext cx="2971800" cy="361950"/>
          </a:xfrm>
          <a:prstGeom prst="rect">
            <a:avLst/>
          </a:prstGeom>
          <a:noFill/>
          <a:ln w="0">
            <a:noFill/>
            <a:prstDash val="solid"/>
          </a:ln>
        </p:spPr>
        <p:txBody>
          <a:bodyPr lIns="0" tIns="0" rIns="0" bIns="0" anchor="ctr">
            <a:normAutofit/>
          </a:bodyPr>
          <a:lstStyle/>
          <a:p>
            <a:pPr algn="ctr">
              <a:defRPr sz="1200" b="1">
                <a:solidFill>
                  <a:srgbClr val="121512"/>
                </a:solidFill>
                <a:latin typeface="Aptos Display"/>
                <a:ea typeface="Aptos Display"/>
                <a:cs typeface="Aptos Display"/>
              </a:defRPr>
            </a:pPr>
            <a:r>
              <a:rPr sz="1200" b="1">
                <a:solidFill>
                  <a:srgbClr val="121512"/>
                </a:solidFill>
                <a:latin typeface="Aptos Display"/>
                <a:ea typeface="Aptos Display"/>
                <a:cs typeface="Aptos Display"/>
              </a:rPr>
              <a:t>KONTAKT ÖFFNEN</a:t>
            </a:r>
          </a:p>
        </p:txBody>
      </p:sp>
      <p:sp>
        <p:nvSpPr>
          <p:cNvPr id="25" name="Rechteck 24">
            <a:extLst>
              <a:ext uri="{FF2B5EF4-FFF2-40B4-BE49-F238E27FC236}">
                <a16:creationId xmlns:a16="http://schemas.microsoft.com/office/drawing/2014/main" id="{67E73310-FD07-41C1-A9D1-17A378CED93F}"/>
              </a:ext>
            </a:extLst>
          </p:cNvPr>
          <p:cNvSpPr>
            <a:spLocks noGrp="1"/>
          </p:cNvSpPr>
          <p:nvPr/>
        </p:nvSpPr>
        <p:spPr>
          <a:xfrm>
            <a:off x="7524750" y="4972050"/>
            <a:ext cx="3238500" cy="342900"/>
          </a:xfrm>
          <a:prstGeom prst="rect">
            <a:avLst/>
          </a:prstGeom>
          <a:noFill/>
          <a:ln w="0">
            <a:noFill/>
            <a:prstDash val="solid"/>
          </a:ln>
        </p:spPr>
        <p:txBody>
          <a:bodyPr lIns="0" tIns="0" rIns="0" bIns="0" anchor="t">
            <a:normAutofit/>
          </a:bodyPr>
          <a:lstStyle/>
          <a:p>
            <a:pPr algn="ctr">
              <a:defRPr sz="975" b="0">
                <a:solidFill>
                  <a:srgbClr val="D7D9D2"/>
                </a:solidFill>
                <a:latin typeface="Aptos"/>
                <a:ea typeface="Aptos"/>
                <a:cs typeface="Aptos"/>
              </a:defRPr>
            </a:pPr>
            <a:r>
              <a:rPr sz="975" b="0">
                <a:solidFill>
                  <a:srgbClr val="D7D9D2"/>
                </a:solidFill>
                <a:latin typeface="Aptos"/>
                <a:ea typeface="Aptos"/>
                <a:cs typeface="Aptos"/>
              </a:rPr>
              <a:t>Nicht für Notfälle oder sensible Gesundheitsdaten.</a:t>
            </a:r>
          </a:p>
        </p:txBody>
      </p:sp>
      <p:sp>
        <p:nvSpPr>
          <p:cNvPr id="26" name="Rechteck 25">
            <a:extLst>
              <a:ext uri="{FF2B5EF4-FFF2-40B4-BE49-F238E27FC236}">
                <a16:creationId xmlns:a16="http://schemas.microsoft.com/office/drawing/2014/main" id="{FFE22264-A158-40A5-9699-71B8ECCB1044}"/>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13004292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25" name="Rechteck 24">
            <a:extLst>
              <a:ext uri="{FF2B5EF4-FFF2-40B4-BE49-F238E27FC236}">
                <a16:creationId xmlns:a16="http://schemas.microsoft.com/office/drawing/2014/main" id="{4E5D022F-5177-45CF-AD64-C9E1C40CC9F6}"/>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KONTO &amp; DATENSCHUTZ</a:t>
            </a:r>
          </a:p>
        </p:txBody>
      </p:sp>
      <p:sp>
        <p:nvSpPr>
          <p:cNvPr id="2" name="Rechteck 1">
            <a:extLst>
              <a:ext uri="{FF2B5EF4-FFF2-40B4-BE49-F238E27FC236}">
                <a16:creationId xmlns:a16="http://schemas.microsoft.com/office/drawing/2014/main" id="{3C71BF3C-D143-4FCF-B5B4-42675C08FD12}"/>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Deine Daten bleiben unter deiner Kontrolle</a:t>
            </a:r>
          </a:p>
        </p:txBody>
      </p:sp>
      <p:sp>
        <p:nvSpPr>
          <p:cNvPr id="3" name="Rechteck: abgerundete Ecken 2">
            <a:extLst>
              <a:ext uri="{FF2B5EF4-FFF2-40B4-BE49-F238E27FC236}">
                <a16:creationId xmlns:a16="http://schemas.microsoft.com/office/drawing/2014/main" id="{BA23E0EC-B28E-4ED6-B698-B4B4083E89F1}"/>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2979C57A-EE8B-46E4-BB84-E30AB95F747A}"/>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12</a:t>
            </a:r>
          </a:p>
        </p:txBody>
      </p:sp>
      <p:sp>
        <p:nvSpPr>
          <p:cNvPr id="5" name="Rechteck 4">
            <a:extLst>
              <a:ext uri="{FF2B5EF4-FFF2-40B4-BE49-F238E27FC236}">
                <a16:creationId xmlns:a16="http://schemas.microsoft.com/office/drawing/2014/main" id="{415FC528-51F1-483A-9E41-A547D6FFDE83}"/>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Persönliche Angaben, Passwort und Einwilligungen lassen sich selbst verwalten.</a:t>
            </a:r>
          </a:p>
        </p:txBody>
      </p:sp>
      <p:sp>
        <p:nvSpPr>
          <p:cNvPr id="6" name="Rechteck: abgerundete Ecken 5">
            <a:extLst>
              <a:ext uri="{FF2B5EF4-FFF2-40B4-BE49-F238E27FC236}">
                <a16:creationId xmlns:a16="http://schemas.microsoft.com/office/drawing/2014/main" id="{C74501E3-A00A-4CAA-B4E0-A674ED32BE5A}"/>
              </a:ext>
            </a:extLst>
          </p:cNvPr>
          <p:cNvSpPr>
            <a:spLocks noGrp="1"/>
          </p:cNvSpPr>
          <p:nvPr/>
        </p:nvSpPr>
        <p:spPr>
          <a:xfrm>
            <a:off x="533400" y="1952625"/>
            <a:ext cx="5467350" cy="1504950"/>
          </a:xfrm>
          <a:prstGeom prst="roundRect">
            <a:avLst>
              <a:gd name="adj" fmla="val 13924"/>
            </a:avLst>
          </a:prstGeom>
          <a:solidFill>
            <a:srgbClr val="FFFFFF"/>
          </a:solidFill>
          <a:ln w="9525">
            <a:solidFill>
              <a:srgbClr val="E5E7DF"/>
            </a:solidFill>
            <a:prstDash val="solid"/>
          </a:ln>
        </p:spPr>
      </p:sp>
      <p:sp>
        <p:nvSpPr>
          <p:cNvPr id="7" name="Rechteck: abgerundete Ecken 6">
            <a:extLst>
              <a:ext uri="{FF2B5EF4-FFF2-40B4-BE49-F238E27FC236}">
                <a16:creationId xmlns:a16="http://schemas.microsoft.com/office/drawing/2014/main" id="{FA33311A-7442-4FFC-89B7-1A41F8C3A0F7}"/>
              </a:ext>
            </a:extLst>
          </p:cNvPr>
          <p:cNvSpPr>
            <a:spLocks noGrp="1"/>
          </p:cNvSpPr>
          <p:nvPr/>
        </p:nvSpPr>
        <p:spPr>
          <a:xfrm>
            <a:off x="762000" y="2181225"/>
            <a:ext cx="1428750" cy="285750"/>
          </a:xfrm>
          <a:prstGeom prst="roundRect">
            <a:avLst>
              <a:gd name="adj" fmla="val 50000"/>
            </a:avLst>
          </a:prstGeom>
          <a:solidFill>
            <a:srgbClr val="E4EFF5"/>
          </a:solidFill>
          <a:ln w="0">
            <a:noFill/>
            <a:prstDash val="solid"/>
          </a:ln>
        </p:spPr>
      </p:sp>
      <p:sp>
        <p:nvSpPr>
          <p:cNvPr id="8" name="Rechteck 7">
            <a:extLst>
              <a:ext uri="{FF2B5EF4-FFF2-40B4-BE49-F238E27FC236}">
                <a16:creationId xmlns:a16="http://schemas.microsoft.com/office/drawing/2014/main" id="{9C8AB2CF-EE2F-4BDC-88B7-C486A57D719B}"/>
              </a:ext>
            </a:extLst>
          </p:cNvPr>
          <p:cNvSpPr>
            <a:spLocks noGrp="1"/>
          </p:cNvSpPr>
          <p:nvPr/>
        </p:nvSpPr>
        <p:spPr>
          <a:xfrm>
            <a:off x="762000" y="2181225"/>
            <a:ext cx="1428750" cy="276225"/>
          </a:xfrm>
          <a:prstGeom prst="rect">
            <a:avLst/>
          </a:prstGeom>
          <a:noFill/>
          <a:ln w="0">
            <a:noFill/>
            <a:prstDash val="solid"/>
          </a:ln>
        </p:spPr>
        <p:txBody>
          <a:bodyPr lIns="0" tIns="0" rIns="0" bIns="0" anchor="ctr">
            <a:normAutofit/>
          </a:bodyPr>
          <a:lstStyle/>
          <a:p>
            <a:pPr algn="ctr">
              <a:defRPr sz="788" b="1">
                <a:solidFill>
                  <a:srgbClr val="121512"/>
                </a:solidFill>
                <a:latin typeface="Aptos Display"/>
                <a:ea typeface="Aptos Display"/>
                <a:cs typeface="Aptos Display"/>
              </a:defRPr>
            </a:pPr>
            <a:r>
              <a:rPr sz="788" b="1">
                <a:solidFill>
                  <a:srgbClr val="121512"/>
                </a:solidFill>
                <a:latin typeface="Aptos Display"/>
                <a:ea typeface="Aptos Display"/>
                <a:cs typeface="Aptos Display"/>
              </a:rPr>
              <a:t>PERSÖNLICHE DATEN</a:t>
            </a:r>
          </a:p>
        </p:txBody>
      </p:sp>
      <p:sp>
        <p:nvSpPr>
          <p:cNvPr id="9" name="Rechteck 8">
            <a:extLst>
              <a:ext uri="{FF2B5EF4-FFF2-40B4-BE49-F238E27FC236}">
                <a16:creationId xmlns:a16="http://schemas.microsoft.com/office/drawing/2014/main" id="{3F879429-0784-43C6-BDBD-888DD98D5FCD}"/>
              </a:ext>
            </a:extLst>
          </p:cNvPr>
          <p:cNvSpPr>
            <a:spLocks noGrp="1"/>
          </p:cNvSpPr>
          <p:nvPr/>
        </p:nvSpPr>
        <p:spPr>
          <a:xfrm>
            <a:off x="762000" y="2695575"/>
            <a:ext cx="5010150" cy="504825"/>
          </a:xfrm>
          <a:prstGeom prst="rect">
            <a:avLst/>
          </a:prstGeom>
          <a:noFill/>
          <a:ln w="0">
            <a:noFill/>
            <a:prstDash val="solid"/>
          </a:ln>
        </p:spPr>
        <p:txBody>
          <a:bodyPr lIns="0" tIns="0" rIns="0" bIns="0" anchor="t">
            <a:normAutofit/>
          </a:bodyPr>
          <a:lstStyle/>
          <a:p>
            <a:pPr algn="l">
              <a:defRPr sz="1313" b="1">
                <a:solidFill>
                  <a:srgbClr val="121512"/>
                </a:solidFill>
                <a:latin typeface="Aptos Display"/>
                <a:ea typeface="Aptos Display"/>
                <a:cs typeface="Aptos Display"/>
              </a:defRPr>
            </a:pPr>
            <a:r>
              <a:rPr sz="1313" b="1">
                <a:solidFill>
                  <a:srgbClr val="121512"/>
                </a:solidFill>
                <a:latin typeface="Aptos Display"/>
                <a:ea typeface="Aptos Display"/>
                <a:cs typeface="Aptos Display"/>
              </a:rPr>
              <a:t>Name, E-Mail und Kontaktdaten prüfen und aktualisieren.</a:t>
            </a:r>
          </a:p>
        </p:txBody>
      </p:sp>
      <p:sp>
        <p:nvSpPr>
          <p:cNvPr id="10" name="Rechteck: abgerundete Ecken 9">
            <a:extLst>
              <a:ext uri="{FF2B5EF4-FFF2-40B4-BE49-F238E27FC236}">
                <a16:creationId xmlns:a16="http://schemas.microsoft.com/office/drawing/2014/main" id="{43CA274F-7AD1-4F5E-B3F1-185523A851FD}"/>
              </a:ext>
            </a:extLst>
          </p:cNvPr>
          <p:cNvSpPr>
            <a:spLocks noGrp="1"/>
          </p:cNvSpPr>
          <p:nvPr/>
        </p:nvSpPr>
        <p:spPr>
          <a:xfrm>
            <a:off x="6191250" y="1952625"/>
            <a:ext cx="5467350" cy="1504950"/>
          </a:xfrm>
          <a:prstGeom prst="roundRect">
            <a:avLst>
              <a:gd name="adj" fmla="val 13924"/>
            </a:avLst>
          </a:prstGeom>
          <a:solidFill>
            <a:srgbClr val="FFFFFF"/>
          </a:solidFill>
          <a:ln w="9525">
            <a:solidFill>
              <a:srgbClr val="E5E7DF"/>
            </a:solidFill>
            <a:prstDash val="solid"/>
          </a:ln>
        </p:spPr>
      </p:sp>
      <p:sp>
        <p:nvSpPr>
          <p:cNvPr id="11" name="Rechteck: abgerundete Ecken 10">
            <a:extLst>
              <a:ext uri="{FF2B5EF4-FFF2-40B4-BE49-F238E27FC236}">
                <a16:creationId xmlns:a16="http://schemas.microsoft.com/office/drawing/2014/main" id="{18A33605-5125-4AB8-BF8A-094926A46044}"/>
              </a:ext>
            </a:extLst>
          </p:cNvPr>
          <p:cNvSpPr>
            <a:spLocks noGrp="1"/>
          </p:cNvSpPr>
          <p:nvPr/>
        </p:nvSpPr>
        <p:spPr>
          <a:xfrm>
            <a:off x="6419850" y="2181225"/>
            <a:ext cx="1428750" cy="285750"/>
          </a:xfrm>
          <a:prstGeom prst="roundRect">
            <a:avLst>
              <a:gd name="adj" fmla="val 50000"/>
            </a:avLst>
          </a:prstGeom>
          <a:solidFill>
            <a:srgbClr val="FFF5A8"/>
          </a:solidFill>
          <a:ln w="0">
            <a:noFill/>
            <a:prstDash val="solid"/>
          </a:ln>
        </p:spPr>
      </p:sp>
      <p:sp>
        <p:nvSpPr>
          <p:cNvPr id="12" name="Rechteck 11">
            <a:extLst>
              <a:ext uri="{FF2B5EF4-FFF2-40B4-BE49-F238E27FC236}">
                <a16:creationId xmlns:a16="http://schemas.microsoft.com/office/drawing/2014/main" id="{6CB0E631-0C5E-4258-B552-4D6352964E9B}"/>
              </a:ext>
            </a:extLst>
          </p:cNvPr>
          <p:cNvSpPr>
            <a:spLocks noGrp="1"/>
          </p:cNvSpPr>
          <p:nvPr/>
        </p:nvSpPr>
        <p:spPr>
          <a:xfrm>
            <a:off x="6419850" y="2181225"/>
            <a:ext cx="1428750" cy="276225"/>
          </a:xfrm>
          <a:prstGeom prst="rect">
            <a:avLst/>
          </a:prstGeom>
          <a:noFill/>
          <a:ln w="0">
            <a:noFill/>
            <a:prstDash val="solid"/>
          </a:ln>
        </p:spPr>
        <p:txBody>
          <a:bodyPr lIns="0" tIns="0" rIns="0" bIns="0" anchor="ctr">
            <a:normAutofit/>
          </a:bodyPr>
          <a:lstStyle/>
          <a:p>
            <a:pPr algn="ctr">
              <a:defRPr sz="788" b="1">
                <a:solidFill>
                  <a:srgbClr val="121512"/>
                </a:solidFill>
                <a:latin typeface="Aptos Display"/>
                <a:ea typeface="Aptos Display"/>
                <a:cs typeface="Aptos Display"/>
              </a:defRPr>
            </a:pPr>
            <a:r>
              <a:rPr sz="788" b="1">
                <a:solidFill>
                  <a:srgbClr val="121512"/>
                </a:solidFill>
                <a:latin typeface="Aptos Display"/>
                <a:ea typeface="Aptos Display"/>
                <a:cs typeface="Aptos Display"/>
              </a:rPr>
              <a:t>PASSWORT</a:t>
            </a:r>
          </a:p>
        </p:txBody>
      </p:sp>
      <p:sp>
        <p:nvSpPr>
          <p:cNvPr id="13" name="Rechteck 12">
            <a:extLst>
              <a:ext uri="{FF2B5EF4-FFF2-40B4-BE49-F238E27FC236}">
                <a16:creationId xmlns:a16="http://schemas.microsoft.com/office/drawing/2014/main" id="{42CA4700-1EDD-4CBD-90EC-1AF60FE05310}"/>
              </a:ext>
            </a:extLst>
          </p:cNvPr>
          <p:cNvSpPr>
            <a:spLocks noGrp="1"/>
          </p:cNvSpPr>
          <p:nvPr/>
        </p:nvSpPr>
        <p:spPr>
          <a:xfrm>
            <a:off x="6419850" y="2695575"/>
            <a:ext cx="5010150" cy="504825"/>
          </a:xfrm>
          <a:prstGeom prst="rect">
            <a:avLst/>
          </a:prstGeom>
          <a:noFill/>
          <a:ln w="0">
            <a:noFill/>
            <a:prstDash val="solid"/>
          </a:ln>
        </p:spPr>
        <p:txBody>
          <a:bodyPr lIns="0" tIns="0" rIns="0" bIns="0" anchor="t">
            <a:normAutofit/>
          </a:bodyPr>
          <a:lstStyle/>
          <a:p>
            <a:pPr algn="l">
              <a:defRPr sz="1313" b="1">
                <a:solidFill>
                  <a:srgbClr val="121512"/>
                </a:solidFill>
                <a:latin typeface="Aptos Display"/>
                <a:ea typeface="Aptos Display"/>
                <a:cs typeface="Aptos Display"/>
              </a:defRPr>
            </a:pPr>
            <a:r>
              <a:rPr sz="1313" b="1">
                <a:solidFill>
                  <a:srgbClr val="121512"/>
                </a:solidFill>
                <a:latin typeface="Aptos Display"/>
                <a:ea typeface="Aptos Display"/>
                <a:cs typeface="Aptos Display"/>
              </a:rPr>
              <a:t>Eigenes Passwort sicher ändern; bei Bedarf zurücksetzen.</a:t>
            </a:r>
          </a:p>
        </p:txBody>
      </p:sp>
      <p:sp>
        <p:nvSpPr>
          <p:cNvPr id="14" name="Rechteck: abgerundete Ecken 13">
            <a:extLst>
              <a:ext uri="{FF2B5EF4-FFF2-40B4-BE49-F238E27FC236}">
                <a16:creationId xmlns:a16="http://schemas.microsoft.com/office/drawing/2014/main" id="{FFA1252B-4FCD-4D59-8D51-10338B2C274F}"/>
              </a:ext>
            </a:extLst>
          </p:cNvPr>
          <p:cNvSpPr>
            <a:spLocks noGrp="1"/>
          </p:cNvSpPr>
          <p:nvPr/>
        </p:nvSpPr>
        <p:spPr>
          <a:xfrm>
            <a:off x="533400" y="3762375"/>
            <a:ext cx="5467350" cy="1504950"/>
          </a:xfrm>
          <a:prstGeom prst="roundRect">
            <a:avLst>
              <a:gd name="adj" fmla="val 13924"/>
            </a:avLst>
          </a:prstGeom>
          <a:solidFill>
            <a:srgbClr val="FFFFFF"/>
          </a:solidFill>
          <a:ln w="9525">
            <a:solidFill>
              <a:srgbClr val="E5E7DF"/>
            </a:solidFill>
            <a:prstDash val="solid"/>
          </a:ln>
        </p:spPr>
      </p:sp>
      <p:sp>
        <p:nvSpPr>
          <p:cNvPr id="15" name="Rechteck: abgerundete Ecken 14">
            <a:extLst>
              <a:ext uri="{FF2B5EF4-FFF2-40B4-BE49-F238E27FC236}">
                <a16:creationId xmlns:a16="http://schemas.microsoft.com/office/drawing/2014/main" id="{75E681D3-5373-4044-ABB7-0B2BCE9BD6C1}"/>
              </a:ext>
            </a:extLst>
          </p:cNvPr>
          <p:cNvSpPr>
            <a:spLocks noGrp="1"/>
          </p:cNvSpPr>
          <p:nvPr/>
        </p:nvSpPr>
        <p:spPr>
          <a:xfrm>
            <a:off x="762000" y="3990975"/>
            <a:ext cx="1428750" cy="285750"/>
          </a:xfrm>
          <a:prstGeom prst="roundRect">
            <a:avLst>
              <a:gd name="adj" fmla="val 50000"/>
            </a:avLst>
          </a:prstGeom>
          <a:solidFill>
            <a:srgbClr val="DFF3EA"/>
          </a:solidFill>
          <a:ln w="0">
            <a:noFill/>
            <a:prstDash val="solid"/>
          </a:ln>
        </p:spPr>
      </p:sp>
      <p:sp>
        <p:nvSpPr>
          <p:cNvPr id="16" name="Rechteck 15">
            <a:extLst>
              <a:ext uri="{FF2B5EF4-FFF2-40B4-BE49-F238E27FC236}">
                <a16:creationId xmlns:a16="http://schemas.microsoft.com/office/drawing/2014/main" id="{3EADBEA3-56EF-4C50-A645-151B01D7D0D0}"/>
              </a:ext>
            </a:extLst>
          </p:cNvPr>
          <p:cNvSpPr>
            <a:spLocks noGrp="1"/>
          </p:cNvSpPr>
          <p:nvPr/>
        </p:nvSpPr>
        <p:spPr>
          <a:xfrm>
            <a:off x="762000" y="3990975"/>
            <a:ext cx="1428750" cy="276225"/>
          </a:xfrm>
          <a:prstGeom prst="rect">
            <a:avLst/>
          </a:prstGeom>
          <a:noFill/>
          <a:ln w="0">
            <a:noFill/>
            <a:prstDash val="solid"/>
          </a:ln>
        </p:spPr>
        <p:txBody>
          <a:bodyPr lIns="0" tIns="0" rIns="0" bIns="0" anchor="ctr">
            <a:normAutofit/>
          </a:bodyPr>
          <a:lstStyle/>
          <a:p>
            <a:pPr algn="ctr">
              <a:defRPr sz="788" b="1">
                <a:solidFill>
                  <a:srgbClr val="121512"/>
                </a:solidFill>
                <a:latin typeface="Aptos Display"/>
                <a:ea typeface="Aptos Display"/>
                <a:cs typeface="Aptos Display"/>
              </a:defRPr>
            </a:pPr>
            <a:r>
              <a:rPr sz="788" b="1">
                <a:solidFill>
                  <a:srgbClr val="121512"/>
                </a:solidFill>
                <a:latin typeface="Aptos Display"/>
                <a:ea typeface="Aptos Display"/>
                <a:cs typeface="Aptos Display"/>
              </a:rPr>
              <a:t>EINWILLIGUNGEN</a:t>
            </a:r>
          </a:p>
        </p:txBody>
      </p:sp>
      <p:sp>
        <p:nvSpPr>
          <p:cNvPr id="17" name="Rechteck 16">
            <a:extLst>
              <a:ext uri="{FF2B5EF4-FFF2-40B4-BE49-F238E27FC236}">
                <a16:creationId xmlns:a16="http://schemas.microsoft.com/office/drawing/2014/main" id="{3D1F87BA-00FB-4DD3-86B1-913DDED2387D}"/>
              </a:ext>
            </a:extLst>
          </p:cNvPr>
          <p:cNvSpPr>
            <a:spLocks noGrp="1"/>
          </p:cNvSpPr>
          <p:nvPr/>
        </p:nvSpPr>
        <p:spPr>
          <a:xfrm>
            <a:off x="762000" y="4505325"/>
            <a:ext cx="5010150" cy="504825"/>
          </a:xfrm>
          <a:prstGeom prst="rect">
            <a:avLst/>
          </a:prstGeom>
          <a:noFill/>
          <a:ln w="0">
            <a:noFill/>
            <a:prstDash val="solid"/>
          </a:ln>
        </p:spPr>
        <p:txBody>
          <a:bodyPr lIns="0" tIns="0" rIns="0" bIns="0" anchor="t">
            <a:normAutofit/>
          </a:bodyPr>
          <a:lstStyle/>
          <a:p>
            <a:pPr algn="l">
              <a:defRPr sz="1313" b="1">
                <a:solidFill>
                  <a:srgbClr val="121512"/>
                </a:solidFill>
                <a:latin typeface="Aptos Display"/>
                <a:ea typeface="Aptos Display"/>
                <a:cs typeface="Aptos Display"/>
              </a:defRPr>
            </a:pPr>
            <a:r>
              <a:rPr sz="1313" b="1">
                <a:solidFill>
                  <a:srgbClr val="121512"/>
                </a:solidFill>
                <a:latin typeface="Aptos Display"/>
                <a:ea typeface="Aptos Display"/>
                <a:cs typeface="Aptos Display"/>
              </a:rPr>
              <a:t>Datenschutz- und Fotoeinwilligungen einzeln ansehen und entscheiden.</a:t>
            </a:r>
          </a:p>
        </p:txBody>
      </p:sp>
      <p:sp>
        <p:nvSpPr>
          <p:cNvPr id="18" name="Rechteck: abgerundete Ecken 17">
            <a:extLst>
              <a:ext uri="{FF2B5EF4-FFF2-40B4-BE49-F238E27FC236}">
                <a16:creationId xmlns:a16="http://schemas.microsoft.com/office/drawing/2014/main" id="{4A2A1041-6425-4017-B145-40576064A9C2}"/>
              </a:ext>
            </a:extLst>
          </p:cNvPr>
          <p:cNvSpPr>
            <a:spLocks noGrp="1"/>
          </p:cNvSpPr>
          <p:nvPr/>
        </p:nvSpPr>
        <p:spPr>
          <a:xfrm>
            <a:off x="6191250" y="3762375"/>
            <a:ext cx="5467350" cy="1504950"/>
          </a:xfrm>
          <a:prstGeom prst="roundRect">
            <a:avLst>
              <a:gd name="adj" fmla="val 13924"/>
            </a:avLst>
          </a:prstGeom>
          <a:solidFill>
            <a:srgbClr val="FFFFFF"/>
          </a:solidFill>
          <a:ln w="9525">
            <a:solidFill>
              <a:srgbClr val="E5E7DF"/>
            </a:solidFill>
            <a:prstDash val="solid"/>
          </a:ln>
        </p:spPr>
      </p:sp>
      <p:sp>
        <p:nvSpPr>
          <p:cNvPr id="19" name="Rechteck: abgerundete Ecken 18">
            <a:extLst>
              <a:ext uri="{FF2B5EF4-FFF2-40B4-BE49-F238E27FC236}">
                <a16:creationId xmlns:a16="http://schemas.microsoft.com/office/drawing/2014/main" id="{DD5F1B25-8776-44F2-9CA1-BCA60BC2EE99}"/>
              </a:ext>
            </a:extLst>
          </p:cNvPr>
          <p:cNvSpPr>
            <a:spLocks noGrp="1"/>
          </p:cNvSpPr>
          <p:nvPr/>
        </p:nvSpPr>
        <p:spPr>
          <a:xfrm>
            <a:off x="6419850" y="3990975"/>
            <a:ext cx="1428750" cy="285750"/>
          </a:xfrm>
          <a:prstGeom prst="roundRect">
            <a:avLst>
              <a:gd name="adj" fmla="val 50000"/>
            </a:avLst>
          </a:prstGeom>
          <a:solidFill>
            <a:srgbClr val="FBE7E5"/>
          </a:solidFill>
          <a:ln w="0">
            <a:noFill/>
            <a:prstDash val="solid"/>
          </a:ln>
        </p:spPr>
      </p:sp>
      <p:sp>
        <p:nvSpPr>
          <p:cNvPr id="20" name="Rechteck 19">
            <a:extLst>
              <a:ext uri="{FF2B5EF4-FFF2-40B4-BE49-F238E27FC236}">
                <a16:creationId xmlns:a16="http://schemas.microsoft.com/office/drawing/2014/main" id="{6CB95C57-29C9-4E18-8DCE-45FA29FD5651}"/>
              </a:ext>
            </a:extLst>
          </p:cNvPr>
          <p:cNvSpPr>
            <a:spLocks noGrp="1"/>
          </p:cNvSpPr>
          <p:nvPr/>
        </p:nvSpPr>
        <p:spPr>
          <a:xfrm>
            <a:off x="6419850" y="3990975"/>
            <a:ext cx="1428750" cy="276225"/>
          </a:xfrm>
          <a:prstGeom prst="rect">
            <a:avLst/>
          </a:prstGeom>
          <a:noFill/>
          <a:ln w="0">
            <a:noFill/>
            <a:prstDash val="solid"/>
          </a:ln>
        </p:spPr>
        <p:txBody>
          <a:bodyPr lIns="0" tIns="0" rIns="0" bIns="0" anchor="ctr">
            <a:normAutofit/>
          </a:bodyPr>
          <a:lstStyle/>
          <a:p>
            <a:pPr algn="ctr">
              <a:defRPr sz="788" b="1">
                <a:solidFill>
                  <a:srgbClr val="121512"/>
                </a:solidFill>
                <a:latin typeface="Aptos Display"/>
                <a:ea typeface="Aptos Display"/>
                <a:cs typeface="Aptos Display"/>
              </a:defRPr>
            </a:pPr>
            <a:r>
              <a:rPr sz="788" b="1">
                <a:solidFill>
                  <a:srgbClr val="121512"/>
                </a:solidFill>
                <a:latin typeface="Aptos Display"/>
                <a:ea typeface="Aptos Display"/>
                <a:cs typeface="Aptos Display"/>
              </a:rPr>
              <a:t>SICHTBARKEIT</a:t>
            </a:r>
          </a:p>
        </p:txBody>
      </p:sp>
      <p:sp>
        <p:nvSpPr>
          <p:cNvPr id="21" name="Rechteck 20">
            <a:extLst>
              <a:ext uri="{FF2B5EF4-FFF2-40B4-BE49-F238E27FC236}">
                <a16:creationId xmlns:a16="http://schemas.microsoft.com/office/drawing/2014/main" id="{5706DE52-5115-4DF5-8215-0F0282BF4887}"/>
              </a:ext>
            </a:extLst>
          </p:cNvPr>
          <p:cNvSpPr>
            <a:spLocks noGrp="1"/>
          </p:cNvSpPr>
          <p:nvPr/>
        </p:nvSpPr>
        <p:spPr>
          <a:xfrm>
            <a:off x="6419850" y="4505325"/>
            <a:ext cx="5010150" cy="504825"/>
          </a:xfrm>
          <a:prstGeom prst="rect">
            <a:avLst/>
          </a:prstGeom>
          <a:noFill/>
          <a:ln w="0">
            <a:noFill/>
            <a:prstDash val="solid"/>
          </a:ln>
        </p:spPr>
        <p:txBody>
          <a:bodyPr lIns="0" tIns="0" rIns="0" bIns="0" anchor="t">
            <a:normAutofit/>
          </a:bodyPr>
          <a:lstStyle/>
          <a:p>
            <a:pPr algn="l">
              <a:defRPr sz="1313" b="1">
                <a:solidFill>
                  <a:srgbClr val="121512"/>
                </a:solidFill>
                <a:latin typeface="Aptos Display"/>
                <a:ea typeface="Aptos Display"/>
                <a:cs typeface="Aptos Display"/>
              </a:defRPr>
            </a:pPr>
            <a:r>
              <a:rPr sz="1313" b="1">
                <a:solidFill>
                  <a:srgbClr val="121512"/>
                </a:solidFill>
                <a:latin typeface="Aptos Display"/>
                <a:ea typeface="Aptos Display"/>
                <a:cs typeface="Aptos Display"/>
              </a:rPr>
              <a:t>Mannschaftsfotos bleiben sichtbar; personenbezogene Freigaben gelten getrennt.</a:t>
            </a:r>
          </a:p>
        </p:txBody>
      </p:sp>
      <p:sp>
        <p:nvSpPr>
          <p:cNvPr id="22" name="Rechteck: abgerundete Ecken 21">
            <a:extLst>
              <a:ext uri="{FF2B5EF4-FFF2-40B4-BE49-F238E27FC236}">
                <a16:creationId xmlns:a16="http://schemas.microsoft.com/office/drawing/2014/main" id="{85739A29-0746-4389-98CD-D0273A36D9B0}"/>
              </a:ext>
            </a:extLst>
          </p:cNvPr>
          <p:cNvSpPr>
            <a:spLocks noGrp="1"/>
          </p:cNvSpPr>
          <p:nvPr/>
        </p:nvSpPr>
        <p:spPr>
          <a:xfrm>
            <a:off x="2628900" y="5600700"/>
            <a:ext cx="6934200" cy="514350"/>
          </a:xfrm>
          <a:prstGeom prst="roundRect">
            <a:avLst>
              <a:gd name="adj" fmla="val 29630"/>
            </a:avLst>
          </a:prstGeom>
          <a:solidFill>
            <a:srgbClr val="121512"/>
          </a:solidFill>
          <a:ln w="0">
            <a:noFill/>
            <a:prstDash val="solid"/>
          </a:ln>
        </p:spPr>
      </p:sp>
      <p:sp>
        <p:nvSpPr>
          <p:cNvPr id="23" name="Rechteck 22">
            <a:extLst>
              <a:ext uri="{FF2B5EF4-FFF2-40B4-BE49-F238E27FC236}">
                <a16:creationId xmlns:a16="http://schemas.microsoft.com/office/drawing/2014/main" id="{381908BE-20C3-49DC-841A-42C12052D850}"/>
              </a:ext>
            </a:extLst>
          </p:cNvPr>
          <p:cNvSpPr>
            <a:spLocks noGrp="1"/>
          </p:cNvSpPr>
          <p:nvPr/>
        </p:nvSpPr>
        <p:spPr>
          <a:xfrm>
            <a:off x="2819400" y="5715000"/>
            <a:ext cx="6553200" cy="285750"/>
          </a:xfrm>
          <a:prstGeom prst="rect">
            <a:avLst/>
          </a:prstGeom>
          <a:noFill/>
          <a:ln w="0">
            <a:noFill/>
            <a:prstDash val="solid"/>
          </a:ln>
        </p:spPr>
        <p:txBody>
          <a:bodyPr lIns="0" tIns="0" rIns="0" bIns="0" anchor="ctr">
            <a:normAutofit/>
          </a:bodyPr>
          <a:lstStyle/>
          <a:p>
            <a:pPr algn="ctr">
              <a:defRPr sz="1275" b="1">
                <a:solidFill>
                  <a:srgbClr val="FFFFFF"/>
                </a:solidFill>
                <a:latin typeface="Aptos Display"/>
                <a:ea typeface="Aptos Display"/>
                <a:cs typeface="Aptos Display"/>
              </a:defRPr>
            </a:pPr>
            <a:r>
              <a:rPr sz="1275" b="1">
                <a:solidFill>
                  <a:srgbClr val="FFFFFF"/>
                </a:solidFill>
                <a:latin typeface="Aptos Display"/>
                <a:ea typeface="Aptos Display"/>
                <a:cs typeface="Aptos Display"/>
              </a:rPr>
              <a:t>Pfad: Mehr → Mein Konto oder Datenschutz &amp; Einwilligungen</a:t>
            </a:r>
          </a:p>
        </p:txBody>
      </p:sp>
      <p:sp>
        <p:nvSpPr>
          <p:cNvPr id="24" name="Rechteck 23">
            <a:extLst>
              <a:ext uri="{FF2B5EF4-FFF2-40B4-BE49-F238E27FC236}">
                <a16:creationId xmlns:a16="http://schemas.microsoft.com/office/drawing/2014/main" id="{A08DDA4F-2FDE-4B34-84AA-104A908491DD}"/>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2902615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29" name="Rechteck 28">
            <a:extLst>
              <a:ext uri="{FF2B5EF4-FFF2-40B4-BE49-F238E27FC236}">
                <a16:creationId xmlns:a16="http://schemas.microsoft.com/office/drawing/2014/main" id="{196EA95E-23CC-43F5-BE19-1B7EFEC0ACE6}"/>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WENN ETWAS HAKT</a:t>
            </a:r>
          </a:p>
        </p:txBody>
      </p:sp>
      <p:sp>
        <p:nvSpPr>
          <p:cNvPr id="2" name="Rechteck 1">
            <a:extLst>
              <a:ext uri="{FF2B5EF4-FFF2-40B4-BE49-F238E27FC236}">
                <a16:creationId xmlns:a16="http://schemas.microsoft.com/office/drawing/2014/main" id="{92CDBE85-8B71-41FB-B84E-A022837E8CFF}"/>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Vier einfache Checks lösen fast alles</a:t>
            </a:r>
          </a:p>
        </p:txBody>
      </p:sp>
      <p:sp>
        <p:nvSpPr>
          <p:cNvPr id="3" name="Rechteck: abgerundete Ecken 2">
            <a:extLst>
              <a:ext uri="{FF2B5EF4-FFF2-40B4-BE49-F238E27FC236}">
                <a16:creationId xmlns:a16="http://schemas.microsoft.com/office/drawing/2014/main" id="{2C761C58-DE3C-4A9E-8724-3D37FBD26F0F}"/>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AE156E04-7358-4214-9D90-3D8380AA3B2C}"/>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13</a:t>
            </a:r>
          </a:p>
        </p:txBody>
      </p:sp>
      <p:sp>
        <p:nvSpPr>
          <p:cNvPr id="5" name="Rechteck 4">
            <a:extLst>
              <a:ext uri="{FF2B5EF4-FFF2-40B4-BE49-F238E27FC236}">
                <a16:creationId xmlns:a16="http://schemas.microsoft.com/office/drawing/2014/main" id="{87C204D9-6C09-4008-B30F-1593B4AA2A8D}"/>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Bitte in dieser Reihenfolge prüfen – das spart Zeit.</a:t>
            </a:r>
          </a:p>
        </p:txBody>
      </p:sp>
      <p:sp>
        <p:nvSpPr>
          <p:cNvPr id="6" name="Rechteck: abgerundete Ecken 5">
            <a:extLst>
              <a:ext uri="{FF2B5EF4-FFF2-40B4-BE49-F238E27FC236}">
                <a16:creationId xmlns:a16="http://schemas.microsoft.com/office/drawing/2014/main" id="{435D5A1C-C1CF-496A-951D-C9199AFD4181}"/>
              </a:ext>
            </a:extLst>
          </p:cNvPr>
          <p:cNvSpPr>
            <a:spLocks noGrp="1"/>
          </p:cNvSpPr>
          <p:nvPr/>
        </p:nvSpPr>
        <p:spPr>
          <a:xfrm>
            <a:off x="1143000" y="1895475"/>
            <a:ext cx="9906000" cy="723900"/>
          </a:xfrm>
          <a:prstGeom prst="roundRect">
            <a:avLst>
              <a:gd name="adj" fmla="val 25000"/>
            </a:avLst>
          </a:prstGeom>
          <a:solidFill>
            <a:srgbClr val="FFFFFF"/>
          </a:solidFill>
          <a:ln w="9525">
            <a:solidFill>
              <a:srgbClr val="E5E7DF"/>
            </a:solidFill>
            <a:prstDash val="solid"/>
          </a:ln>
        </p:spPr>
      </p:sp>
      <p:sp>
        <p:nvSpPr>
          <p:cNvPr id="7" name="Ellipse 6">
            <a:extLst>
              <a:ext uri="{FF2B5EF4-FFF2-40B4-BE49-F238E27FC236}">
                <a16:creationId xmlns:a16="http://schemas.microsoft.com/office/drawing/2014/main" id="{251EE7C9-2D6E-4029-9D05-0C800B43A184}"/>
              </a:ext>
            </a:extLst>
          </p:cNvPr>
          <p:cNvSpPr>
            <a:spLocks noGrp="1"/>
          </p:cNvSpPr>
          <p:nvPr/>
        </p:nvSpPr>
        <p:spPr>
          <a:xfrm>
            <a:off x="1333500" y="2019300"/>
            <a:ext cx="476250" cy="476250"/>
          </a:xfrm>
          <a:prstGeom prst="ellipse">
            <a:avLst/>
          </a:prstGeom>
          <a:solidFill>
            <a:srgbClr val="FFE500"/>
          </a:solidFill>
          <a:ln w="0">
            <a:noFill/>
            <a:prstDash val="solid"/>
          </a:ln>
        </p:spPr>
      </p:sp>
      <p:sp>
        <p:nvSpPr>
          <p:cNvPr id="8" name="Rechteck 7">
            <a:extLst>
              <a:ext uri="{FF2B5EF4-FFF2-40B4-BE49-F238E27FC236}">
                <a16:creationId xmlns:a16="http://schemas.microsoft.com/office/drawing/2014/main" id="{F7B007F0-2340-4743-B224-45024305B6B7}"/>
              </a:ext>
            </a:extLst>
          </p:cNvPr>
          <p:cNvSpPr>
            <a:spLocks noGrp="1"/>
          </p:cNvSpPr>
          <p:nvPr/>
        </p:nvSpPr>
        <p:spPr>
          <a:xfrm>
            <a:off x="1333500" y="2028825"/>
            <a:ext cx="476250" cy="457200"/>
          </a:xfrm>
          <a:prstGeom prst="rect">
            <a:avLst/>
          </a:prstGeom>
          <a:noFill/>
          <a:ln w="0">
            <a:noFill/>
            <a:prstDash val="solid"/>
          </a:ln>
        </p:spPr>
        <p:txBody>
          <a:bodyPr lIns="0" tIns="0" rIns="0" bIns="0" anchor="ctr">
            <a:normAutofit/>
          </a:bodyPr>
          <a:lstStyle/>
          <a:p>
            <a:pPr algn="ctr">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1</a:t>
            </a:r>
          </a:p>
        </p:txBody>
      </p:sp>
      <p:sp>
        <p:nvSpPr>
          <p:cNvPr id="9" name="Rechteck 8">
            <a:extLst>
              <a:ext uri="{FF2B5EF4-FFF2-40B4-BE49-F238E27FC236}">
                <a16:creationId xmlns:a16="http://schemas.microsoft.com/office/drawing/2014/main" id="{4FD951F1-79B8-4B65-9BC3-4D75A9272D28}"/>
              </a:ext>
            </a:extLst>
          </p:cNvPr>
          <p:cNvSpPr>
            <a:spLocks noGrp="1"/>
          </p:cNvSpPr>
          <p:nvPr/>
        </p:nvSpPr>
        <p:spPr>
          <a:xfrm>
            <a:off x="2057400" y="2019300"/>
            <a:ext cx="2381250" cy="266700"/>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Verbindung</a:t>
            </a:r>
          </a:p>
        </p:txBody>
      </p:sp>
      <p:sp>
        <p:nvSpPr>
          <p:cNvPr id="10" name="Rechteck 9">
            <a:extLst>
              <a:ext uri="{FF2B5EF4-FFF2-40B4-BE49-F238E27FC236}">
                <a16:creationId xmlns:a16="http://schemas.microsoft.com/office/drawing/2014/main" id="{91F7F6D0-C83C-4A0A-AB2C-115ECBB885FD}"/>
              </a:ext>
            </a:extLst>
          </p:cNvPr>
          <p:cNvSpPr>
            <a:spLocks noGrp="1"/>
          </p:cNvSpPr>
          <p:nvPr/>
        </p:nvSpPr>
        <p:spPr>
          <a:xfrm>
            <a:off x="4686300" y="2028825"/>
            <a:ext cx="5924550" cy="409575"/>
          </a:xfrm>
          <a:prstGeom prst="rect">
            <a:avLst/>
          </a:prstGeom>
          <a:noFill/>
          <a:ln w="0">
            <a:noFill/>
            <a:prstDash val="solid"/>
          </a:ln>
        </p:spPr>
        <p:txBody>
          <a:bodyPr lIns="0" tIns="0" rIns="0" bIns="0" anchor="ctr">
            <a:normAutofit/>
          </a:bodyPr>
          <a:lstStyle/>
          <a:p>
            <a:pPr algn="l">
              <a:defRPr sz="1238" b="0">
                <a:solidFill>
                  <a:srgbClr val="656961"/>
                </a:solidFill>
                <a:latin typeface="Aptos"/>
                <a:ea typeface="Aptos"/>
                <a:cs typeface="Aptos"/>
              </a:defRPr>
            </a:pPr>
            <a:r>
              <a:rPr sz="1238" b="0">
                <a:solidFill>
                  <a:srgbClr val="656961"/>
                </a:solidFill>
                <a:latin typeface="Aptos"/>
                <a:ea typeface="Aptos"/>
                <a:cs typeface="Aptos"/>
              </a:rPr>
              <a:t>Kurz prüfen, ob Internet verfügbar ist.</a:t>
            </a:r>
          </a:p>
        </p:txBody>
      </p:sp>
      <p:sp>
        <p:nvSpPr>
          <p:cNvPr id="11" name="Rechteck: abgerundete Ecken 10">
            <a:extLst>
              <a:ext uri="{FF2B5EF4-FFF2-40B4-BE49-F238E27FC236}">
                <a16:creationId xmlns:a16="http://schemas.microsoft.com/office/drawing/2014/main" id="{099BFE5E-B0B4-4C01-BF25-BA4D9D230466}"/>
              </a:ext>
            </a:extLst>
          </p:cNvPr>
          <p:cNvSpPr>
            <a:spLocks noGrp="1"/>
          </p:cNvSpPr>
          <p:nvPr/>
        </p:nvSpPr>
        <p:spPr>
          <a:xfrm>
            <a:off x="1143000" y="2838450"/>
            <a:ext cx="9906000" cy="723900"/>
          </a:xfrm>
          <a:prstGeom prst="roundRect">
            <a:avLst>
              <a:gd name="adj" fmla="val 25000"/>
            </a:avLst>
          </a:prstGeom>
          <a:solidFill>
            <a:srgbClr val="FFFFFF"/>
          </a:solidFill>
          <a:ln w="9525">
            <a:solidFill>
              <a:srgbClr val="E5E7DF"/>
            </a:solidFill>
            <a:prstDash val="solid"/>
          </a:ln>
        </p:spPr>
      </p:sp>
      <p:sp>
        <p:nvSpPr>
          <p:cNvPr id="12" name="Ellipse 11">
            <a:extLst>
              <a:ext uri="{FF2B5EF4-FFF2-40B4-BE49-F238E27FC236}">
                <a16:creationId xmlns:a16="http://schemas.microsoft.com/office/drawing/2014/main" id="{0EEBB123-1614-471B-915E-EFB4FD53F878}"/>
              </a:ext>
            </a:extLst>
          </p:cNvPr>
          <p:cNvSpPr>
            <a:spLocks noGrp="1"/>
          </p:cNvSpPr>
          <p:nvPr/>
        </p:nvSpPr>
        <p:spPr>
          <a:xfrm>
            <a:off x="1333500" y="2962275"/>
            <a:ext cx="476250" cy="476250"/>
          </a:xfrm>
          <a:prstGeom prst="ellipse">
            <a:avLst/>
          </a:prstGeom>
          <a:solidFill>
            <a:srgbClr val="FFE500"/>
          </a:solidFill>
          <a:ln w="0">
            <a:noFill/>
            <a:prstDash val="solid"/>
          </a:ln>
        </p:spPr>
      </p:sp>
      <p:sp>
        <p:nvSpPr>
          <p:cNvPr id="13" name="Rechteck 12">
            <a:extLst>
              <a:ext uri="{FF2B5EF4-FFF2-40B4-BE49-F238E27FC236}">
                <a16:creationId xmlns:a16="http://schemas.microsoft.com/office/drawing/2014/main" id="{34CECFBE-617D-46BD-81C6-F3B86C32EEBE}"/>
              </a:ext>
            </a:extLst>
          </p:cNvPr>
          <p:cNvSpPr>
            <a:spLocks noGrp="1"/>
          </p:cNvSpPr>
          <p:nvPr/>
        </p:nvSpPr>
        <p:spPr>
          <a:xfrm>
            <a:off x="1333500" y="2971800"/>
            <a:ext cx="476250" cy="457200"/>
          </a:xfrm>
          <a:prstGeom prst="rect">
            <a:avLst/>
          </a:prstGeom>
          <a:noFill/>
          <a:ln w="0">
            <a:noFill/>
            <a:prstDash val="solid"/>
          </a:ln>
        </p:spPr>
        <p:txBody>
          <a:bodyPr lIns="0" tIns="0" rIns="0" bIns="0" anchor="ctr">
            <a:normAutofit/>
          </a:bodyPr>
          <a:lstStyle/>
          <a:p>
            <a:pPr algn="ctr">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2</a:t>
            </a:r>
          </a:p>
        </p:txBody>
      </p:sp>
      <p:sp>
        <p:nvSpPr>
          <p:cNvPr id="14" name="Rechteck 13">
            <a:extLst>
              <a:ext uri="{FF2B5EF4-FFF2-40B4-BE49-F238E27FC236}">
                <a16:creationId xmlns:a16="http://schemas.microsoft.com/office/drawing/2014/main" id="{F3F04663-70F9-4D8E-8D02-9A81C0666B7D}"/>
              </a:ext>
            </a:extLst>
          </p:cNvPr>
          <p:cNvSpPr>
            <a:spLocks noGrp="1"/>
          </p:cNvSpPr>
          <p:nvPr/>
        </p:nvSpPr>
        <p:spPr>
          <a:xfrm>
            <a:off x="2057400" y="2962275"/>
            <a:ext cx="2381250" cy="266700"/>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Aktualisieren</a:t>
            </a:r>
          </a:p>
        </p:txBody>
      </p:sp>
      <p:sp>
        <p:nvSpPr>
          <p:cNvPr id="15" name="Rechteck 14">
            <a:extLst>
              <a:ext uri="{FF2B5EF4-FFF2-40B4-BE49-F238E27FC236}">
                <a16:creationId xmlns:a16="http://schemas.microsoft.com/office/drawing/2014/main" id="{CAB589A3-F414-42F4-B73B-1479056243AC}"/>
              </a:ext>
            </a:extLst>
          </p:cNvPr>
          <p:cNvSpPr>
            <a:spLocks noGrp="1"/>
          </p:cNvSpPr>
          <p:nvPr/>
        </p:nvSpPr>
        <p:spPr>
          <a:xfrm>
            <a:off x="4686300" y="2971800"/>
            <a:ext cx="5924550" cy="409575"/>
          </a:xfrm>
          <a:prstGeom prst="rect">
            <a:avLst/>
          </a:prstGeom>
          <a:noFill/>
          <a:ln w="0">
            <a:noFill/>
            <a:prstDash val="solid"/>
          </a:ln>
        </p:spPr>
        <p:txBody>
          <a:bodyPr lIns="0" tIns="0" rIns="0" bIns="0" anchor="ctr">
            <a:normAutofit/>
          </a:bodyPr>
          <a:lstStyle/>
          <a:p>
            <a:pPr algn="l">
              <a:defRPr sz="1238" b="0">
                <a:solidFill>
                  <a:srgbClr val="656961"/>
                </a:solidFill>
                <a:latin typeface="Aptos"/>
                <a:ea typeface="Aptos"/>
                <a:cs typeface="Aptos"/>
              </a:defRPr>
            </a:pPr>
            <a:r>
              <a:rPr sz="1238" b="0">
                <a:solidFill>
                  <a:srgbClr val="656961"/>
                </a:solidFill>
                <a:latin typeface="Aptos"/>
                <a:ea typeface="Aptos"/>
                <a:cs typeface="Aptos"/>
              </a:rPr>
              <a:t>Einmal den Aktualisieren-Button verwenden.</a:t>
            </a:r>
          </a:p>
        </p:txBody>
      </p:sp>
      <p:sp>
        <p:nvSpPr>
          <p:cNvPr id="16" name="Rechteck: abgerundete Ecken 15">
            <a:extLst>
              <a:ext uri="{FF2B5EF4-FFF2-40B4-BE49-F238E27FC236}">
                <a16:creationId xmlns:a16="http://schemas.microsoft.com/office/drawing/2014/main" id="{116B78AF-7107-4305-85BB-24A4AA9776EF}"/>
              </a:ext>
            </a:extLst>
          </p:cNvPr>
          <p:cNvSpPr>
            <a:spLocks noGrp="1"/>
          </p:cNvSpPr>
          <p:nvPr/>
        </p:nvSpPr>
        <p:spPr>
          <a:xfrm>
            <a:off x="1143000" y="3781425"/>
            <a:ext cx="9906000" cy="723900"/>
          </a:xfrm>
          <a:prstGeom prst="roundRect">
            <a:avLst>
              <a:gd name="adj" fmla="val 25000"/>
            </a:avLst>
          </a:prstGeom>
          <a:solidFill>
            <a:srgbClr val="FFFFFF"/>
          </a:solidFill>
          <a:ln w="9525">
            <a:solidFill>
              <a:srgbClr val="E5E7DF"/>
            </a:solidFill>
            <a:prstDash val="solid"/>
          </a:ln>
        </p:spPr>
      </p:sp>
      <p:sp>
        <p:nvSpPr>
          <p:cNvPr id="17" name="Ellipse 16">
            <a:extLst>
              <a:ext uri="{FF2B5EF4-FFF2-40B4-BE49-F238E27FC236}">
                <a16:creationId xmlns:a16="http://schemas.microsoft.com/office/drawing/2014/main" id="{F8631571-136D-4C99-B62C-8EA9003AA139}"/>
              </a:ext>
            </a:extLst>
          </p:cNvPr>
          <p:cNvSpPr>
            <a:spLocks noGrp="1"/>
          </p:cNvSpPr>
          <p:nvPr/>
        </p:nvSpPr>
        <p:spPr>
          <a:xfrm>
            <a:off x="1333500" y="3905250"/>
            <a:ext cx="476250" cy="476250"/>
          </a:xfrm>
          <a:prstGeom prst="ellipse">
            <a:avLst/>
          </a:prstGeom>
          <a:solidFill>
            <a:srgbClr val="FFE500"/>
          </a:solidFill>
          <a:ln w="0">
            <a:noFill/>
            <a:prstDash val="solid"/>
          </a:ln>
        </p:spPr>
      </p:sp>
      <p:sp>
        <p:nvSpPr>
          <p:cNvPr id="18" name="Rechteck 17">
            <a:extLst>
              <a:ext uri="{FF2B5EF4-FFF2-40B4-BE49-F238E27FC236}">
                <a16:creationId xmlns:a16="http://schemas.microsoft.com/office/drawing/2014/main" id="{9148FEE8-0063-4D6D-ADB3-787FF73BD0C7}"/>
              </a:ext>
            </a:extLst>
          </p:cNvPr>
          <p:cNvSpPr>
            <a:spLocks noGrp="1"/>
          </p:cNvSpPr>
          <p:nvPr/>
        </p:nvSpPr>
        <p:spPr>
          <a:xfrm>
            <a:off x="1333500" y="3914775"/>
            <a:ext cx="476250" cy="457200"/>
          </a:xfrm>
          <a:prstGeom prst="rect">
            <a:avLst/>
          </a:prstGeom>
          <a:noFill/>
          <a:ln w="0">
            <a:noFill/>
            <a:prstDash val="solid"/>
          </a:ln>
        </p:spPr>
        <p:txBody>
          <a:bodyPr lIns="0" tIns="0" rIns="0" bIns="0" anchor="ctr">
            <a:normAutofit/>
          </a:bodyPr>
          <a:lstStyle/>
          <a:p>
            <a:pPr algn="ctr">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3</a:t>
            </a:r>
          </a:p>
        </p:txBody>
      </p:sp>
      <p:sp>
        <p:nvSpPr>
          <p:cNvPr id="19" name="Rechteck 18">
            <a:extLst>
              <a:ext uri="{FF2B5EF4-FFF2-40B4-BE49-F238E27FC236}">
                <a16:creationId xmlns:a16="http://schemas.microsoft.com/office/drawing/2014/main" id="{8035C348-32CE-4A25-BB6C-1E96D645DDB3}"/>
              </a:ext>
            </a:extLst>
          </p:cNvPr>
          <p:cNvSpPr>
            <a:spLocks noGrp="1"/>
          </p:cNvSpPr>
          <p:nvPr/>
        </p:nvSpPr>
        <p:spPr>
          <a:xfrm>
            <a:off x="2057400" y="3905250"/>
            <a:ext cx="2381250" cy="266700"/>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Kind &amp; Termin</a:t>
            </a:r>
          </a:p>
        </p:txBody>
      </p:sp>
      <p:sp>
        <p:nvSpPr>
          <p:cNvPr id="20" name="Rechteck 19">
            <a:extLst>
              <a:ext uri="{FF2B5EF4-FFF2-40B4-BE49-F238E27FC236}">
                <a16:creationId xmlns:a16="http://schemas.microsoft.com/office/drawing/2014/main" id="{7857F6F4-D405-43CD-B00D-EAF39D29810C}"/>
              </a:ext>
            </a:extLst>
          </p:cNvPr>
          <p:cNvSpPr>
            <a:spLocks noGrp="1"/>
          </p:cNvSpPr>
          <p:nvPr/>
        </p:nvSpPr>
        <p:spPr>
          <a:xfrm>
            <a:off x="4686300" y="3914775"/>
            <a:ext cx="5924550" cy="409575"/>
          </a:xfrm>
          <a:prstGeom prst="rect">
            <a:avLst/>
          </a:prstGeom>
          <a:noFill/>
          <a:ln w="0">
            <a:noFill/>
            <a:prstDash val="solid"/>
          </a:ln>
        </p:spPr>
        <p:txBody>
          <a:bodyPr lIns="0" tIns="0" rIns="0" bIns="0" anchor="ctr">
            <a:normAutofit/>
          </a:bodyPr>
          <a:lstStyle/>
          <a:p>
            <a:pPr algn="l">
              <a:defRPr sz="1238" b="0">
                <a:solidFill>
                  <a:srgbClr val="656961"/>
                </a:solidFill>
                <a:latin typeface="Aptos"/>
                <a:ea typeface="Aptos"/>
                <a:cs typeface="Aptos"/>
              </a:defRPr>
            </a:pPr>
            <a:r>
              <a:rPr sz="1238" b="0">
                <a:solidFill>
                  <a:srgbClr val="656961"/>
                </a:solidFill>
                <a:latin typeface="Aptos"/>
                <a:ea typeface="Aptos"/>
                <a:cs typeface="Aptos"/>
              </a:rPr>
              <a:t>Richtiges Kind und passenden Termin öffnen.</a:t>
            </a:r>
          </a:p>
        </p:txBody>
      </p:sp>
      <p:sp>
        <p:nvSpPr>
          <p:cNvPr id="21" name="Rechteck: abgerundete Ecken 20">
            <a:extLst>
              <a:ext uri="{FF2B5EF4-FFF2-40B4-BE49-F238E27FC236}">
                <a16:creationId xmlns:a16="http://schemas.microsoft.com/office/drawing/2014/main" id="{B9D1BA05-5E21-4A3A-87C4-4083A7BBC71D}"/>
              </a:ext>
            </a:extLst>
          </p:cNvPr>
          <p:cNvSpPr>
            <a:spLocks noGrp="1"/>
          </p:cNvSpPr>
          <p:nvPr/>
        </p:nvSpPr>
        <p:spPr>
          <a:xfrm>
            <a:off x="1143000" y="4724400"/>
            <a:ext cx="9906000" cy="723900"/>
          </a:xfrm>
          <a:prstGeom prst="roundRect">
            <a:avLst>
              <a:gd name="adj" fmla="val 25000"/>
            </a:avLst>
          </a:prstGeom>
          <a:solidFill>
            <a:srgbClr val="FFF5A8"/>
          </a:solidFill>
          <a:ln w="9525">
            <a:solidFill>
              <a:srgbClr val="E5E7DF"/>
            </a:solidFill>
            <a:prstDash val="solid"/>
          </a:ln>
        </p:spPr>
      </p:sp>
      <p:sp>
        <p:nvSpPr>
          <p:cNvPr id="22" name="Ellipse 21">
            <a:extLst>
              <a:ext uri="{FF2B5EF4-FFF2-40B4-BE49-F238E27FC236}">
                <a16:creationId xmlns:a16="http://schemas.microsoft.com/office/drawing/2014/main" id="{904BA25D-AA0A-4DC9-82D1-F91DCF66DD3E}"/>
              </a:ext>
            </a:extLst>
          </p:cNvPr>
          <p:cNvSpPr>
            <a:spLocks noGrp="1"/>
          </p:cNvSpPr>
          <p:nvPr/>
        </p:nvSpPr>
        <p:spPr>
          <a:xfrm>
            <a:off x="1333500" y="4848225"/>
            <a:ext cx="476250" cy="476250"/>
          </a:xfrm>
          <a:prstGeom prst="ellipse">
            <a:avLst/>
          </a:prstGeom>
          <a:solidFill>
            <a:srgbClr val="121512"/>
          </a:solidFill>
          <a:ln w="0">
            <a:noFill/>
            <a:prstDash val="solid"/>
          </a:ln>
        </p:spPr>
      </p:sp>
      <p:sp>
        <p:nvSpPr>
          <p:cNvPr id="23" name="Rechteck 22">
            <a:extLst>
              <a:ext uri="{FF2B5EF4-FFF2-40B4-BE49-F238E27FC236}">
                <a16:creationId xmlns:a16="http://schemas.microsoft.com/office/drawing/2014/main" id="{9EB23873-DCF5-4E4B-BE4A-785E01464EFE}"/>
              </a:ext>
            </a:extLst>
          </p:cNvPr>
          <p:cNvSpPr>
            <a:spLocks noGrp="1"/>
          </p:cNvSpPr>
          <p:nvPr/>
        </p:nvSpPr>
        <p:spPr>
          <a:xfrm>
            <a:off x="1333500" y="4857750"/>
            <a:ext cx="476250" cy="457200"/>
          </a:xfrm>
          <a:prstGeom prst="rect">
            <a:avLst/>
          </a:prstGeom>
          <a:noFill/>
          <a:ln w="0">
            <a:noFill/>
            <a:prstDash val="solid"/>
          </a:ln>
        </p:spPr>
        <p:txBody>
          <a:bodyPr lIns="0" tIns="0" rIns="0" bIns="0" anchor="ctr">
            <a:normAutofit/>
          </a:bodyPr>
          <a:lstStyle/>
          <a:p>
            <a:pPr algn="ctr">
              <a:defRPr sz="1425" b="1">
                <a:solidFill>
                  <a:srgbClr val="FFFFFF"/>
                </a:solidFill>
                <a:latin typeface="Aptos Display"/>
                <a:ea typeface="Aptos Display"/>
                <a:cs typeface="Aptos Display"/>
              </a:defRPr>
            </a:pPr>
            <a:r>
              <a:rPr sz="1425" b="1">
                <a:solidFill>
                  <a:srgbClr val="FFFFFF"/>
                </a:solidFill>
                <a:latin typeface="Aptos Display"/>
                <a:ea typeface="Aptos Display"/>
                <a:cs typeface="Aptos Display"/>
              </a:rPr>
              <a:t>4</a:t>
            </a:r>
          </a:p>
        </p:txBody>
      </p:sp>
      <p:sp>
        <p:nvSpPr>
          <p:cNvPr id="24" name="Rechteck 23">
            <a:extLst>
              <a:ext uri="{FF2B5EF4-FFF2-40B4-BE49-F238E27FC236}">
                <a16:creationId xmlns:a16="http://schemas.microsoft.com/office/drawing/2014/main" id="{D61E675A-A5F2-4E37-9161-6B8C61BB7CA3}"/>
              </a:ext>
            </a:extLst>
          </p:cNvPr>
          <p:cNvSpPr>
            <a:spLocks noGrp="1"/>
          </p:cNvSpPr>
          <p:nvPr/>
        </p:nvSpPr>
        <p:spPr>
          <a:xfrm>
            <a:off x="2057400" y="4848225"/>
            <a:ext cx="2381250" cy="266700"/>
          </a:xfrm>
          <a:prstGeom prst="rect">
            <a:avLst/>
          </a:prstGeom>
          <a:noFill/>
          <a:ln w="0">
            <a:noFill/>
            <a:prstDash val="solid"/>
          </a:ln>
        </p:spPr>
        <p:txBody>
          <a:bodyPr lIns="0" tIns="0" rIns="0" bIns="0" anchor="t">
            <a:normAutofit/>
          </a:bodyPr>
          <a:lstStyle/>
          <a:p>
            <a:pPr algn="l">
              <a:defRPr sz="1500" b="1">
                <a:solidFill>
                  <a:srgbClr val="121512"/>
                </a:solidFill>
                <a:latin typeface="Aptos Display"/>
                <a:ea typeface="Aptos Display"/>
                <a:cs typeface="Aptos Display"/>
              </a:defRPr>
            </a:pPr>
            <a:r>
              <a:rPr sz="1500" b="1">
                <a:solidFill>
                  <a:srgbClr val="121512"/>
                </a:solidFill>
                <a:latin typeface="Aptos Display"/>
                <a:ea typeface="Aptos Display"/>
                <a:cs typeface="Aptos Display"/>
              </a:rPr>
              <a:t>Hilfe</a:t>
            </a:r>
          </a:p>
        </p:txBody>
      </p:sp>
      <p:sp>
        <p:nvSpPr>
          <p:cNvPr id="25" name="Rechteck 24">
            <a:extLst>
              <a:ext uri="{FF2B5EF4-FFF2-40B4-BE49-F238E27FC236}">
                <a16:creationId xmlns:a16="http://schemas.microsoft.com/office/drawing/2014/main" id="{598627F8-BBCE-4B71-B552-4A06A33BE53D}"/>
              </a:ext>
            </a:extLst>
          </p:cNvPr>
          <p:cNvSpPr>
            <a:spLocks noGrp="1"/>
          </p:cNvSpPr>
          <p:nvPr/>
        </p:nvSpPr>
        <p:spPr>
          <a:xfrm>
            <a:off x="4686300" y="4857750"/>
            <a:ext cx="5924550" cy="409575"/>
          </a:xfrm>
          <a:prstGeom prst="rect">
            <a:avLst/>
          </a:prstGeom>
          <a:noFill/>
          <a:ln w="0">
            <a:noFill/>
            <a:prstDash val="solid"/>
          </a:ln>
        </p:spPr>
        <p:txBody>
          <a:bodyPr lIns="0" tIns="0" rIns="0" bIns="0" anchor="ctr">
            <a:normAutofit/>
          </a:bodyPr>
          <a:lstStyle/>
          <a:p>
            <a:pPr algn="l">
              <a:defRPr sz="1238" b="0">
                <a:solidFill>
                  <a:srgbClr val="656961"/>
                </a:solidFill>
                <a:latin typeface="Aptos"/>
                <a:ea typeface="Aptos"/>
                <a:cs typeface="Aptos"/>
              </a:defRPr>
            </a:pPr>
            <a:r>
              <a:rPr sz="1238" b="0">
                <a:solidFill>
                  <a:srgbClr val="656961"/>
                </a:solidFill>
                <a:latin typeface="Aptos"/>
                <a:ea typeface="Aptos"/>
                <a:cs typeface="Aptos"/>
              </a:rPr>
              <a:t>Fragezeichen öffnen oder Supportanfrage senden.</a:t>
            </a:r>
          </a:p>
        </p:txBody>
      </p:sp>
      <p:sp>
        <p:nvSpPr>
          <p:cNvPr id="26" name="Rechteck: abgerundete Ecken 25">
            <a:extLst>
              <a:ext uri="{FF2B5EF4-FFF2-40B4-BE49-F238E27FC236}">
                <a16:creationId xmlns:a16="http://schemas.microsoft.com/office/drawing/2014/main" id="{E90B4C99-D9BF-47F7-AA71-D74A83CCBBEC}"/>
              </a:ext>
            </a:extLst>
          </p:cNvPr>
          <p:cNvSpPr>
            <a:spLocks noGrp="1"/>
          </p:cNvSpPr>
          <p:nvPr/>
        </p:nvSpPr>
        <p:spPr>
          <a:xfrm>
            <a:off x="1809750" y="5781675"/>
            <a:ext cx="8572500" cy="514350"/>
          </a:xfrm>
          <a:prstGeom prst="roundRect">
            <a:avLst>
              <a:gd name="adj" fmla="val 29630"/>
            </a:avLst>
          </a:prstGeom>
          <a:solidFill>
            <a:srgbClr val="121512"/>
          </a:solidFill>
          <a:ln w="0">
            <a:noFill/>
            <a:prstDash val="solid"/>
          </a:ln>
        </p:spPr>
      </p:sp>
      <p:sp>
        <p:nvSpPr>
          <p:cNvPr id="27" name="Rechteck 26">
            <a:extLst>
              <a:ext uri="{FF2B5EF4-FFF2-40B4-BE49-F238E27FC236}">
                <a16:creationId xmlns:a16="http://schemas.microsoft.com/office/drawing/2014/main" id="{6B3E77BA-1539-46B9-B65F-62478A09510E}"/>
              </a:ext>
            </a:extLst>
          </p:cNvPr>
          <p:cNvSpPr>
            <a:spLocks noGrp="1"/>
          </p:cNvSpPr>
          <p:nvPr/>
        </p:nvSpPr>
        <p:spPr>
          <a:xfrm>
            <a:off x="2000250" y="5895975"/>
            <a:ext cx="8191500" cy="285750"/>
          </a:xfrm>
          <a:prstGeom prst="rect">
            <a:avLst/>
          </a:prstGeom>
          <a:noFill/>
          <a:ln w="0">
            <a:noFill/>
            <a:prstDash val="solid"/>
          </a:ln>
        </p:spPr>
        <p:txBody>
          <a:bodyPr lIns="0" tIns="0" rIns="0" bIns="0" anchor="ctr">
            <a:normAutofit/>
          </a:bodyPr>
          <a:lstStyle/>
          <a:p>
            <a:pPr algn="ctr">
              <a:defRPr sz="1275" b="1">
                <a:solidFill>
                  <a:srgbClr val="FFFFFF"/>
                </a:solidFill>
                <a:latin typeface="Aptos Display"/>
                <a:ea typeface="Aptos Display"/>
                <a:cs typeface="Aptos Display"/>
              </a:defRPr>
            </a:pPr>
            <a:r>
              <a:rPr sz="1275" b="1">
                <a:solidFill>
                  <a:srgbClr val="FFFFFF"/>
                </a:solidFill>
                <a:latin typeface="Aptos Display"/>
                <a:ea typeface="Aptos Display"/>
                <a:cs typeface="Aptos Display"/>
              </a:rPr>
              <a:t>Für den Support: Seite + gewünschte Aktion + Ergebnis + Gerät + Uhrzeit nennen.</a:t>
            </a:r>
          </a:p>
        </p:txBody>
      </p:sp>
      <p:sp>
        <p:nvSpPr>
          <p:cNvPr id="28" name="Rechteck 27">
            <a:extLst>
              <a:ext uri="{FF2B5EF4-FFF2-40B4-BE49-F238E27FC236}">
                <a16:creationId xmlns:a16="http://schemas.microsoft.com/office/drawing/2014/main" id="{1685FCCE-C866-478D-A72D-988DD91F0820}"/>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14636126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CFBF6"/>
        </a:solidFill>
        <a:effectLst/>
      </p:bgPr>
    </p:bg>
    <p:spTree>
      <p:nvGrpSpPr>
        <p:cNvPr id="1" name=""/>
        <p:cNvGrpSpPr/>
        <p:nvPr/>
      </p:nvGrpSpPr>
      <p:grpSpPr>
        <a:xfrm>
          <a:off x="0" y="0"/>
          <a:ext cx="0" cy="0"/>
          <a:chOff x="0" y="0"/>
          <a:chExt cx="0" cy="0"/>
        </a:xfrm>
      </p:grpSpPr>
      <p:sp>
        <p:nvSpPr>
          <p:cNvPr id="30" name="Rechteck 29">
            <a:extLst>
              <a:ext uri="{FF2B5EF4-FFF2-40B4-BE49-F238E27FC236}">
                <a16:creationId xmlns:a16="http://schemas.microsoft.com/office/drawing/2014/main" id="{87220B25-F128-4277-9531-EC6EEF64463C}"/>
              </a:ext>
            </a:extLst>
          </p:cNvPr>
          <p:cNvSpPr>
            <a:spLocks noGrp="1"/>
          </p:cNvSpPr>
          <p:nvPr/>
        </p:nvSpPr>
        <p:spPr>
          <a:xfrm>
            <a:off x="533400" y="266700"/>
            <a:ext cx="6858000" cy="190500"/>
          </a:xfrm>
          <a:prstGeom prst="rect">
            <a:avLst/>
          </a:prstGeom>
          <a:noFill/>
          <a:ln w="0">
            <a:noFill/>
            <a:prstDash val="solid"/>
          </a:ln>
        </p:spPr>
        <p:txBody>
          <a:bodyPr lIns="0" tIns="0" rIns="0" bIns="0" anchor="t">
            <a:normAutofit/>
          </a:bodyPr>
          <a:lstStyle/>
          <a:p>
            <a:pPr algn="l">
              <a:defRPr sz="975" b="1">
                <a:solidFill>
                  <a:srgbClr val="7B6900"/>
                </a:solidFill>
                <a:latin typeface="Aptos Display"/>
                <a:ea typeface="Aptos Display"/>
                <a:cs typeface="Aptos Display"/>
              </a:defRPr>
            </a:pPr>
            <a:r>
              <a:rPr sz="975" b="1">
                <a:solidFill>
                  <a:srgbClr val="7B6900"/>
                </a:solidFill>
                <a:latin typeface="Aptos Display"/>
                <a:ea typeface="Aptos Display"/>
                <a:cs typeface="Aptos Display"/>
              </a:rPr>
              <a:t>MERKEN</a:t>
            </a:r>
          </a:p>
        </p:txBody>
      </p:sp>
      <p:sp>
        <p:nvSpPr>
          <p:cNvPr id="2" name="Rechteck 1">
            <a:extLst>
              <a:ext uri="{FF2B5EF4-FFF2-40B4-BE49-F238E27FC236}">
                <a16:creationId xmlns:a16="http://schemas.microsoft.com/office/drawing/2014/main" id="{3FA27EBE-EF4D-4D13-AC51-262F967264A8}"/>
              </a:ext>
            </a:extLst>
          </p:cNvPr>
          <p:cNvSpPr>
            <a:spLocks noGrp="1"/>
          </p:cNvSpPr>
          <p:nvPr/>
        </p:nvSpPr>
        <p:spPr>
          <a:xfrm>
            <a:off x="533400" y="552450"/>
            <a:ext cx="10287000" cy="495300"/>
          </a:xfrm>
          <a:prstGeom prst="rect">
            <a:avLst/>
          </a:prstGeom>
          <a:noFill/>
          <a:ln w="0">
            <a:noFill/>
            <a:prstDash val="solid"/>
          </a:ln>
        </p:spPr>
        <p:txBody>
          <a:bodyPr lIns="0" tIns="0" rIns="0" bIns="0" anchor="t">
            <a:normAutofit/>
          </a:bodyPr>
          <a:lstStyle/>
          <a:p>
            <a:pPr algn="l">
              <a:defRPr sz="2625" b="1">
                <a:solidFill>
                  <a:srgbClr val="121512"/>
                </a:solidFill>
                <a:latin typeface="Aptos Display"/>
                <a:ea typeface="Aptos Display"/>
                <a:cs typeface="Aptos Display"/>
              </a:defRPr>
            </a:pPr>
            <a:r>
              <a:rPr sz="2625" b="1">
                <a:solidFill>
                  <a:srgbClr val="121512"/>
                </a:solidFill>
                <a:latin typeface="Aptos Display"/>
                <a:ea typeface="Aptos Display"/>
                <a:cs typeface="Aptos Display"/>
              </a:rPr>
              <a:t>Fünf Klicks für den Familienalltag</a:t>
            </a:r>
          </a:p>
        </p:txBody>
      </p:sp>
      <p:sp>
        <p:nvSpPr>
          <p:cNvPr id="3" name="Rechteck: abgerundete Ecken 2">
            <a:extLst>
              <a:ext uri="{FF2B5EF4-FFF2-40B4-BE49-F238E27FC236}">
                <a16:creationId xmlns:a16="http://schemas.microsoft.com/office/drawing/2014/main" id="{4F3D1868-E7B4-4BDC-9A20-E164CC7FD3DA}"/>
              </a:ext>
            </a:extLst>
          </p:cNvPr>
          <p:cNvSpPr>
            <a:spLocks noGrp="1"/>
          </p:cNvSpPr>
          <p:nvPr/>
        </p:nvSpPr>
        <p:spPr>
          <a:xfrm>
            <a:off x="533400" y="1143000"/>
            <a:ext cx="990600" cy="57150"/>
          </a:xfrm>
          <a:prstGeom prst="roundRect">
            <a:avLst>
              <a:gd name="adj" fmla="val 50000"/>
            </a:avLst>
          </a:prstGeom>
          <a:solidFill>
            <a:srgbClr val="FFE500"/>
          </a:solidFill>
          <a:ln w="0">
            <a:noFill/>
            <a:prstDash val="solid"/>
          </a:ln>
        </p:spPr>
      </p:sp>
      <p:sp>
        <p:nvSpPr>
          <p:cNvPr id="4" name="Rechteck 3">
            <a:extLst>
              <a:ext uri="{FF2B5EF4-FFF2-40B4-BE49-F238E27FC236}">
                <a16:creationId xmlns:a16="http://schemas.microsoft.com/office/drawing/2014/main" id="{E5B67369-D5F7-4C26-9037-8D7205C8A28A}"/>
              </a:ext>
            </a:extLst>
          </p:cNvPr>
          <p:cNvSpPr>
            <a:spLocks noGrp="1"/>
          </p:cNvSpPr>
          <p:nvPr/>
        </p:nvSpPr>
        <p:spPr>
          <a:xfrm>
            <a:off x="10896600" y="266700"/>
            <a:ext cx="762000" cy="190500"/>
          </a:xfrm>
          <a:prstGeom prst="rect">
            <a:avLst/>
          </a:prstGeom>
          <a:noFill/>
          <a:ln w="0">
            <a:noFill/>
            <a:prstDash val="solid"/>
          </a:ln>
        </p:spPr>
        <p:txBody>
          <a:bodyPr lIns="0" tIns="0" rIns="0" bIns="0" anchor="t">
            <a:normAutofit/>
          </a:bodyPr>
          <a:lstStyle/>
          <a:p>
            <a:pPr algn="r">
              <a:defRPr sz="900" b="1">
                <a:solidFill>
                  <a:srgbClr val="656961"/>
                </a:solidFill>
                <a:latin typeface="Aptos Display"/>
                <a:ea typeface="Aptos Display"/>
                <a:cs typeface="Aptos Display"/>
              </a:defRPr>
            </a:pPr>
            <a:r>
              <a:rPr sz="900" b="1">
                <a:solidFill>
                  <a:srgbClr val="656961"/>
                </a:solidFill>
                <a:latin typeface="Aptos Display"/>
                <a:ea typeface="Aptos Display"/>
                <a:cs typeface="Aptos Display"/>
              </a:rPr>
              <a:t>14</a:t>
            </a:r>
          </a:p>
        </p:txBody>
      </p:sp>
      <p:sp>
        <p:nvSpPr>
          <p:cNvPr id="5" name="Rechteck 4">
            <a:extLst>
              <a:ext uri="{FF2B5EF4-FFF2-40B4-BE49-F238E27FC236}">
                <a16:creationId xmlns:a16="http://schemas.microsoft.com/office/drawing/2014/main" id="{3398328E-8F56-42B1-AA3E-DEF9177C4072}"/>
              </a:ext>
            </a:extLst>
          </p:cNvPr>
          <p:cNvSpPr>
            <a:spLocks noGrp="1"/>
          </p:cNvSpPr>
          <p:nvPr/>
        </p:nvSpPr>
        <p:spPr>
          <a:xfrm>
            <a:off x="533400" y="1352550"/>
            <a:ext cx="10668000" cy="295275"/>
          </a:xfrm>
          <a:prstGeom prst="rect">
            <a:avLst/>
          </a:prstGeom>
          <a:noFill/>
          <a:ln w="0">
            <a:noFill/>
            <a:prstDash val="solid"/>
          </a:ln>
        </p:spPr>
        <p:txBody>
          <a:bodyPr lIns="0" tIns="0" rIns="0" bIns="0" anchor="t">
            <a:normAutofit/>
          </a:bodyPr>
          <a:lstStyle/>
          <a:p>
            <a:pPr algn="l">
              <a:defRPr sz="1275" b="0">
                <a:solidFill>
                  <a:srgbClr val="656961"/>
                </a:solidFill>
                <a:latin typeface="Aptos"/>
                <a:ea typeface="Aptos"/>
                <a:cs typeface="Aptos"/>
              </a:defRPr>
            </a:pPr>
            <a:r>
              <a:rPr sz="1275" b="0">
                <a:solidFill>
                  <a:srgbClr val="656961"/>
                </a:solidFill>
                <a:latin typeface="Aptos"/>
                <a:ea typeface="Aptos"/>
                <a:cs typeface="Aptos"/>
              </a:rPr>
              <a:t>Mehr musst du für den Einstieg nicht kennen.</a:t>
            </a:r>
          </a:p>
        </p:txBody>
      </p:sp>
      <p:cxnSp>
        <p:nvCxnSpPr>
          <p:cNvPr id="35" name="Gerade Verbindung mit Pfeil 34"/>
          <p:cNvCxnSpPr/>
          <p:nvPr/>
        </p:nvCxnSpPr>
        <p:spPr>
          <a:xfrm>
            <a:off x="1257300" y="3038475"/>
            <a:ext cx="9696450" cy="0"/>
          </a:xfrm>
          <a:prstGeom prst="straightConnector1">
            <a:avLst/>
          </a:prstGeom>
          <a:ln w="47625">
            <a:solidFill>
              <a:srgbClr val="A98E00"/>
            </a:solidFill>
            <a:prstDash val="solid"/>
          </a:ln>
        </p:spPr>
      </p:cxnSp>
      <p:sp>
        <p:nvSpPr>
          <p:cNvPr id="7" name="Ellipse 6">
            <a:extLst>
              <a:ext uri="{FF2B5EF4-FFF2-40B4-BE49-F238E27FC236}">
                <a16:creationId xmlns:a16="http://schemas.microsoft.com/office/drawing/2014/main" id="{6B550877-46C4-42F3-85BC-A27D4A48B9ED}"/>
              </a:ext>
            </a:extLst>
          </p:cNvPr>
          <p:cNvSpPr>
            <a:spLocks noGrp="1"/>
          </p:cNvSpPr>
          <p:nvPr/>
        </p:nvSpPr>
        <p:spPr>
          <a:xfrm>
            <a:off x="1181100" y="2571750"/>
            <a:ext cx="933450" cy="933450"/>
          </a:xfrm>
          <a:prstGeom prst="ellipse">
            <a:avLst/>
          </a:prstGeom>
          <a:solidFill>
            <a:srgbClr val="FFE500"/>
          </a:solidFill>
          <a:ln w="0">
            <a:noFill/>
            <a:prstDash val="solid"/>
          </a:ln>
        </p:spPr>
      </p:sp>
      <p:sp>
        <p:nvSpPr>
          <p:cNvPr id="8" name="Rechteck 7">
            <a:extLst>
              <a:ext uri="{FF2B5EF4-FFF2-40B4-BE49-F238E27FC236}">
                <a16:creationId xmlns:a16="http://schemas.microsoft.com/office/drawing/2014/main" id="{4AFEA6CD-AA85-417B-9C08-6060040D8BF3}"/>
              </a:ext>
            </a:extLst>
          </p:cNvPr>
          <p:cNvSpPr>
            <a:spLocks noGrp="1"/>
          </p:cNvSpPr>
          <p:nvPr/>
        </p:nvSpPr>
        <p:spPr>
          <a:xfrm>
            <a:off x="1181100" y="2581275"/>
            <a:ext cx="933450" cy="914400"/>
          </a:xfrm>
          <a:prstGeom prst="rect">
            <a:avLst/>
          </a:prstGeom>
          <a:noFill/>
          <a:ln w="0">
            <a:noFill/>
            <a:prstDash val="solid"/>
          </a:ln>
        </p:spPr>
        <p:txBody>
          <a:bodyPr lIns="0" tIns="0" rIns="0" bIns="0" anchor="ctr">
            <a:normAutofit/>
          </a:bodyPr>
          <a:lstStyle/>
          <a:p>
            <a:pPr algn="ctr">
              <a:defRPr sz="2250" b="1">
                <a:solidFill>
                  <a:srgbClr val="121512"/>
                </a:solidFill>
                <a:latin typeface="Aptos Display"/>
                <a:ea typeface="Aptos Display"/>
                <a:cs typeface="Aptos Display"/>
              </a:defRPr>
            </a:pPr>
            <a:r>
              <a:rPr sz="2250" b="1">
                <a:solidFill>
                  <a:srgbClr val="121512"/>
                </a:solidFill>
                <a:latin typeface="Aptos Display"/>
                <a:ea typeface="Aptos Display"/>
                <a:cs typeface="Aptos Display"/>
              </a:rPr>
              <a:t>1</a:t>
            </a:r>
          </a:p>
        </p:txBody>
      </p:sp>
      <p:sp>
        <p:nvSpPr>
          <p:cNvPr id="9" name="Rechteck 8">
            <a:extLst>
              <a:ext uri="{FF2B5EF4-FFF2-40B4-BE49-F238E27FC236}">
                <a16:creationId xmlns:a16="http://schemas.microsoft.com/office/drawing/2014/main" id="{00EF4171-5C9F-447B-8726-5D17071A96E4}"/>
              </a:ext>
            </a:extLst>
          </p:cNvPr>
          <p:cNvSpPr>
            <a:spLocks noGrp="1"/>
          </p:cNvSpPr>
          <p:nvPr/>
        </p:nvSpPr>
        <p:spPr>
          <a:xfrm>
            <a:off x="685800" y="3819525"/>
            <a:ext cx="1924050" cy="266700"/>
          </a:xfrm>
          <a:prstGeom prst="rect">
            <a:avLst/>
          </a:prstGeom>
          <a:noFill/>
          <a:ln w="0">
            <a:noFill/>
            <a:prstDash val="solid"/>
          </a:ln>
        </p:spPr>
        <p:txBody>
          <a:bodyPr lIns="0" tIns="0" rIns="0" bIns="0" anchor="t">
            <a:normAutofit/>
          </a:bodyPr>
          <a:lstStyle/>
          <a:p>
            <a:pPr algn="ctr">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START</a:t>
            </a:r>
          </a:p>
        </p:txBody>
      </p:sp>
      <p:sp>
        <p:nvSpPr>
          <p:cNvPr id="10" name="Rechteck 9">
            <a:extLst>
              <a:ext uri="{FF2B5EF4-FFF2-40B4-BE49-F238E27FC236}">
                <a16:creationId xmlns:a16="http://schemas.microsoft.com/office/drawing/2014/main" id="{EC0E1220-84A6-4DB4-BCAC-E31693335CFF}"/>
              </a:ext>
            </a:extLst>
          </p:cNvPr>
          <p:cNvSpPr>
            <a:spLocks noGrp="1"/>
          </p:cNvSpPr>
          <p:nvPr/>
        </p:nvSpPr>
        <p:spPr>
          <a:xfrm>
            <a:off x="742950" y="4219575"/>
            <a:ext cx="1809750" cy="476250"/>
          </a:xfrm>
          <a:prstGeom prst="rect">
            <a:avLst/>
          </a:prstGeom>
          <a:noFill/>
          <a:ln w="0">
            <a:noFill/>
            <a:prstDash val="solid"/>
          </a:ln>
        </p:spPr>
        <p:txBody>
          <a:bodyPr lIns="0" tIns="0" rIns="0" bIns="0" anchor="t">
            <a:normAutofit/>
          </a:bodyPr>
          <a:lstStyle/>
          <a:p>
            <a:pPr algn="ctr">
              <a:defRPr sz="1163" b="0">
                <a:solidFill>
                  <a:srgbClr val="656961"/>
                </a:solidFill>
                <a:latin typeface="Aptos"/>
                <a:ea typeface="Aptos"/>
                <a:cs typeface="Aptos"/>
              </a:defRPr>
            </a:pPr>
            <a:r>
              <a:rPr sz="1163" b="0">
                <a:solidFill>
                  <a:srgbClr val="656961"/>
                </a:solidFill>
                <a:latin typeface="Aptos"/>
                <a:ea typeface="Aptos"/>
                <a:cs typeface="Aptos"/>
              </a:rPr>
              <a:t>Offene Dinge sehen</a:t>
            </a:r>
          </a:p>
        </p:txBody>
      </p:sp>
      <p:sp>
        <p:nvSpPr>
          <p:cNvPr id="11" name="Ellipse 10">
            <a:extLst>
              <a:ext uri="{FF2B5EF4-FFF2-40B4-BE49-F238E27FC236}">
                <a16:creationId xmlns:a16="http://schemas.microsoft.com/office/drawing/2014/main" id="{1CDD8802-D030-4F77-B562-2A1D50C0BD0B}"/>
              </a:ext>
            </a:extLst>
          </p:cNvPr>
          <p:cNvSpPr>
            <a:spLocks noGrp="1"/>
          </p:cNvSpPr>
          <p:nvPr/>
        </p:nvSpPr>
        <p:spPr>
          <a:xfrm>
            <a:off x="3371850" y="2571750"/>
            <a:ext cx="933450" cy="933450"/>
          </a:xfrm>
          <a:prstGeom prst="ellipse">
            <a:avLst/>
          </a:prstGeom>
          <a:solidFill>
            <a:srgbClr val="FFE500"/>
          </a:solidFill>
          <a:ln w="0">
            <a:noFill/>
            <a:prstDash val="solid"/>
          </a:ln>
        </p:spPr>
      </p:sp>
      <p:sp>
        <p:nvSpPr>
          <p:cNvPr id="12" name="Rechteck 11">
            <a:extLst>
              <a:ext uri="{FF2B5EF4-FFF2-40B4-BE49-F238E27FC236}">
                <a16:creationId xmlns:a16="http://schemas.microsoft.com/office/drawing/2014/main" id="{AEA1F5F9-7203-41F3-9959-1DBA98EE1F4F}"/>
              </a:ext>
            </a:extLst>
          </p:cNvPr>
          <p:cNvSpPr>
            <a:spLocks noGrp="1"/>
          </p:cNvSpPr>
          <p:nvPr/>
        </p:nvSpPr>
        <p:spPr>
          <a:xfrm>
            <a:off x="3371850" y="2581275"/>
            <a:ext cx="933450" cy="914400"/>
          </a:xfrm>
          <a:prstGeom prst="rect">
            <a:avLst/>
          </a:prstGeom>
          <a:noFill/>
          <a:ln w="0">
            <a:noFill/>
            <a:prstDash val="solid"/>
          </a:ln>
        </p:spPr>
        <p:txBody>
          <a:bodyPr lIns="0" tIns="0" rIns="0" bIns="0" anchor="ctr">
            <a:normAutofit/>
          </a:bodyPr>
          <a:lstStyle/>
          <a:p>
            <a:pPr algn="ctr">
              <a:defRPr sz="2250" b="1">
                <a:solidFill>
                  <a:srgbClr val="121512"/>
                </a:solidFill>
                <a:latin typeface="Aptos Display"/>
                <a:ea typeface="Aptos Display"/>
                <a:cs typeface="Aptos Display"/>
              </a:defRPr>
            </a:pPr>
            <a:r>
              <a:rPr sz="2250" b="1">
                <a:solidFill>
                  <a:srgbClr val="121512"/>
                </a:solidFill>
                <a:latin typeface="Aptos Display"/>
                <a:ea typeface="Aptos Display"/>
                <a:cs typeface="Aptos Display"/>
              </a:rPr>
              <a:t>2</a:t>
            </a:r>
          </a:p>
        </p:txBody>
      </p:sp>
      <p:sp>
        <p:nvSpPr>
          <p:cNvPr id="13" name="Rechteck 12">
            <a:extLst>
              <a:ext uri="{FF2B5EF4-FFF2-40B4-BE49-F238E27FC236}">
                <a16:creationId xmlns:a16="http://schemas.microsoft.com/office/drawing/2014/main" id="{04252014-7A0D-4565-86CD-A71722B77BC4}"/>
              </a:ext>
            </a:extLst>
          </p:cNvPr>
          <p:cNvSpPr>
            <a:spLocks noGrp="1"/>
          </p:cNvSpPr>
          <p:nvPr/>
        </p:nvSpPr>
        <p:spPr>
          <a:xfrm>
            <a:off x="2876550" y="3819525"/>
            <a:ext cx="1924050" cy="266700"/>
          </a:xfrm>
          <a:prstGeom prst="rect">
            <a:avLst/>
          </a:prstGeom>
          <a:noFill/>
          <a:ln w="0">
            <a:noFill/>
            <a:prstDash val="solid"/>
          </a:ln>
        </p:spPr>
        <p:txBody>
          <a:bodyPr lIns="0" tIns="0" rIns="0" bIns="0" anchor="t">
            <a:normAutofit/>
          </a:bodyPr>
          <a:lstStyle/>
          <a:p>
            <a:pPr algn="ctr">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KINDER</a:t>
            </a:r>
          </a:p>
        </p:txBody>
      </p:sp>
      <p:sp>
        <p:nvSpPr>
          <p:cNvPr id="14" name="Rechteck 13">
            <a:extLst>
              <a:ext uri="{FF2B5EF4-FFF2-40B4-BE49-F238E27FC236}">
                <a16:creationId xmlns:a16="http://schemas.microsoft.com/office/drawing/2014/main" id="{01697910-4A26-4737-A37C-BA6E877934BE}"/>
              </a:ext>
            </a:extLst>
          </p:cNvPr>
          <p:cNvSpPr>
            <a:spLocks noGrp="1"/>
          </p:cNvSpPr>
          <p:nvPr/>
        </p:nvSpPr>
        <p:spPr>
          <a:xfrm>
            <a:off x="2933700" y="4219575"/>
            <a:ext cx="1809750" cy="476250"/>
          </a:xfrm>
          <a:prstGeom prst="rect">
            <a:avLst/>
          </a:prstGeom>
          <a:noFill/>
          <a:ln w="0">
            <a:noFill/>
            <a:prstDash val="solid"/>
          </a:ln>
        </p:spPr>
        <p:txBody>
          <a:bodyPr lIns="0" tIns="0" rIns="0" bIns="0" anchor="t">
            <a:normAutofit/>
          </a:bodyPr>
          <a:lstStyle/>
          <a:p>
            <a:pPr algn="ctr">
              <a:defRPr sz="1163" b="0">
                <a:solidFill>
                  <a:srgbClr val="656961"/>
                </a:solidFill>
                <a:latin typeface="Aptos"/>
                <a:ea typeface="Aptos"/>
                <a:cs typeface="Aptos"/>
              </a:defRPr>
            </a:pPr>
            <a:r>
              <a:rPr sz="1163" b="0">
                <a:solidFill>
                  <a:srgbClr val="656961"/>
                </a:solidFill>
                <a:latin typeface="Aptos"/>
                <a:ea typeface="Aptos"/>
                <a:cs typeface="Aptos"/>
              </a:rPr>
              <a:t>Geschwister trennen</a:t>
            </a:r>
          </a:p>
        </p:txBody>
      </p:sp>
      <p:sp>
        <p:nvSpPr>
          <p:cNvPr id="15" name="Ellipse 14">
            <a:extLst>
              <a:ext uri="{FF2B5EF4-FFF2-40B4-BE49-F238E27FC236}">
                <a16:creationId xmlns:a16="http://schemas.microsoft.com/office/drawing/2014/main" id="{9C18A39D-66A3-4B05-949A-77BA574502F6}"/>
              </a:ext>
            </a:extLst>
          </p:cNvPr>
          <p:cNvSpPr>
            <a:spLocks noGrp="1"/>
          </p:cNvSpPr>
          <p:nvPr/>
        </p:nvSpPr>
        <p:spPr>
          <a:xfrm>
            <a:off x="5562600" y="2571750"/>
            <a:ext cx="933450" cy="933450"/>
          </a:xfrm>
          <a:prstGeom prst="ellipse">
            <a:avLst/>
          </a:prstGeom>
          <a:solidFill>
            <a:srgbClr val="FFE500"/>
          </a:solidFill>
          <a:ln w="0">
            <a:noFill/>
            <a:prstDash val="solid"/>
          </a:ln>
        </p:spPr>
      </p:sp>
      <p:sp>
        <p:nvSpPr>
          <p:cNvPr id="16" name="Rechteck 15">
            <a:extLst>
              <a:ext uri="{FF2B5EF4-FFF2-40B4-BE49-F238E27FC236}">
                <a16:creationId xmlns:a16="http://schemas.microsoft.com/office/drawing/2014/main" id="{79DD7407-57F9-4AAE-9261-998198625822}"/>
              </a:ext>
            </a:extLst>
          </p:cNvPr>
          <p:cNvSpPr>
            <a:spLocks noGrp="1"/>
          </p:cNvSpPr>
          <p:nvPr/>
        </p:nvSpPr>
        <p:spPr>
          <a:xfrm>
            <a:off x="5562600" y="2581275"/>
            <a:ext cx="933450" cy="914400"/>
          </a:xfrm>
          <a:prstGeom prst="rect">
            <a:avLst/>
          </a:prstGeom>
          <a:noFill/>
          <a:ln w="0">
            <a:noFill/>
            <a:prstDash val="solid"/>
          </a:ln>
        </p:spPr>
        <p:txBody>
          <a:bodyPr lIns="0" tIns="0" rIns="0" bIns="0" anchor="ctr">
            <a:normAutofit/>
          </a:bodyPr>
          <a:lstStyle/>
          <a:p>
            <a:pPr algn="ctr">
              <a:defRPr sz="2250" b="1">
                <a:solidFill>
                  <a:srgbClr val="121512"/>
                </a:solidFill>
                <a:latin typeface="Aptos Display"/>
                <a:ea typeface="Aptos Display"/>
                <a:cs typeface="Aptos Display"/>
              </a:defRPr>
            </a:pPr>
            <a:r>
              <a:rPr sz="2250" b="1">
                <a:solidFill>
                  <a:srgbClr val="121512"/>
                </a:solidFill>
                <a:latin typeface="Aptos Display"/>
                <a:ea typeface="Aptos Display"/>
                <a:cs typeface="Aptos Display"/>
              </a:rPr>
              <a:t>3</a:t>
            </a:r>
          </a:p>
        </p:txBody>
      </p:sp>
      <p:sp>
        <p:nvSpPr>
          <p:cNvPr id="17" name="Rechteck 16">
            <a:extLst>
              <a:ext uri="{FF2B5EF4-FFF2-40B4-BE49-F238E27FC236}">
                <a16:creationId xmlns:a16="http://schemas.microsoft.com/office/drawing/2014/main" id="{A5EB3018-B481-4CBA-8879-287F60FE0EC9}"/>
              </a:ext>
            </a:extLst>
          </p:cNvPr>
          <p:cNvSpPr>
            <a:spLocks noGrp="1"/>
          </p:cNvSpPr>
          <p:nvPr/>
        </p:nvSpPr>
        <p:spPr>
          <a:xfrm>
            <a:off x="5067300" y="3819525"/>
            <a:ext cx="1924050" cy="266700"/>
          </a:xfrm>
          <a:prstGeom prst="rect">
            <a:avLst/>
          </a:prstGeom>
          <a:noFill/>
          <a:ln w="0">
            <a:noFill/>
            <a:prstDash val="solid"/>
          </a:ln>
        </p:spPr>
        <p:txBody>
          <a:bodyPr lIns="0" tIns="0" rIns="0" bIns="0" anchor="t">
            <a:normAutofit/>
          </a:bodyPr>
          <a:lstStyle/>
          <a:p>
            <a:pPr algn="ctr">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KALENDER</a:t>
            </a:r>
          </a:p>
        </p:txBody>
      </p:sp>
      <p:sp>
        <p:nvSpPr>
          <p:cNvPr id="18" name="Rechteck 17">
            <a:extLst>
              <a:ext uri="{FF2B5EF4-FFF2-40B4-BE49-F238E27FC236}">
                <a16:creationId xmlns:a16="http://schemas.microsoft.com/office/drawing/2014/main" id="{8BA9797C-A093-4CAD-A9FC-CA77E66F3A3C}"/>
              </a:ext>
            </a:extLst>
          </p:cNvPr>
          <p:cNvSpPr>
            <a:spLocks noGrp="1"/>
          </p:cNvSpPr>
          <p:nvPr/>
        </p:nvSpPr>
        <p:spPr>
          <a:xfrm>
            <a:off x="5124450" y="4219575"/>
            <a:ext cx="1809750" cy="476250"/>
          </a:xfrm>
          <a:prstGeom prst="rect">
            <a:avLst/>
          </a:prstGeom>
          <a:noFill/>
          <a:ln w="0">
            <a:noFill/>
            <a:prstDash val="solid"/>
          </a:ln>
        </p:spPr>
        <p:txBody>
          <a:bodyPr lIns="0" tIns="0" rIns="0" bIns="0" anchor="t">
            <a:normAutofit/>
          </a:bodyPr>
          <a:lstStyle/>
          <a:p>
            <a:pPr algn="ctr">
              <a:defRPr sz="1163" b="0">
                <a:solidFill>
                  <a:srgbClr val="656961"/>
                </a:solidFill>
                <a:latin typeface="Aptos"/>
                <a:ea typeface="Aptos"/>
                <a:cs typeface="Aptos"/>
              </a:defRPr>
            </a:pPr>
            <a:r>
              <a:rPr sz="1163" b="0">
                <a:solidFill>
                  <a:srgbClr val="656961"/>
                </a:solidFill>
                <a:latin typeface="Aptos"/>
                <a:ea typeface="Aptos"/>
                <a:cs typeface="Aptos"/>
              </a:rPr>
              <a:t>Termin prüfen</a:t>
            </a:r>
          </a:p>
        </p:txBody>
      </p:sp>
      <p:sp>
        <p:nvSpPr>
          <p:cNvPr id="19" name="Ellipse 18">
            <a:extLst>
              <a:ext uri="{FF2B5EF4-FFF2-40B4-BE49-F238E27FC236}">
                <a16:creationId xmlns:a16="http://schemas.microsoft.com/office/drawing/2014/main" id="{A400AD0F-EEA9-4013-994B-A1BD1E9C58C4}"/>
              </a:ext>
            </a:extLst>
          </p:cNvPr>
          <p:cNvSpPr>
            <a:spLocks noGrp="1"/>
          </p:cNvSpPr>
          <p:nvPr/>
        </p:nvSpPr>
        <p:spPr>
          <a:xfrm>
            <a:off x="7753350" y="2571750"/>
            <a:ext cx="933450" cy="933450"/>
          </a:xfrm>
          <a:prstGeom prst="ellipse">
            <a:avLst/>
          </a:prstGeom>
          <a:solidFill>
            <a:srgbClr val="FFE500"/>
          </a:solidFill>
          <a:ln w="0">
            <a:noFill/>
            <a:prstDash val="solid"/>
          </a:ln>
        </p:spPr>
      </p:sp>
      <p:sp>
        <p:nvSpPr>
          <p:cNvPr id="20" name="Rechteck 19">
            <a:extLst>
              <a:ext uri="{FF2B5EF4-FFF2-40B4-BE49-F238E27FC236}">
                <a16:creationId xmlns:a16="http://schemas.microsoft.com/office/drawing/2014/main" id="{CB2B82A0-11B2-4F63-AFB0-AEA00523056B}"/>
              </a:ext>
            </a:extLst>
          </p:cNvPr>
          <p:cNvSpPr>
            <a:spLocks noGrp="1"/>
          </p:cNvSpPr>
          <p:nvPr/>
        </p:nvSpPr>
        <p:spPr>
          <a:xfrm>
            <a:off x="7753350" y="2581275"/>
            <a:ext cx="933450" cy="914400"/>
          </a:xfrm>
          <a:prstGeom prst="rect">
            <a:avLst/>
          </a:prstGeom>
          <a:noFill/>
          <a:ln w="0">
            <a:noFill/>
            <a:prstDash val="solid"/>
          </a:ln>
        </p:spPr>
        <p:txBody>
          <a:bodyPr lIns="0" tIns="0" rIns="0" bIns="0" anchor="ctr">
            <a:normAutofit/>
          </a:bodyPr>
          <a:lstStyle/>
          <a:p>
            <a:pPr algn="ctr">
              <a:defRPr sz="2250" b="1">
                <a:solidFill>
                  <a:srgbClr val="121512"/>
                </a:solidFill>
                <a:latin typeface="Aptos Display"/>
                <a:ea typeface="Aptos Display"/>
                <a:cs typeface="Aptos Display"/>
              </a:defRPr>
            </a:pPr>
            <a:r>
              <a:rPr sz="2250" b="1">
                <a:solidFill>
                  <a:srgbClr val="121512"/>
                </a:solidFill>
                <a:latin typeface="Aptos Display"/>
                <a:ea typeface="Aptos Display"/>
                <a:cs typeface="Aptos Display"/>
              </a:rPr>
              <a:t>4</a:t>
            </a:r>
          </a:p>
        </p:txBody>
      </p:sp>
      <p:sp>
        <p:nvSpPr>
          <p:cNvPr id="21" name="Rechteck 20">
            <a:extLst>
              <a:ext uri="{FF2B5EF4-FFF2-40B4-BE49-F238E27FC236}">
                <a16:creationId xmlns:a16="http://schemas.microsoft.com/office/drawing/2014/main" id="{EA5C9606-7EFB-4CD9-879B-0D647D1D8DEA}"/>
              </a:ext>
            </a:extLst>
          </p:cNvPr>
          <p:cNvSpPr>
            <a:spLocks noGrp="1"/>
          </p:cNvSpPr>
          <p:nvPr/>
        </p:nvSpPr>
        <p:spPr>
          <a:xfrm>
            <a:off x="7258050" y="3819525"/>
            <a:ext cx="1924050" cy="266700"/>
          </a:xfrm>
          <a:prstGeom prst="rect">
            <a:avLst/>
          </a:prstGeom>
          <a:noFill/>
          <a:ln w="0">
            <a:noFill/>
            <a:prstDash val="solid"/>
          </a:ln>
        </p:spPr>
        <p:txBody>
          <a:bodyPr lIns="0" tIns="0" rIns="0" bIns="0" anchor="t">
            <a:normAutofit/>
          </a:bodyPr>
          <a:lstStyle/>
          <a:p>
            <a:pPr algn="ctr">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SPIELE</a:t>
            </a:r>
          </a:p>
        </p:txBody>
      </p:sp>
      <p:sp>
        <p:nvSpPr>
          <p:cNvPr id="22" name="Rechteck 21">
            <a:extLst>
              <a:ext uri="{FF2B5EF4-FFF2-40B4-BE49-F238E27FC236}">
                <a16:creationId xmlns:a16="http://schemas.microsoft.com/office/drawing/2014/main" id="{A7FEEE1D-9AC9-48DE-9E9B-54EEDC32E632}"/>
              </a:ext>
            </a:extLst>
          </p:cNvPr>
          <p:cNvSpPr>
            <a:spLocks noGrp="1"/>
          </p:cNvSpPr>
          <p:nvPr/>
        </p:nvSpPr>
        <p:spPr>
          <a:xfrm>
            <a:off x="7315200" y="4219575"/>
            <a:ext cx="1809750" cy="476250"/>
          </a:xfrm>
          <a:prstGeom prst="rect">
            <a:avLst/>
          </a:prstGeom>
          <a:noFill/>
          <a:ln w="0">
            <a:noFill/>
            <a:prstDash val="solid"/>
          </a:ln>
        </p:spPr>
        <p:txBody>
          <a:bodyPr lIns="0" tIns="0" rIns="0" bIns="0" anchor="t">
            <a:normAutofit/>
          </a:bodyPr>
          <a:lstStyle/>
          <a:p>
            <a:pPr algn="ctr">
              <a:defRPr sz="1163" b="0">
                <a:solidFill>
                  <a:srgbClr val="656961"/>
                </a:solidFill>
                <a:latin typeface="Aptos"/>
                <a:ea typeface="Aptos"/>
                <a:cs typeface="Aptos"/>
              </a:defRPr>
            </a:pPr>
            <a:r>
              <a:rPr sz="1163" b="0">
                <a:solidFill>
                  <a:srgbClr val="656961"/>
                </a:solidFill>
                <a:latin typeface="Aptos"/>
                <a:ea typeface="Aptos"/>
                <a:cs typeface="Aptos"/>
              </a:rPr>
              <a:t>Kader &amp; Live sehen</a:t>
            </a:r>
          </a:p>
        </p:txBody>
      </p:sp>
      <p:sp>
        <p:nvSpPr>
          <p:cNvPr id="23" name="Ellipse 22">
            <a:extLst>
              <a:ext uri="{FF2B5EF4-FFF2-40B4-BE49-F238E27FC236}">
                <a16:creationId xmlns:a16="http://schemas.microsoft.com/office/drawing/2014/main" id="{542B54EF-F3F4-43DC-A210-DA25F118EB50}"/>
              </a:ext>
            </a:extLst>
          </p:cNvPr>
          <p:cNvSpPr>
            <a:spLocks noGrp="1"/>
          </p:cNvSpPr>
          <p:nvPr/>
        </p:nvSpPr>
        <p:spPr>
          <a:xfrm>
            <a:off x="10077450" y="2571750"/>
            <a:ext cx="933450" cy="933450"/>
          </a:xfrm>
          <a:prstGeom prst="ellipse">
            <a:avLst/>
          </a:prstGeom>
          <a:solidFill>
            <a:srgbClr val="121512"/>
          </a:solidFill>
          <a:ln w="0">
            <a:noFill/>
            <a:prstDash val="solid"/>
          </a:ln>
        </p:spPr>
      </p:sp>
      <p:sp>
        <p:nvSpPr>
          <p:cNvPr id="24" name="Rechteck 23">
            <a:extLst>
              <a:ext uri="{FF2B5EF4-FFF2-40B4-BE49-F238E27FC236}">
                <a16:creationId xmlns:a16="http://schemas.microsoft.com/office/drawing/2014/main" id="{26C0FCF8-870D-4DF6-ADDA-BFBBA3A47DC8}"/>
              </a:ext>
            </a:extLst>
          </p:cNvPr>
          <p:cNvSpPr>
            <a:spLocks noGrp="1"/>
          </p:cNvSpPr>
          <p:nvPr/>
        </p:nvSpPr>
        <p:spPr>
          <a:xfrm>
            <a:off x="10077450" y="2581275"/>
            <a:ext cx="933450" cy="914400"/>
          </a:xfrm>
          <a:prstGeom prst="rect">
            <a:avLst/>
          </a:prstGeom>
          <a:noFill/>
          <a:ln w="0">
            <a:noFill/>
            <a:prstDash val="solid"/>
          </a:ln>
        </p:spPr>
        <p:txBody>
          <a:bodyPr lIns="0" tIns="0" rIns="0" bIns="0" anchor="ctr">
            <a:normAutofit/>
          </a:bodyPr>
          <a:lstStyle/>
          <a:p>
            <a:pPr algn="ctr">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5</a:t>
            </a:r>
          </a:p>
        </p:txBody>
      </p:sp>
      <p:sp>
        <p:nvSpPr>
          <p:cNvPr id="25" name="Rechteck 24">
            <a:extLst>
              <a:ext uri="{FF2B5EF4-FFF2-40B4-BE49-F238E27FC236}">
                <a16:creationId xmlns:a16="http://schemas.microsoft.com/office/drawing/2014/main" id="{E0FE99F5-25E4-421F-88E8-3D798F19251F}"/>
              </a:ext>
            </a:extLst>
          </p:cNvPr>
          <p:cNvSpPr>
            <a:spLocks noGrp="1"/>
          </p:cNvSpPr>
          <p:nvPr/>
        </p:nvSpPr>
        <p:spPr>
          <a:xfrm>
            <a:off x="9448800" y="3819525"/>
            <a:ext cx="1924050" cy="266700"/>
          </a:xfrm>
          <a:prstGeom prst="rect">
            <a:avLst/>
          </a:prstGeom>
          <a:noFill/>
          <a:ln w="0">
            <a:noFill/>
            <a:prstDash val="solid"/>
          </a:ln>
        </p:spPr>
        <p:txBody>
          <a:bodyPr lIns="0" tIns="0" rIns="0" bIns="0" anchor="t">
            <a:normAutofit/>
          </a:bodyPr>
          <a:lstStyle/>
          <a:p>
            <a:pPr algn="ctr">
              <a:defRPr sz="1425" b="1">
                <a:solidFill>
                  <a:srgbClr val="121512"/>
                </a:solidFill>
                <a:latin typeface="Aptos Display"/>
                <a:ea typeface="Aptos Display"/>
                <a:cs typeface="Aptos Display"/>
              </a:defRPr>
            </a:pPr>
            <a:r>
              <a:rPr sz="1425" b="1">
                <a:solidFill>
                  <a:srgbClr val="121512"/>
                </a:solidFill>
                <a:latin typeface="Aptos Display"/>
                <a:ea typeface="Aptos Display"/>
                <a:cs typeface="Aptos Display"/>
              </a:rPr>
              <a:t>MEHR</a:t>
            </a:r>
          </a:p>
        </p:txBody>
      </p:sp>
      <p:sp>
        <p:nvSpPr>
          <p:cNvPr id="26" name="Rechteck 25">
            <a:extLst>
              <a:ext uri="{FF2B5EF4-FFF2-40B4-BE49-F238E27FC236}">
                <a16:creationId xmlns:a16="http://schemas.microsoft.com/office/drawing/2014/main" id="{A3E82CEE-1D85-470F-B216-B801659A523D}"/>
              </a:ext>
            </a:extLst>
          </p:cNvPr>
          <p:cNvSpPr>
            <a:spLocks noGrp="1"/>
          </p:cNvSpPr>
          <p:nvPr/>
        </p:nvSpPr>
        <p:spPr>
          <a:xfrm>
            <a:off x="9505950" y="4219575"/>
            <a:ext cx="1809750" cy="476250"/>
          </a:xfrm>
          <a:prstGeom prst="rect">
            <a:avLst/>
          </a:prstGeom>
          <a:noFill/>
          <a:ln w="0">
            <a:noFill/>
            <a:prstDash val="solid"/>
          </a:ln>
        </p:spPr>
        <p:txBody>
          <a:bodyPr lIns="0" tIns="0" rIns="0" bIns="0" anchor="t">
            <a:normAutofit/>
          </a:bodyPr>
          <a:lstStyle/>
          <a:p>
            <a:pPr algn="ctr">
              <a:defRPr sz="1163" b="0">
                <a:solidFill>
                  <a:srgbClr val="656961"/>
                </a:solidFill>
                <a:latin typeface="Aptos"/>
                <a:ea typeface="Aptos"/>
                <a:cs typeface="Aptos"/>
              </a:defRPr>
            </a:pPr>
            <a:r>
              <a:rPr sz="1163" b="0">
                <a:solidFill>
                  <a:srgbClr val="656961"/>
                </a:solidFill>
                <a:latin typeface="Aptos"/>
                <a:ea typeface="Aptos"/>
                <a:cs typeface="Aptos"/>
              </a:rPr>
              <a:t>Konto &amp; Hilfe</a:t>
            </a:r>
          </a:p>
        </p:txBody>
      </p:sp>
      <p:sp>
        <p:nvSpPr>
          <p:cNvPr id="27" name="Rechteck: abgerundete Ecken 26">
            <a:extLst>
              <a:ext uri="{FF2B5EF4-FFF2-40B4-BE49-F238E27FC236}">
                <a16:creationId xmlns:a16="http://schemas.microsoft.com/office/drawing/2014/main" id="{8F1E63F6-C496-46AB-8FF7-2D12FC1D0AF4}"/>
              </a:ext>
            </a:extLst>
          </p:cNvPr>
          <p:cNvSpPr>
            <a:spLocks noGrp="1"/>
          </p:cNvSpPr>
          <p:nvPr/>
        </p:nvSpPr>
        <p:spPr>
          <a:xfrm>
            <a:off x="2000250" y="5324475"/>
            <a:ext cx="8191500" cy="514350"/>
          </a:xfrm>
          <a:prstGeom prst="roundRect">
            <a:avLst>
              <a:gd name="adj" fmla="val 29630"/>
            </a:avLst>
          </a:prstGeom>
          <a:solidFill>
            <a:srgbClr val="FFF5A8"/>
          </a:solidFill>
          <a:ln w="0">
            <a:noFill/>
            <a:prstDash val="solid"/>
          </a:ln>
        </p:spPr>
      </p:sp>
      <p:sp>
        <p:nvSpPr>
          <p:cNvPr id="28" name="Rechteck 27">
            <a:extLst>
              <a:ext uri="{FF2B5EF4-FFF2-40B4-BE49-F238E27FC236}">
                <a16:creationId xmlns:a16="http://schemas.microsoft.com/office/drawing/2014/main" id="{AA17EF90-36BB-489F-B7D1-14BC7DE8A65A}"/>
              </a:ext>
            </a:extLst>
          </p:cNvPr>
          <p:cNvSpPr>
            <a:spLocks noGrp="1"/>
          </p:cNvSpPr>
          <p:nvPr/>
        </p:nvSpPr>
        <p:spPr>
          <a:xfrm>
            <a:off x="2190750" y="5438775"/>
            <a:ext cx="7810500" cy="285750"/>
          </a:xfrm>
          <a:prstGeom prst="rect">
            <a:avLst/>
          </a:prstGeom>
          <a:noFill/>
          <a:ln w="0">
            <a:noFill/>
            <a:prstDash val="solid"/>
          </a:ln>
        </p:spPr>
        <p:txBody>
          <a:bodyPr lIns="0" tIns="0" rIns="0" bIns="0" anchor="ctr">
            <a:normAutofit/>
          </a:bodyPr>
          <a:lstStyle/>
          <a:p>
            <a:pPr algn="ctr">
              <a:defRPr sz="1275" b="1">
                <a:solidFill>
                  <a:srgbClr val="121512"/>
                </a:solidFill>
                <a:latin typeface="Aptos Display"/>
                <a:ea typeface="Aptos Display"/>
                <a:cs typeface="Aptos Display"/>
              </a:defRPr>
            </a:pPr>
            <a:r>
              <a:rPr sz="1275" b="1">
                <a:solidFill>
                  <a:srgbClr val="121512"/>
                </a:solidFill>
                <a:latin typeface="Aptos Display"/>
                <a:ea typeface="Aptos Display"/>
                <a:cs typeface="Aptos Display"/>
              </a:rPr>
              <a:t>Die App zeigt dir immer nur, was für deine Familie freigegeben und relevant ist.</a:t>
            </a:r>
          </a:p>
        </p:txBody>
      </p:sp>
      <p:sp>
        <p:nvSpPr>
          <p:cNvPr id="29" name="Rechteck 28">
            <a:extLst>
              <a:ext uri="{FF2B5EF4-FFF2-40B4-BE49-F238E27FC236}">
                <a16:creationId xmlns:a16="http://schemas.microsoft.com/office/drawing/2014/main" id="{EC263192-2D25-4FD7-AACB-2E7336783ED1}"/>
              </a:ext>
            </a:extLst>
          </p:cNvPr>
          <p:cNvSpPr>
            <a:spLocks noGrp="1"/>
          </p:cNvSpPr>
          <p:nvPr/>
        </p:nvSpPr>
        <p:spPr>
          <a:xfrm>
            <a:off x="533400" y="6572250"/>
            <a:ext cx="7334250" cy="133350"/>
          </a:xfrm>
          <a:prstGeom prst="rect">
            <a:avLst/>
          </a:prstGeom>
          <a:noFill/>
          <a:ln w="0">
            <a:noFill/>
            <a:prstDash val="solid"/>
          </a:ln>
        </p:spPr>
        <p:txBody>
          <a:bodyPr lIns="0" tIns="0" rIns="0" bIns="0" anchor="t">
            <a:normAutofit/>
          </a:bodyPr>
          <a:lstStyle/>
          <a:p>
            <a:pPr algn="l">
              <a:defRPr sz="713" b="0">
                <a:solidFill>
                  <a:srgbClr val="656961"/>
                </a:solidFill>
                <a:latin typeface="Aptos"/>
                <a:ea typeface="Aptos"/>
                <a:cs typeface="Aptos"/>
              </a:defRPr>
            </a:pPr>
            <a:r>
              <a:rPr sz="713" b="0">
                <a:solidFill>
                  <a:srgbClr val="656961"/>
                </a:solidFill>
                <a:latin typeface="Aptos"/>
                <a:ea typeface="Aptos"/>
                <a:cs typeface="Aptos"/>
              </a:rPr>
              <a:t>FC Teugn Talents · Hilfe für Eltern &amp; Familien</a:t>
            </a:r>
          </a:p>
        </p:txBody>
      </p:sp>
    </p:spTree>
    <p:extLst>
      <p:ext uri="{BB962C8B-B14F-4D97-AF65-F5344CB8AC3E}">
        <p14:creationId xmlns:p14="http://schemas.microsoft.com/office/powerpoint/2010/main" val="9232342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512"/>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1CC36B56-B0F9-4B85-B29F-59C14A5772F1}"/>
              </a:ext>
            </a:extLst>
          </p:cNvPr>
          <p:cNvSpPr>
            <a:spLocks noGrp="1"/>
          </p:cNvSpPr>
          <p:nvPr/>
        </p:nvSpPr>
        <p:spPr>
          <a:xfrm>
            <a:off x="0" y="0"/>
            <a:ext cx="209550" cy="6858000"/>
          </a:xfrm>
          <a:prstGeom prst="rect">
            <a:avLst/>
          </a:prstGeom>
          <a:solidFill>
            <a:srgbClr val="FFE500"/>
          </a:solidFill>
          <a:ln w="0">
            <a:noFill/>
            <a:prstDash val="solid"/>
          </a:ln>
        </p:spPr>
      </p:sp>
      <p:sp>
        <p:nvSpPr>
          <p:cNvPr id="2" name="Rechteck 1">
            <a:extLst>
              <a:ext uri="{FF2B5EF4-FFF2-40B4-BE49-F238E27FC236}">
                <a16:creationId xmlns:a16="http://schemas.microsoft.com/office/drawing/2014/main" id="{448E9BFF-F2C2-4816-921C-7A16BDEF1816}"/>
              </a:ext>
            </a:extLst>
          </p:cNvPr>
          <p:cNvSpPr>
            <a:spLocks noGrp="1"/>
          </p:cNvSpPr>
          <p:nvPr/>
        </p:nvSpPr>
        <p:spPr>
          <a:xfrm>
            <a:off x="609600" y="476250"/>
            <a:ext cx="6286500" cy="209550"/>
          </a:xfrm>
          <a:prstGeom prst="rect">
            <a:avLst/>
          </a:prstGeom>
          <a:noFill/>
          <a:ln w="0">
            <a:noFill/>
            <a:prstDash val="solid"/>
          </a:ln>
        </p:spPr>
        <p:txBody>
          <a:bodyPr lIns="0" tIns="0" rIns="0" bIns="0" anchor="t">
            <a:normAutofit/>
          </a:bodyPr>
          <a:lstStyle/>
          <a:p>
            <a:pPr algn="l">
              <a:defRPr sz="975" b="1">
                <a:solidFill>
                  <a:srgbClr val="FFE500"/>
                </a:solidFill>
                <a:latin typeface="Aptos Display"/>
                <a:ea typeface="Aptos Display"/>
                <a:cs typeface="Aptos Display"/>
              </a:defRPr>
            </a:pPr>
            <a:r>
              <a:rPr sz="975" b="1">
                <a:solidFill>
                  <a:srgbClr val="FFE500"/>
                </a:solidFill>
                <a:latin typeface="Aptos Display"/>
                <a:ea typeface="Aptos Display"/>
                <a:cs typeface="Aptos Display"/>
              </a:rPr>
              <a:t>FC TEUGN TALENTS · FAMILIENHILFE</a:t>
            </a:r>
          </a:p>
        </p:txBody>
      </p:sp>
      <p:sp>
        <p:nvSpPr>
          <p:cNvPr id="3" name="Rechteck 2">
            <a:extLst>
              <a:ext uri="{FF2B5EF4-FFF2-40B4-BE49-F238E27FC236}">
                <a16:creationId xmlns:a16="http://schemas.microsoft.com/office/drawing/2014/main" id="{50BCE5E5-A15D-4A8A-9ECA-C69A2F734C7B}"/>
              </a:ext>
            </a:extLst>
          </p:cNvPr>
          <p:cNvSpPr>
            <a:spLocks noGrp="1"/>
          </p:cNvSpPr>
          <p:nvPr/>
        </p:nvSpPr>
        <p:spPr>
          <a:xfrm>
            <a:off x="609600" y="1409700"/>
            <a:ext cx="5810250" cy="590550"/>
          </a:xfrm>
          <a:prstGeom prst="rect">
            <a:avLst/>
          </a:prstGeom>
          <a:noFill/>
          <a:ln w="0">
            <a:noFill/>
            <a:prstDash val="solid"/>
          </a:ln>
        </p:spPr>
        <p:txBody>
          <a:bodyPr lIns="0" tIns="0" rIns="0" bIns="0" anchor="t">
            <a:normAutofit/>
          </a:bodyPr>
          <a:lstStyle/>
          <a:p>
            <a:pPr algn="l">
              <a:defRPr sz="3450" b="1">
                <a:solidFill>
                  <a:srgbClr val="FFFFFF"/>
                </a:solidFill>
                <a:latin typeface="Aptos Display"/>
                <a:ea typeface="Aptos Display"/>
                <a:cs typeface="Aptos Display"/>
              </a:defRPr>
            </a:pPr>
            <a:r>
              <a:rPr sz="3450" b="1">
                <a:solidFill>
                  <a:srgbClr val="FFFFFF"/>
                </a:solidFill>
                <a:latin typeface="Aptos Display"/>
                <a:ea typeface="Aptos Display"/>
                <a:cs typeface="Aptos Display"/>
              </a:rPr>
              <a:t>Gemeinsam am Ball.</a:t>
            </a:r>
          </a:p>
        </p:txBody>
      </p:sp>
      <p:sp>
        <p:nvSpPr>
          <p:cNvPr id="4" name="Rechteck 3">
            <a:extLst>
              <a:ext uri="{FF2B5EF4-FFF2-40B4-BE49-F238E27FC236}">
                <a16:creationId xmlns:a16="http://schemas.microsoft.com/office/drawing/2014/main" id="{AE7A7FFB-6962-4E88-98E9-FF01E5E6566A}"/>
              </a:ext>
            </a:extLst>
          </p:cNvPr>
          <p:cNvSpPr>
            <a:spLocks noGrp="1"/>
          </p:cNvSpPr>
          <p:nvPr/>
        </p:nvSpPr>
        <p:spPr>
          <a:xfrm>
            <a:off x="609600" y="2476500"/>
            <a:ext cx="4953000" cy="1390650"/>
          </a:xfrm>
          <a:prstGeom prst="rect">
            <a:avLst/>
          </a:prstGeom>
          <a:noFill/>
          <a:ln w="0">
            <a:noFill/>
            <a:prstDash val="solid"/>
          </a:ln>
        </p:spPr>
        <p:txBody>
          <a:bodyPr lIns="0" tIns="0" rIns="0" bIns="0" anchor="t">
            <a:normAutofit/>
          </a:bodyPr>
          <a:lstStyle/>
          <a:p>
            <a:pPr algn="l">
              <a:defRPr sz="2325" b="1">
                <a:solidFill>
                  <a:srgbClr val="FFF5A8"/>
                </a:solidFill>
                <a:latin typeface="Aptos Display"/>
                <a:ea typeface="Aptos Display"/>
                <a:cs typeface="Aptos Display"/>
              </a:defRPr>
            </a:pPr>
            <a:r>
              <a:rPr sz="2325" b="1">
                <a:solidFill>
                  <a:srgbClr val="FFF5A8"/>
                </a:solidFill>
                <a:latin typeface="Aptos Display"/>
                <a:ea typeface="Aptos Display"/>
                <a:cs typeface="Aptos Display"/>
              </a:rPr>
              <a:t>Informiert bleiben.</a:t>
            </a:r>
          </a:p>
          <a:p>
            <a:pPr algn="l">
              <a:defRPr sz="2325" b="1">
                <a:solidFill>
                  <a:srgbClr val="FFF5A8"/>
                </a:solidFill>
                <a:latin typeface="Aptos Display"/>
                <a:ea typeface="Aptos Display"/>
                <a:cs typeface="Aptos Display"/>
              </a:defRPr>
            </a:pPr>
            <a:r>
              <a:rPr sz="2325" b="1">
                <a:solidFill>
                  <a:srgbClr val="FFF5A8"/>
                </a:solidFill>
                <a:latin typeface="Aptos Display"/>
                <a:ea typeface="Aptos Display"/>
                <a:cs typeface="Aptos Display"/>
              </a:rPr>
              <a:t>Einfach antworten.</a:t>
            </a:r>
          </a:p>
          <a:p>
            <a:pPr algn="l">
              <a:defRPr sz="2325" b="1">
                <a:solidFill>
                  <a:srgbClr val="FFF5A8"/>
                </a:solidFill>
                <a:latin typeface="Aptos Display"/>
                <a:ea typeface="Aptos Display"/>
                <a:cs typeface="Aptos Display"/>
              </a:defRPr>
            </a:pPr>
            <a:r>
              <a:rPr sz="2325" b="1">
                <a:solidFill>
                  <a:srgbClr val="FFF5A8"/>
                </a:solidFill>
                <a:latin typeface="Aptos Display"/>
                <a:ea typeface="Aptos Display"/>
                <a:cs typeface="Aptos Display"/>
              </a:rPr>
              <a:t>Live mitfiebern.</a:t>
            </a:r>
          </a:p>
        </p:txBody>
      </p:sp>
      <p:sp>
        <p:nvSpPr>
          <p:cNvPr id="5" name="Rechteck: abgerundete Ecken 4">
            <a:extLst>
              <a:ext uri="{FF2B5EF4-FFF2-40B4-BE49-F238E27FC236}">
                <a16:creationId xmlns:a16="http://schemas.microsoft.com/office/drawing/2014/main" id="{B5D9F24C-BA64-424A-8514-B25DF905F4B1}"/>
              </a:ext>
            </a:extLst>
          </p:cNvPr>
          <p:cNvSpPr>
            <a:spLocks noGrp="1"/>
          </p:cNvSpPr>
          <p:nvPr/>
        </p:nvSpPr>
        <p:spPr>
          <a:xfrm>
            <a:off x="609600" y="4286250"/>
            <a:ext cx="1104900" cy="76200"/>
          </a:xfrm>
          <a:prstGeom prst="roundRect">
            <a:avLst>
              <a:gd name="adj" fmla="val 50000"/>
            </a:avLst>
          </a:prstGeom>
          <a:solidFill>
            <a:srgbClr val="FFE500"/>
          </a:solidFill>
          <a:ln w="0">
            <a:noFill/>
            <a:prstDash val="solid"/>
          </a:ln>
        </p:spPr>
      </p:sp>
      <p:sp>
        <p:nvSpPr>
          <p:cNvPr id="6" name="Rechteck 5">
            <a:extLst>
              <a:ext uri="{FF2B5EF4-FFF2-40B4-BE49-F238E27FC236}">
                <a16:creationId xmlns:a16="http://schemas.microsoft.com/office/drawing/2014/main" id="{99E70C83-41DB-4892-B6B7-ECC613074E5D}"/>
              </a:ext>
            </a:extLst>
          </p:cNvPr>
          <p:cNvSpPr>
            <a:spLocks noGrp="1"/>
          </p:cNvSpPr>
          <p:nvPr/>
        </p:nvSpPr>
        <p:spPr>
          <a:xfrm>
            <a:off x="609600" y="4705350"/>
            <a:ext cx="5143500" cy="762000"/>
          </a:xfrm>
          <a:prstGeom prst="rect">
            <a:avLst/>
          </a:prstGeom>
          <a:noFill/>
          <a:ln w="0">
            <a:noFill/>
            <a:prstDash val="solid"/>
          </a:ln>
        </p:spPr>
        <p:txBody>
          <a:bodyPr lIns="0" tIns="0" rIns="0" bIns="0" anchor="t">
            <a:normAutofit/>
          </a:bodyPr>
          <a:lstStyle/>
          <a:p>
            <a:pPr algn="l">
              <a:defRPr sz="1500" b="0">
                <a:solidFill>
                  <a:srgbClr val="D7D9D2"/>
                </a:solidFill>
                <a:latin typeface="Aptos"/>
                <a:ea typeface="Aptos"/>
                <a:cs typeface="Aptos"/>
              </a:defRPr>
            </a:pPr>
            <a:r>
              <a:rPr sz="1500" b="0">
                <a:solidFill>
                  <a:srgbClr val="D7D9D2"/>
                </a:solidFill>
                <a:latin typeface="Aptos"/>
                <a:ea typeface="Aptos"/>
                <a:cs typeface="Aptos"/>
              </a:rPr>
              <a:t>Wenn eine Frage offen bleibt:</a:t>
            </a:r>
          </a:p>
          <a:p>
            <a:pPr algn="l">
              <a:defRPr sz="1500" b="0">
                <a:solidFill>
                  <a:srgbClr val="D7D9D2"/>
                </a:solidFill>
                <a:latin typeface="Aptos"/>
                <a:ea typeface="Aptos"/>
                <a:cs typeface="Aptos"/>
              </a:defRPr>
            </a:pPr>
            <a:r>
              <a:rPr sz="1500" b="0">
                <a:solidFill>
                  <a:srgbClr val="D7D9D2"/>
                </a:solidFill>
                <a:latin typeface="Aptos"/>
                <a:ea typeface="Aptos"/>
                <a:cs typeface="Aptos"/>
              </a:rPr>
              <a:t>Fragezeichen öffnen oder Support nutzen.</a:t>
            </a:r>
          </a:p>
        </p:txBody>
      </p:sp>
      <p:sp>
        <p:nvSpPr>
          <p:cNvPr id="7" name="Rechteck: abgerundete Ecken 6">
            <a:extLst>
              <a:ext uri="{FF2B5EF4-FFF2-40B4-BE49-F238E27FC236}">
                <a16:creationId xmlns:a16="http://schemas.microsoft.com/office/drawing/2014/main" id="{7D983B32-6711-4EEF-BC6E-417F8432F1F5}"/>
              </a:ext>
            </a:extLst>
          </p:cNvPr>
          <p:cNvSpPr>
            <a:spLocks noGrp="1"/>
          </p:cNvSpPr>
          <p:nvPr/>
        </p:nvSpPr>
        <p:spPr>
          <a:xfrm>
            <a:off x="7239000" y="857250"/>
            <a:ext cx="3886200" cy="3886200"/>
          </a:xfrm>
          <a:prstGeom prst="roundRect">
            <a:avLst>
              <a:gd name="adj" fmla="val 7353"/>
            </a:avLst>
          </a:prstGeom>
          <a:solidFill>
            <a:srgbClr val="242821"/>
          </a:solidFill>
          <a:ln w="9525">
            <a:solidFill>
              <a:srgbClr val="3D4239"/>
            </a:solidFill>
            <a:prstDash val="solid"/>
          </a:ln>
        </p:spPr>
      </p:sp>
      <p:pic>
        <p:nvPicPr>
          <p:cNvPr id="18" name="Grafik 17"/>
          <p:cNvPicPr>
            <a:picLocks noChangeAspect="1"/>
          </p:cNvPicPr>
          <p:nvPr/>
        </p:nvPicPr>
        <p:blipFill>
          <a:blip r:embed="rId3"/>
          <a:stretch/>
        </p:blipFill>
        <p:spPr>
          <a:xfrm>
            <a:off x="7639050" y="1200150"/>
            <a:ext cx="3086100" cy="3086100"/>
          </a:xfrm>
          <a:prstGeom prst="rect">
            <a:avLst/>
          </a:prstGeom>
        </p:spPr>
      </p:pic>
      <p:sp>
        <p:nvSpPr>
          <p:cNvPr id="9" name="Rechteck: abgerundete Ecken 8">
            <a:extLst>
              <a:ext uri="{FF2B5EF4-FFF2-40B4-BE49-F238E27FC236}">
                <a16:creationId xmlns:a16="http://schemas.microsoft.com/office/drawing/2014/main" id="{A8E5E871-84E1-489A-9338-DF580B9FBD84}"/>
              </a:ext>
            </a:extLst>
          </p:cNvPr>
          <p:cNvSpPr>
            <a:spLocks noGrp="1"/>
          </p:cNvSpPr>
          <p:nvPr/>
        </p:nvSpPr>
        <p:spPr>
          <a:xfrm>
            <a:off x="8001000" y="5067300"/>
            <a:ext cx="2381250" cy="1066800"/>
          </a:xfrm>
          <a:prstGeom prst="roundRect">
            <a:avLst>
              <a:gd name="adj" fmla="val 19643"/>
            </a:avLst>
          </a:prstGeom>
          <a:solidFill>
            <a:srgbClr val="FFFFFF"/>
          </a:solidFill>
          <a:ln w="0">
            <a:noFill/>
            <a:prstDash val="solid"/>
          </a:ln>
        </p:spPr>
      </p:sp>
      <p:pic>
        <p:nvPicPr>
          <p:cNvPr id="20" name="Grafik 19"/>
          <p:cNvPicPr>
            <a:picLocks noChangeAspect="1"/>
          </p:cNvPicPr>
          <p:nvPr/>
        </p:nvPicPr>
        <p:blipFill>
          <a:blip r:embed="rId4"/>
          <a:stretch/>
        </p:blipFill>
        <p:spPr>
          <a:xfrm>
            <a:off x="8851217" y="5191125"/>
            <a:ext cx="680816" cy="819150"/>
          </a:xfrm>
          <a:prstGeom prst="rect">
            <a:avLst/>
          </a:prstGeom>
        </p:spPr>
      </p:pic>
    </p:spTree>
    <p:extLst>
      <p:ext uri="{BB962C8B-B14F-4D97-AF65-F5344CB8AC3E}">
        <p14:creationId xmlns:p14="http://schemas.microsoft.com/office/powerpoint/2010/main" val="13076985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8000">
        <p159:morph option="byObject"/>
      </p:transition>
    </mc:Choice>
    <mc:Fallback>
      <p:transition spd="slow" advClick="0" advTm="8000">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2090</Words>
  <Application>Microsoft Office PowerPoint</Application>
  <DocSecurity>0</DocSecurity>
  <PresentationFormat>Breitbild</PresentationFormat>
  <Paragraphs>369</Paragraphs>
  <Slides>15</Slides>
  <Notes>15</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15</vt:i4>
      </vt:variant>
    </vt:vector>
  </HeadingPairs>
  <TitlesOfParts>
    <vt:vector size="19" baseType="lpstr">
      <vt:lpstr>Aptos</vt:lpstr>
      <vt:lpstr>Aptos Display</vt:lpstr>
      <vt:lpstr>Calibri</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Tobias Bauer | DFS-Diamon GmbH</cp:lastModifiedBy>
  <cp:revision>1</cp:revision>
  <dcterms:created xsi:type="dcterms:W3CDTF">2026-08-18T06:39:38Z</dcterms:created>
  <dcterms:modified xsi:type="dcterms:W3CDTF">2026-08-18T06:56:19Z</dcterms:modified>
</cp:coreProperties>
</file>